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0f5de116b04545" /><Relationship Type="http://schemas.openxmlformats.org/officeDocument/2006/relationships/extended-properties" Target="/docProps/app.xml" Id="R3aa924890c8040e5" /><Relationship Type="http://schemas.openxmlformats.org/officeDocument/2006/relationships/officeDocument" Target="/ppt/presentation.xml" Id="Rbb3b743070e142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0270ca72fc44a8"/>
  </p:sldMasterIdLst>
  <p:notesMasterIdLst>
    <p:notesMasterId xmlns:r="http://schemas.openxmlformats.org/officeDocument/2006/relationships" r:id="R9884a021264044a3"/>
  </p:notesMasterIdLst>
  <p:sldIdLst>
    <p:sldId xmlns:r="http://schemas.openxmlformats.org/officeDocument/2006/relationships" id="256" r:id="R78669668b44940d6"/>
    <p:sldId xmlns:r="http://schemas.openxmlformats.org/officeDocument/2006/relationships" id="257" r:id="R4d0ca76b3f584ea9"/>
    <p:sldId xmlns:r="http://schemas.openxmlformats.org/officeDocument/2006/relationships" id="258" r:id="R605d47dc031949be"/>
    <p:sldId xmlns:r="http://schemas.openxmlformats.org/officeDocument/2006/relationships" id="259" r:id="R5f8302f0b01241bf"/>
    <p:sldId xmlns:r="http://schemas.openxmlformats.org/officeDocument/2006/relationships" id="260" r:id="R33aa05649d994530"/>
    <p:sldId xmlns:r="http://schemas.openxmlformats.org/officeDocument/2006/relationships" id="261" r:id="R77530387cfd64f00"/>
    <p:sldId xmlns:r="http://schemas.openxmlformats.org/officeDocument/2006/relationships" id="262" r:id="R0da4cc4697b94558"/>
    <p:sldId xmlns:r="http://schemas.openxmlformats.org/officeDocument/2006/relationships" id="263" r:id="Rdfcd20e3c1fa4548"/>
    <p:sldId xmlns:r="http://schemas.openxmlformats.org/officeDocument/2006/relationships" id="264" r:id="R7fbe17332d2e40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8a8821363e4aa5" /><Relationship Type="http://schemas.openxmlformats.org/officeDocument/2006/relationships/slideMaster" Target="/ppt/slideMasters/slideMaster1.xml" Id="Ra20270ca72fc44a8" /><Relationship Type="http://schemas.openxmlformats.org/officeDocument/2006/relationships/notesMaster" Target="/ppt/notesMasters/notesMaster1.xml" Id="R9884a021264044a3" /><Relationship Type="http://schemas.openxmlformats.org/officeDocument/2006/relationships/presProps" Target="/ppt/presProps.xml" Id="R6b7637345b1b49eb" /><Relationship Type="http://schemas.openxmlformats.org/officeDocument/2006/relationships/viewProps" Target="/ppt/viewProps.xml" Id="Rf7ce967d2d77476e" /><Relationship Type="http://schemas.openxmlformats.org/officeDocument/2006/relationships/tableStyles" Target="/ppt/tableStyles.xml" Id="R1c9d66521b75471e" /><Relationship Type="http://schemas.openxmlformats.org/officeDocument/2006/relationships/slide" Target="/ppt/slides/slide1.xml" Id="R78669668b44940d6" /><Relationship Type="http://schemas.openxmlformats.org/officeDocument/2006/relationships/slide" Target="/ppt/slides/slide2.xml" Id="R4d0ca76b3f584ea9" /><Relationship Type="http://schemas.openxmlformats.org/officeDocument/2006/relationships/slide" Target="/ppt/slides/slide3.xml" Id="R605d47dc031949be" /><Relationship Type="http://schemas.openxmlformats.org/officeDocument/2006/relationships/slide" Target="/ppt/slides/slide4.xml" Id="R5f8302f0b01241bf" /><Relationship Type="http://schemas.openxmlformats.org/officeDocument/2006/relationships/slide" Target="/ppt/slides/slide5.xml" Id="R33aa05649d994530" /><Relationship Type="http://schemas.openxmlformats.org/officeDocument/2006/relationships/slide" Target="/ppt/slides/slide6.xml" Id="R77530387cfd64f00" /><Relationship Type="http://schemas.openxmlformats.org/officeDocument/2006/relationships/slide" Target="/ppt/slides/slide7.xml" Id="R0da4cc4697b94558" /><Relationship Type="http://schemas.openxmlformats.org/officeDocument/2006/relationships/slide" Target="/ppt/slides/slide8.xml" Id="Rdfcd20e3c1fa4548" /><Relationship Type="http://schemas.openxmlformats.org/officeDocument/2006/relationships/slide" Target="/ppt/slides/slide9.xml" Id="R7fbe17332d2e40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c7bfd1865e4b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f50e83c1054b5e" /><Relationship Type="http://schemas.openxmlformats.org/officeDocument/2006/relationships/notesMaster" Target="/ppt/notesMasters/notesMaster1.xml" Id="Rcc87262496334d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35fed471d840cc" /><Relationship Type="http://schemas.openxmlformats.org/officeDocument/2006/relationships/notesMaster" Target="/ppt/notesMasters/notesMaster1.xml" Id="Re1cfa8211bbe4f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fca8534be54ad5" /><Relationship Type="http://schemas.openxmlformats.org/officeDocument/2006/relationships/notesMaster" Target="/ppt/notesMasters/notesMaster1.xml" Id="Rb2c8faa5982446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2bf8495e3d41a9" /><Relationship Type="http://schemas.openxmlformats.org/officeDocument/2006/relationships/notesMaster" Target="/ppt/notesMasters/notesMaster1.xml" Id="Rb6ccff5f5aa940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158f2cb4eb400a" /><Relationship Type="http://schemas.openxmlformats.org/officeDocument/2006/relationships/notesMaster" Target="/ppt/notesMasters/notesMaster1.xml" Id="R07af33a2966843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857a1ed7e741d6" /><Relationship Type="http://schemas.openxmlformats.org/officeDocument/2006/relationships/notesMaster" Target="/ppt/notesMasters/notesMaster1.xml" Id="Red4d695b822944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73cb7ba4334821" /><Relationship Type="http://schemas.openxmlformats.org/officeDocument/2006/relationships/notesMaster" Target="/ppt/notesMasters/notesMaster1.xml" Id="Re25fb62b41e447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046e73c1614fde" /><Relationship Type="http://schemas.openxmlformats.org/officeDocument/2006/relationships/notesMaster" Target="/ppt/notesMasters/notesMaster1.xml" Id="R91f3b292487b43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0e817db02845fc" /><Relationship Type="http://schemas.openxmlformats.org/officeDocument/2006/relationships/notesMaster" Target="/ppt/notesMasters/notesMaster1.xml" Id="R755f18d0f34048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e118640c742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f4feed40aa40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84da223ba40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1ce5bee2f4e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21af9a6c64b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f80f4b96341a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977160bf5468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e2e1b5bef48f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33188810b45a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95f3cb21d449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684a2d6b14af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23698ea5b404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096546e5246a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265bc3c3c4b1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73fc7922b446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4e5d460bc4c7d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1faab6f5194c49" /><Relationship Type="http://schemas.openxmlformats.org/officeDocument/2006/relationships/slideLayout" Target="/ppt/slideLayouts/slideLayout1.xml" Id="R6ebd689c2a3a477c" /><Relationship Type="http://schemas.openxmlformats.org/officeDocument/2006/relationships/slideLayout" Target="/ppt/slideLayouts/slideLayout2.xml" Id="Rbf8dc7fa7b134cde" /><Relationship Type="http://schemas.openxmlformats.org/officeDocument/2006/relationships/slideLayout" Target="/ppt/slideLayouts/slideLayout3.xml" Id="Re68d0acc995241f9" /><Relationship Type="http://schemas.openxmlformats.org/officeDocument/2006/relationships/slideLayout" Target="/ppt/slideLayouts/slideLayout4.xml" Id="R4532632a991a41ef" /><Relationship Type="http://schemas.openxmlformats.org/officeDocument/2006/relationships/slideLayout" Target="/ppt/slideLayouts/slideLayout5.xml" Id="R383fd45b15e14bb2" /><Relationship Type="http://schemas.openxmlformats.org/officeDocument/2006/relationships/slideLayout" Target="/ppt/slideLayouts/slideLayout6.xml" Id="Rbf963a94a7ff4b7f" /><Relationship Type="http://schemas.openxmlformats.org/officeDocument/2006/relationships/slideLayout" Target="/ppt/slideLayouts/slideLayout7.xml" Id="R20f73fc41bb94a4d" /><Relationship Type="http://schemas.openxmlformats.org/officeDocument/2006/relationships/slideLayout" Target="/ppt/slideLayouts/slideLayout8.xml" Id="R894889ed837b4a97" /><Relationship Type="http://schemas.openxmlformats.org/officeDocument/2006/relationships/slideLayout" Target="/ppt/slideLayouts/slideLayout9.xml" Id="R9e93c9242d2f4fc3" /><Relationship Type="http://schemas.openxmlformats.org/officeDocument/2006/relationships/slideLayout" Target="/ppt/slideLayouts/slideLayout10.xml" Id="Rdf056ce2fa674d00" /><Relationship Type="http://schemas.openxmlformats.org/officeDocument/2006/relationships/slideLayout" Target="/ppt/slideLayouts/slideLayout11.xml" Id="R7751a9a8fa244fd9" /><Relationship Type="http://schemas.openxmlformats.org/officeDocument/2006/relationships/slideLayout" Target="/ppt/slideLayouts/slideLayout12.xml" Id="R22258d732bb94c4e" /><Relationship Type="http://schemas.openxmlformats.org/officeDocument/2006/relationships/slideLayout" Target="/ppt/slideLayouts/slideLayout13.xml" Id="Rcde3abd99a8e42bd" /><Relationship Type="http://schemas.openxmlformats.org/officeDocument/2006/relationships/slideLayout" Target="/ppt/slideLayouts/slideLayout14.xml" Id="Re59d8a00e6274c67" /><Relationship Type="http://schemas.openxmlformats.org/officeDocument/2006/relationships/slideLayout" Target="/ppt/slideLayouts/slideLayout15.xml" Id="Re8370b94afe541b2" /><Relationship Type="http://schemas.openxmlformats.org/officeDocument/2006/relationships/slideLayout" Target="/ppt/slideLayouts/slideLayout16.xml" Id="R9256a4f5f5eb420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d689c2a3a477c"/>
    <p:sldLayoutId xmlns:r="http://schemas.openxmlformats.org/officeDocument/2006/relationships" id="2147483650" r:id="Rbf8dc7fa7b134cde"/>
    <p:sldLayoutId xmlns:r="http://schemas.openxmlformats.org/officeDocument/2006/relationships" id="2147483651" r:id="Re68d0acc995241f9"/>
    <p:sldLayoutId xmlns:r="http://schemas.openxmlformats.org/officeDocument/2006/relationships" id="2147483652" r:id="R4532632a991a41ef"/>
    <p:sldLayoutId xmlns:r="http://schemas.openxmlformats.org/officeDocument/2006/relationships" id="2147483653" r:id="R383fd45b15e14bb2"/>
    <p:sldLayoutId xmlns:r="http://schemas.openxmlformats.org/officeDocument/2006/relationships" id="2147483654" r:id="Rbf963a94a7ff4b7f"/>
    <p:sldLayoutId xmlns:r="http://schemas.openxmlformats.org/officeDocument/2006/relationships" id="2147483655" r:id="R20f73fc41bb94a4d"/>
    <p:sldLayoutId xmlns:r="http://schemas.openxmlformats.org/officeDocument/2006/relationships" id="2147483656" r:id="R894889ed837b4a97"/>
    <p:sldLayoutId xmlns:r="http://schemas.openxmlformats.org/officeDocument/2006/relationships" id="2147483657" r:id="R9e93c9242d2f4fc3"/>
    <p:sldLayoutId xmlns:r="http://schemas.openxmlformats.org/officeDocument/2006/relationships" id="2147483658" r:id="Rdf056ce2fa674d00"/>
    <p:sldLayoutId xmlns:r="http://schemas.openxmlformats.org/officeDocument/2006/relationships" id="2147483659" r:id="R7751a9a8fa244fd9"/>
    <p:sldLayoutId xmlns:r="http://schemas.openxmlformats.org/officeDocument/2006/relationships" id="2147483660" r:id="R22258d732bb94c4e"/>
    <p:sldLayoutId xmlns:r="http://schemas.openxmlformats.org/officeDocument/2006/relationships" id="2147483661" r:id="Rcde3abd99a8e42bd"/>
    <p:sldLayoutId xmlns:r="http://schemas.openxmlformats.org/officeDocument/2006/relationships" id="2147483662" r:id="Re59d8a00e6274c67"/>
    <p:sldLayoutId xmlns:r="http://schemas.openxmlformats.org/officeDocument/2006/relationships" id="2147483663" r:id="Re8370b94afe541b2"/>
    <p:sldLayoutId xmlns:r="http://schemas.openxmlformats.org/officeDocument/2006/relationships" id="2147483664" r:id="R9256a4f5f5eb4203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1321cf69644ec" /><Relationship Type="http://schemas.openxmlformats.org/officeDocument/2006/relationships/notesSlide" Target="/ppt/notesSlides/notesSlide1.xml" Id="Rdca81ceec1994f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4766c0d2ff7480e" /><Relationship Type="http://schemas.openxmlformats.org/officeDocument/2006/relationships/image" Target="/ppt/media/image.png" Id="Rf6deaaf3c79841b5" /><Relationship Type="http://schemas.openxmlformats.org/officeDocument/2006/relationships/image" Target="/ppt/media/image2.png" Id="R0ea8a1a00eaf41f2" /><Relationship Type="http://schemas.openxmlformats.org/officeDocument/2006/relationships/notesSlide" Target="/ppt/notesSlides/notesSlide2.xml" Id="R591f18039c4c4a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6400af85ecf4be6" /><Relationship Type="http://schemas.openxmlformats.org/officeDocument/2006/relationships/image" Target="/ppt/media/image3.png" Id="Re4d7ae666cc24c0e" /><Relationship Type="http://schemas.openxmlformats.org/officeDocument/2006/relationships/image" Target="/ppt/media/image4.png" Id="R209eaa0fa1ce4654" /><Relationship Type="http://schemas.openxmlformats.org/officeDocument/2006/relationships/notesSlide" Target="/ppt/notesSlides/notesSlide3.xml" Id="Rbcc6c475866442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aad40f4fa8c41ee" /><Relationship Type="http://schemas.openxmlformats.org/officeDocument/2006/relationships/image" Target="/ppt/media/image5.png" Id="Rb42fa8bd88244b60" /><Relationship Type="http://schemas.openxmlformats.org/officeDocument/2006/relationships/notesSlide" Target="/ppt/notesSlides/notesSlide4.xml" Id="R4881dc1e76ea4b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2152e72f530457b" /><Relationship Type="http://schemas.openxmlformats.org/officeDocument/2006/relationships/image" Target="/ppt/media/image6.png" Id="R61483a9d1d944615" /><Relationship Type="http://schemas.openxmlformats.org/officeDocument/2006/relationships/image" Target="/ppt/media/image7.png" Id="R3c3e8de168434097" /><Relationship Type="http://schemas.openxmlformats.org/officeDocument/2006/relationships/notesSlide" Target="/ppt/notesSlides/notesSlide5.xml" Id="R18b73c479df649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3cca4e4e9d34b52" /><Relationship Type="http://schemas.openxmlformats.org/officeDocument/2006/relationships/image" Target="/ppt/media/image3.png" Id="Rf1a06fefad924b12" /><Relationship Type="http://schemas.openxmlformats.org/officeDocument/2006/relationships/notesSlide" Target="/ppt/notesSlides/notesSlide6.xml" Id="R64c70b30c6cb46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94b10bb152d4884" /><Relationship Type="http://schemas.openxmlformats.org/officeDocument/2006/relationships/image" Target="/ppt/media/image8.png" Id="R96b59c42128b470b" /><Relationship Type="http://schemas.openxmlformats.org/officeDocument/2006/relationships/notesSlide" Target="/ppt/notesSlides/notesSlide7.xml" Id="Rbe7e96c5da2c47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e092606035d4bc8" /><Relationship Type="http://schemas.openxmlformats.org/officeDocument/2006/relationships/image" Target="/ppt/media/image9.png" Id="R1f06cb7ed82a41d3" /><Relationship Type="http://schemas.openxmlformats.org/officeDocument/2006/relationships/notesSlide" Target="/ppt/notesSlides/notesSlide8.xml" Id="R294d04a88fba4c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189f8da5e944287" /><Relationship Type="http://schemas.openxmlformats.org/officeDocument/2006/relationships/image" Target="/ppt/media/image9.png" Id="R27ef89be5a2048e2" /><Relationship Type="http://schemas.openxmlformats.org/officeDocument/2006/relationships/notesSlide" Target="/ppt/notesSlides/notesSlide9.xml" Id="R7b9f639761cc4b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Δομή Διακλάδωσης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2AF08A0E-5ABA-40E6-8573-FA68733F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A.7.M10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f6deaaf3c79841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F0228296-E8CF-492D-8765-E3F6BE3B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6C94BE27-2870-4348-88B5-4981B7A5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αναγνωρίζουμε όριο χρέωσης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υπολογίζουμε διαφορετικά τμήματα ποσότητας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if-else σε πραγματικό πρόβλημα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ελέγχουμε την οριακή τιμή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8a1a00eaf41f2"/>
          <a:stretch xmlns:a="http://schemas.openxmlformats.org/drawingml/2006/main"/>
        </p:blipFill>
        <p:spPr>
          <a:xfrm xmlns:a="http://schemas.openxmlformats.org/drawingml/2006/main">
            <a:off x="7524750" y="2503350"/>
            <a:ext cx="3333750" cy="1756049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2F127F68-64F1-4FFE-8416-1ABBA3DA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Διακλάδωση με δύο τρόπους υπολογισμού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Πρόβλημα με όριο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7ae666cc2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AC1B79AC-843E-46AC-BC7A-341FD539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631F08D7-5E6B-4C40-ADA1-EAA057AE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Μέχρι 40 ώρες η αμοιβή είναι 15 € ανά ώρα.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ώρες πάνω από 40 πληρώνονται 20 € ανά ώρα. Η συνθήκη ελέγχει αν υπάρχουν υπερωρίες.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eaa0fa1ce4654"/>
          <a:stretch xmlns:a="http://schemas.openxmlformats.org/drawingml/2006/main"/>
        </p:blipFill>
        <p:spPr>
          <a:xfrm xmlns:a="http://schemas.openxmlformats.org/drawingml/2006/main">
            <a:off x="6191250" y="2262148"/>
            <a:ext cx="4810125" cy="2533728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43A2036C-F10A-41A6-838A-962E08F8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Διακλάδωση με δύο τρόπους υπολογισμού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Χωρισμός της ποσότητας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fa8bd88244b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395D6A77-3F3D-4776-8F2D-220F73CE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FD548E7B-BD4A-4E6B-9FD3-DE1DBD9D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Αν hours&lt;=40, όλες οι ώρες έχουν την κανονική τιμή.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Αν hours&gt;40, οι πρώτες 40 ώρες πληρώνονται κανονικά και μόνο οι υπόλοιπες ως υπερωρίες.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1C6DFC35-6B62-45C6-B453-D530637E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C14DF384-3818-4A6C-9CC1-DE1E89E0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regular = 40 * 15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overtime = (hours - 40) * 20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Κώδικας υπολογισμού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83a9d1d9446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e8de1684340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0323F23C-B2CA-4CE4-A348-0E74343F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A2E20662-C9A9-4537-A729-30D7DE65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τύπος κάθε κλάδου πρέπει να καλύπτει ακριβώς τις ώρες της αντίστοιχης κατηγορίας.</a:t>
            </a:r>
          </a:p>
        </p:txBody>
      </p:sp>
      <p:sp>
        <p:nvSpPr>
          <p:cNvPr id="9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2E634C8F-BD6C-488C-A7EC-646571F7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10" name="Code 5">
            <a:extLst xmlns:a="http://schemas.openxmlformats.org/drawingml/2006/main">
              <a:ext uri="{FF2B5EF4-FFF2-40B4-BE49-F238E27FC236}">
                <a16:creationId xmlns:a16="http://schemas.microsoft.com/office/drawing/2014/main" id="{4372F068-7215-4C64-907F-00F73227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hours &lt;= 40: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salary = hours * 15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else: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salary = 40*15 + (hours-40)*20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print(salary)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Συχνό λάθος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06fefad924b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F35195AC-2AE2-4F67-9B40-4C6C5D18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6384994E-5689-4C28-A57F-EAEE29AA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Δεν πολλαπλασιάζουμε όλες τις ώρες με 20 όταν υπάρχουν υπερωρίες.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υψηλότερη τιμή αφορά μόνο το μέρος πάνω από το όριο.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0811D0A0-332D-49C6-AE56-B3C60D04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7E1FC104-E064-4B7D-81EE-CD5243D2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Λάθος: salary = hours * 20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Σωστό: salary = 40*15 + (hours-40)*20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Έλεγχος ορίου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0517DF72-6255-498A-960C-F5875502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7BCFC66A-7056-4156-AD40-B738FA77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Δοκιμάζουμε 39, 40 και 41 ώρες.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Έτσι ελέγχουμε τον κανονικό κλάδο, την ακριβή οριακή τιμή και την πρώτη ώρα υπερωρίας.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59c42128b470b"/>
          <a:stretch xmlns:a="http://schemas.openxmlformats.org/drawingml/2006/main"/>
        </p:blipFill>
        <p:spPr>
          <a:xfrm xmlns:a="http://schemas.openxmlformats.org/drawingml/2006/main">
            <a:off x="6620212" y="1695450"/>
            <a:ext cx="3952202" cy="3667125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43D13BA4-806F-4D88-90EF-BB130518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Έλεγχος συνθήκης με έναν κλάδο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6cb7ed82a41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A.7.M10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7970F328-6EB5-4526-A8A2-97E7EDD7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5C27FB01-59A2-4569-8373-73DC686D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Δραστηριότητα 1: πρόγραμμα υπολογισμού εβδομαδιαίου μισθού με υπερωρίες.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f89be5a2048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A.7.M10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3801E5DB-C078-4D73-BED0-9784DCA7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8FB941C7-9FB8-4017-9F8B-92F0F753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4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2026-09-26T08:26:45.2100000Z</dcterms:created>
  <dcterms:modified xsi:type="dcterms:W3CDTF">2026-09-26T08:26:45.2100000Z</dcterms:modified>
</coreProperties>
</file>