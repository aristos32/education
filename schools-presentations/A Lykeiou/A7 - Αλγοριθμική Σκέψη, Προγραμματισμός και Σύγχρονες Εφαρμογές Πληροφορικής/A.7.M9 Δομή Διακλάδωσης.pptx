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4e0c6731904159" /><Relationship Type="http://schemas.openxmlformats.org/officeDocument/2006/relationships/extended-properties" Target="/docProps/app.xml" Id="R4cb9909cfb0c4cdc" /><Relationship Type="http://schemas.openxmlformats.org/officeDocument/2006/relationships/officeDocument" Target="/ppt/presentation.xml" Id="R5849ecd240df4f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f193163624bd9"/>
  </p:sldMasterIdLst>
  <p:notesMasterIdLst>
    <p:notesMasterId xmlns:r="http://schemas.openxmlformats.org/officeDocument/2006/relationships" r:id="Rccf9630b249a4d0a"/>
  </p:notesMasterIdLst>
  <p:sldIdLst>
    <p:sldId xmlns:r="http://schemas.openxmlformats.org/officeDocument/2006/relationships" id="256" r:id="R957b2985a0934143"/>
    <p:sldId xmlns:r="http://schemas.openxmlformats.org/officeDocument/2006/relationships" id="257" r:id="R114649afa0634485"/>
    <p:sldId xmlns:r="http://schemas.openxmlformats.org/officeDocument/2006/relationships" id="258" r:id="R8987a34b6ef94eee"/>
    <p:sldId xmlns:r="http://schemas.openxmlformats.org/officeDocument/2006/relationships" id="259" r:id="R8267d75232fe4240"/>
    <p:sldId xmlns:r="http://schemas.openxmlformats.org/officeDocument/2006/relationships" id="260" r:id="Re22463d43bab4a74"/>
    <p:sldId xmlns:r="http://schemas.openxmlformats.org/officeDocument/2006/relationships" id="261" r:id="R8397607dc6b34a73"/>
    <p:sldId xmlns:r="http://schemas.openxmlformats.org/officeDocument/2006/relationships" id="262" r:id="R12b7561ff6bf4416"/>
    <p:sldId xmlns:r="http://schemas.openxmlformats.org/officeDocument/2006/relationships" id="263" r:id="R20de96ec28264aad"/>
    <p:sldId xmlns:r="http://schemas.openxmlformats.org/officeDocument/2006/relationships" id="264" r:id="R9d7b2b79cd7848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bdd1b55d9041f0" /><Relationship Type="http://schemas.openxmlformats.org/officeDocument/2006/relationships/slideMaster" Target="/ppt/slideMasters/slideMaster1.xml" Id="Ra82f193163624bd9" /><Relationship Type="http://schemas.openxmlformats.org/officeDocument/2006/relationships/notesMaster" Target="/ppt/notesMasters/notesMaster1.xml" Id="Rccf9630b249a4d0a" /><Relationship Type="http://schemas.openxmlformats.org/officeDocument/2006/relationships/presProps" Target="/ppt/presProps.xml" Id="Ref4310d1544c4c4f" /><Relationship Type="http://schemas.openxmlformats.org/officeDocument/2006/relationships/viewProps" Target="/ppt/viewProps.xml" Id="Ra3d41294f0ae4e2a" /><Relationship Type="http://schemas.openxmlformats.org/officeDocument/2006/relationships/tableStyles" Target="/ppt/tableStyles.xml" Id="R82106d52b2404dde" /><Relationship Type="http://schemas.openxmlformats.org/officeDocument/2006/relationships/slide" Target="/ppt/slides/slide1.xml" Id="R957b2985a0934143" /><Relationship Type="http://schemas.openxmlformats.org/officeDocument/2006/relationships/slide" Target="/ppt/slides/slide2.xml" Id="R114649afa0634485" /><Relationship Type="http://schemas.openxmlformats.org/officeDocument/2006/relationships/slide" Target="/ppt/slides/slide3.xml" Id="R8987a34b6ef94eee" /><Relationship Type="http://schemas.openxmlformats.org/officeDocument/2006/relationships/slide" Target="/ppt/slides/slide4.xml" Id="R8267d75232fe4240" /><Relationship Type="http://schemas.openxmlformats.org/officeDocument/2006/relationships/slide" Target="/ppt/slides/slide5.xml" Id="Re22463d43bab4a74" /><Relationship Type="http://schemas.openxmlformats.org/officeDocument/2006/relationships/slide" Target="/ppt/slides/slide6.xml" Id="R8397607dc6b34a73" /><Relationship Type="http://schemas.openxmlformats.org/officeDocument/2006/relationships/slide" Target="/ppt/slides/slide7.xml" Id="R12b7561ff6bf4416" /><Relationship Type="http://schemas.openxmlformats.org/officeDocument/2006/relationships/slide" Target="/ppt/slides/slide8.xml" Id="R20de96ec28264aad" /><Relationship Type="http://schemas.openxmlformats.org/officeDocument/2006/relationships/slide" Target="/ppt/slides/slide9.xml" Id="R9d7b2b79cd7848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2eac8bc63b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c094d52f804840" /><Relationship Type="http://schemas.openxmlformats.org/officeDocument/2006/relationships/notesMaster" Target="/ppt/notesMasters/notesMaster1.xml" Id="Rb849c95c6a584a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7b7e60f1b7409a" /><Relationship Type="http://schemas.openxmlformats.org/officeDocument/2006/relationships/notesMaster" Target="/ppt/notesMasters/notesMaster1.xml" Id="R826b398cc5954b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adf067e9ad404d" /><Relationship Type="http://schemas.openxmlformats.org/officeDocument/2006/relationships/notesMaster" Target="/ppt/notesMasters/notesMaster1.xml" Id="Rf4829831e99547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04360350c4202" /><Relationship Type="http://schemas.openxmlformats.org/officeDocument/2006/relationships/notesMaster" Target="/ppt/notesMasters/notesMaster1.xml" Id="R147610c5c14b4e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99b4073ad949c2" /><Relationship Type="http://schemas.openxmlformats.org/officeDocument/2006/relationships/notesMaster" Target="/ppt/notesMasters/notesMaster1.xml" Id="Re01883bf5b4c42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0c544dc77f4f46" /><Relationship Type="http://schemas.openxmlformats.org/officeDocument/2006/relationships/notesMaster" Target="/ppt/notesMasters/notesMaster1.xml" Id="R7c0ebbddb9da42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81449a20d047d8" /><Relationship Type="http://schemas.openxmlformats.org/officeDocument/2006/relationships/notesMaster" Target="/ppt/notesMasters/notesMaster1.xml" Id="R5cc967cc60f440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008c35b3f49c1" /><Relationship Type="http://schemas.openxmlformats.org/officeDocument/2006/relationships/notesMaster" Target="/ppt/notesMasters/notesMaster1.xml" Id="R73fcdcaf58374b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516d6a6cfb4439" /><Relationship Type="http://schemas.openxmlformats.org/officeDocument/2006/relationships/notesMaster" Target="/ppt/notesMasters/notesMaster1.xml" Id="R531ae6fe640c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0ac4ed92642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700c3700848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6156ffb7748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ca5abe34f45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80b1ce4be45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abc0e4b8b45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1af94d68142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c8110d4184d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bcedfec70493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fb57227854c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3e2a0c08b4c4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de4eca150415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1227603294c8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2c9cbb7a94c7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7fde5c23b4fc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052b3431d464f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7f6c0fb5d24081" /><Relationship Type="http://schemas.openxmlformats.org/officeDocument/2006/relationships/slideLayout" Target="/ppt/slideLayouts/slideLayout1.xml" Id="R00fe1bc323fb4027" /><Relationship Type="http://schemas.openxmlformats.org/officeDocument/2006/relationships/slideLayout" Target="/ppt/slideLayouts/slideLayout2.xml" Id="R57f4fd9852ba4955" /><Relationship Type="http://schemas.openxmlformats.org/officeDocument/2006/relationships/slideLayout" Target="/ppt/slideLayouts/slideLayout3.xml" Id="R866e4ace428045df" /><Relationship Type="http://schemas.openxmlformats.org/officeDocument/2006/relationships/slideLayout" Target="/ppt/slideLayouts/slideLayout4.xml" Id="R739f960b99214f92" /><Relationship Type="http://schemas.openxmlformats.org/officeDocument/2006/relationships/slideLayout" Target="/ppt/slideLayouts/slideLayout5.xml" Id="R3ee96c233d4d4e2b" /><Relationship Type="http://schemas.openxmlformats.org/officeDocument/2006/relationships/slideLayout" Target="/ppt/slideLayouts/slideLayout6.xml" Id="Rebd9158c3ec54a6c" /><Relationship Type="http://schemas.openxmlformats.org/officeDocument/2006/relationships/slideLayout" Target="/ppt/slideLayouts/slideLayout7.xml" Id="R2701f4e0ec5641f6" /><Relationship Type="http://schemas.openxmlformats.org/officeDocument/2006/relationships/slideLayout" Target="/ppt/slideLayouts/slideLayout8.xml" Id="R09ac7d4b859c42a4" /><Relationship Type="http://schemas.openxmlformats.org/officeDocument/2006/relationships/slideLayout" Target="/ppt/slideLayouts/slideLayout9.xml" Id="R5f11f7ab44a84f7d" /><Relationship Type="http://schemas.openxmlformats.org/officeDocument/2006/relationships/slideLayout" Target="/ppt/slideLayouts/slideLayout10.xml" Id="Rabb73055edaf4b1a" /><Relationship Type="http://schemas.openxmlformats.org/officeDocument/2006/relationships/slideLayout" Target="/ppt/slideLayouts/slideLayout11.xml" Id="Re8afdabf6d9746d2" /><Relationship Type="http://schemas.openxmlformats.org/officeDocument/2006/relationships/slideLayout" Target="/ppt/slideLayouts/slideLayout12.xml" Id="Rbbd4b584db1c4a43" /><Relationship Type="http://schemas.openxmlformats.org/officeDocument/2006/relationships/slideLayout" Target="/ppt/slideLayouts/slideLayout13.xml" Id="R096df89528014002" /><Relationship Type="http://schemas.openxmlformats.org/officeDocument/2006/relationships/slideLayout" Target="/ppt/slideLayouts/slideLayout14.xml" Id="R4418d8d25c504cf9" /><Relationship Type="http://schemas.openxmlformats.org/officeDocument/2006/relationships/slideLayout" Target="/ppt/slideLayouts/slideLayout15.xml" Id="Rae2a343c3a324d72" /><Relationship Type="http://schemas.openxmlformats.org/officeDocument/2006/relationships/slideLayout" Target="/ppt/slideLayouts/slideLayout16.xml" Id="R84c6f9b3f1a2417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e1bc323fb4027"/>
    <p:sldLayoutId xmlns:r="http://schemas.openxmlformats.org/officeDocument/2006/relationships" id="2147483650" r:id="R57f4fd9852ba4955"/>
    <p:sldLayoutId xmlns:r="http://schemas.openxmlformats.org/officeDocument/2006/relationships" id="2147483651" r:id="R866e4ace428045df"/>
    <p:sldLayoutId xmlns:r="http://schemas.openxmlformats.org/officeDocument/2006/relationships" id="2147483652" r:id="R739f960b99214f92"/>
    <p:sldLayoutId xmlns:r="http://schemas.openxmlformats.org/officeDocument/2006/relationships" id="2147483653" r:id="R3ee96c233d4d4e2b"/>
    <p:sldLayoutId xmlns:r="http://schemas.openxmlformats.org/officeDocument/2006/relationships" id="2147483654" r:id="Rebd9158c3ec54a6c"/>
    <p:sldLayoutId xmlns:r="http://schemas.openxmlformats.org/officeDocument/2006/relationships" id="2147483655" r:id="R2701f4e0ec5641f6"/>
    <p:sldLayoutId xmlns:r="http://schemas.openxmlformats.org/officeDocument/2006/relationships" id="2147483656" r:id="R09ac7d4b859c42a4"/>
    <p:sldLayoutId xmlns:r="http://schemas.openxmlformats.org/officeDocument/2006/relationships" id="2147483657" r:id="R5f11f7ab44a84f7d"/>
    <p:sldLayoutId xmlns:r="http://schemas.openxmlformats.org/officeDocument/2006/relationships" id="2147483658" r:id="Rabb73055edaf4b1a"/>
    <p:sldLayoutId xmlns:r="http://schemas.openxmlformats.org/officeDocument/2006/relationships" id="2147483659" r:id="Re8afdabf6d9746d2"/>
    <p:sldLayoutId xmlns:r="http://schemas.openxmlformats.org/officeDocument/2006/relationships" id="2147483660" r:id="Rbbd4b584db1c4a43"/>
    <p:sldLayoutId xmlns:r="http://schemas.openxmlformats.org/officeDocument/2006/relationships" id="2147483661" r:id="R096df89528014002"/>
    <p:sldLayoutId xmlns:r="http://schemas.openxmlformats.org/officeDocument/2006/relationships" id="2147483662" r:id="R4418d8d25c504cf9"/>
    <p:sldLayoutId xmlns:r="http://schemas.openxmlformats.org/officeDocument/2006/relationships" id="2147483663" r:id="Rae2a343c3a324d72"/>
    <p:sldLayoutId xmlns:r="http://schemas.openxmlformats.org/officeDocument/2006/relationships" id="2147483664" r:id="R84c6f9b3f1a24176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d093c5db6427e" /><Relationship Type="http://schemas.openxmlformats.org/officeDocument/2006/relationships/notesSlide" Target="/ppt/notesSlides/notesSlide1.xml" Id="R6c95318b4c8d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48afe8693384cd5" /><Relationship Type="http://schemas.openxmlformats.org/officeDocument/2006/relationships/image" Target="/ppt/media/image.png" Id="R0f9857713c9e48f6" /><Relationship Type="http://schemas.openxmlformats.org/officeDocument/2006/relationships/image" Target="/ppt/media/image2.png" Id="R0d164734b8b64097" /><Relationship Type="http://schemas.openxmlformats.org/officeDocument/2006/relationships/notesSlide" Target="/ppt/notesSlides/notesSlide2.xml" Id="R1c920d204b8f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a808db8e7884dc2" /><Relationship Type="http://schemas.openxmlformats.org/officeDocument/2006/relationships/image" Target="/ppt/media/image3.png" Id="Rc474cf1cb75347fb" /><Relationship Type="http://schemas.openxmlformats.org/officeDocument/2006/relationships/image" Target="/ppt/media/image4.png" Id="R7f3117c2012d41b1" /><Relationship Type="http://schemas.openxmlformats.org/officeDocument/2006/relationships/notesSlide" Target="/ppt/notesSlides/notesSlide3.xml" Id="R360789d187f646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16ba952c1b9439b" /><Relationship Type="http://schemas.openxmlformats.org/officeDocument/2006/relationships/image" Target="/ppt/media/image5.png" Id="R265f7481bbe7445f" /><Relationship Type="http://schemas.openxmlformats.org/officeDocument/2006/relationships/notesSlide" Target="/ppt/notesSlides/notesSlide4.xml" Id="R07ff04fcd9db43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fc43074158c4c6e" /><Relationship Type="http://schemas.openxmlformats.org/officeDocument/2006/relationships/image" Target="/ppt/media/image6.png" Id="R84e0e0d874b5458f" /><Relationship Type="http://schemas.openxmlformats.org/officeDocument/2006/relationships/image" Target="/ppt/media/image7.png" Id="R3491c05d872f4fed" /><Relationship Type="http://schemas.openxmlformats.org/officeDocument/2006/relationships/notesSlide" Target="/ppt/notesSlides/notesSlide5.xml" Id="R7ff0daf3a18d46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93aad6db9644cb" /><Relationship Type="http://schemas.openxmlformats.org/officeDocument/2006/relationships/image" Target="/ppt/media/image3.png" Id="R00a4dd240af347c8" /><Relationship Type="http://schemas.openxmlformats.org/officeDocument/2006/relationships/notesSlide" Target="/ppt/notesSlides/notesSlide6.xml" Id="R8f5a9ae413554b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65de3ed04c04b46" /><Relationship Type="http://schemas.openxmlformats.org/officeDocument/2006/relationships/image" Target="/ppt/media/image8.png" Id="R4288ebd49c5d471a" /><Relationship Type="http://schemas.openxmlformats.org/officeDocument/2006/relationships/notesSlide" Target="/ppt/notesSlides/notesSlide7.xml" Id="Rb3096cfbc0fc4f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c61c2e8ede4d9a" /><Relationship Type="http://schemas.openxmlformats.org/officeDocument/2006/relationships/image" Target="/ppt/media/image9.png" Id="R66700a16aa1249c1" /><Relationship Type="http://schemas.openxmlformats.org/officeDocument/2006/relationships/notesSlide" Target="/ppt/notesSlides/notesSlide8.xml" Id="R020bebc64e9048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39684f1c864450" /><Relationship Type="http://schemas.openxmlformats.org/officeDocument/2006/relationships/image" Target="/ppt/media/image9.png" Id="Rf48974a66abc434f" /><Relationship Type="http://schemas.openxmlformats.org/officeDocument/2006/relationships/notesSlide" Target="/ppt/notesSlides/notesSlide9.xml" Id="R61e4a57283c24f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Διακλάδωσης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00489FBB-774B-4695-9C3F-13F03C0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A.7.M9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0f9857713c9e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8B32A4B6-6FF9-480A-A385-6C2C5C3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0485EBE6-02B7-4DF1-AF00-56775D6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μετατρέπουμε λογικό διάγραμμα σε Python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παρακολουθούμε αλλαγές μεταβλητών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εφαρμόζουμε προκαταρκτική εκτέλεση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ελέγχουμε και τα δύο αποτελέσματα μιας συνθήκης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64734b8b64097"/>
          <a:stretch xmlns:a="http://schemas.openxmlformats.org/drawingml/2006/main"/>
        </p:blipFill>
        <p:spPr>
          <a:xfrm xmlns:a="http://schemas.openxmlformats.org/drawingml/2006/main">
            <a:off x="7524750" y="2503350"/>
            <a:ext cx="3333750" cy="1756049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291D2203-9EA8-4D85-B216-8FF0B6B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Γενική μορφή διακλάδωσης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Απόφαση και δύο κλάδοι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4cf1cb75347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56E89029-454E-4C45-B815-504C14AD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00A17A79-ABFC-4499-B876-FFE06430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ρόμβος του λογικού διαγράμματος περιέχει τη συνθήκη.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έξοδος οδηγεί σε διαφορετικές εντολές και οι κλάδοι συναντώνται ξανά πριν από την έξοδο.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117c2012d41b1"/>
          <a:stretch xmlns:a="http://schemas.openxmlformats.org/drawingml/2006/main"/>
        </p:blipFill>
        <p:spPr>
          <a:xfrm xmlns:a="http://schemas.openxmlformats.org/drawingml/2006/main">
            <a:off x="6191250" y="2262148"/>
            <a:ext cx="4810125" cy="2533728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D052768A-048D-44F2-BE41-F6BB20EC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Γενική μορφή διακλάδωσης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Αλλαγή τιμών μεταβλητών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f7481bbe744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3C43D230-2064-44BB-9CF3-453C2580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A9F3C33E-D5FF-4871-8E9D-BF54F13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Μια εκχώρηση αντικαθιστά την προηγούμενη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επόμενες εντολές χρησιμοποιούν τη νέα τιμή, επομένως η σειρά των εντολών επηρεάζει το αποτέλεσμα.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4870BFCE-9FCD-4ED6-A246-F424F74A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E7F8941C-96AE-466B-85AD-48694B17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 = y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 = x + y*3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Μετατροπή σε κώδικα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0e0d874b5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1c05d872f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DE8C4591-C7A2-47DD-8148-E4CA854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F3E60127-BE1A-4106-9CEC-924481E1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Μεταφέρουμε τη συνθήκη από τον ρόμβο στο if. Οι εντολές του αληθούς κλάδου μπαίνουν μετά το if και του ψευδούς μετά το else.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29DE065-FE90-4938-9219-479FC90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1DCBB6D0-752B-4449-A351-B86799B1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x &gt;= y: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x = x * y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y = y - 3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x = y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y = x + y*3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74691"/>
          </a:bodyPr>
          <a:lstStyle xmlns:a="http://schemas.openxmlformats.org/drawingml/2006/main"/>
          <a:p xmlns:a="http://schemas.openxmlformats.org/drawingml/2006/main">
            <a:r>
              <a:t>Πίνακας προκαταρκτικής εκτέλεσης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4dd240af347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63C80200-3641-49E1-8B95-E4064898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F14D1E98-B36C-4146-888B-28606DE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Καταγράφουμε τις αρχικές τιμές, το αποτέλεσμα της συνθήκης και κάθε νέα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 μια μεταβλητή αλλάξει, χρησιμοποιούμε τη νέα τιμή στις επόμενες γραμμές.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0E065204-92B0-47C7-A7BC-5272821B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170F6528-624F-4757-A0B7-7517B85A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Αρχικές: x=2, y=5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x&gt;=y: False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x=5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y=20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οριακής τιμής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665F9FDC-A977-4D44-A527-6C8A0571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A48B0A44-7DC4-4756-91FA-FC09AC03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ισότητα περιλαμβάνεται στη συνθήκη x&gt;=y.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πλήρη έλεγχο δοκιμάζουμε x&gt;y, x&lt;y και x=y ώστε να επιβεβαιώσουμε τη σωστή διαδρομή.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8ebd49c5d471a"/>
          <a:stretch xmlns:a="http://schemas.openxmlformats.org/drawingml/2006/main"/>
        </p:blipFill>
        <p:spPr>
          <a:xfrm xmlns:a="http://schemas.openxmlformats.org/drawingml/2006/main">
            <a:off x="6620212" y="1695450"/>
            <a:ext cx="3952202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2FE82DE2-40B2-4907-B06A-7D74AA6B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Απόφαση και συνέχιση ροής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00a16aa12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A.7.M9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A173CBAF-AC01-4A35-99B7-8CF6D64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002C6E50-9FD7-46C1-B18C-5F1DD108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μετατροπή λογικού διαγράμματος και προκαταρκτική εκτέλεση για τρία ζεύγη τιμών.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974a66abc43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A.7.M9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CD281C86-31A2-432D-AC03-5E6EE773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13EA138C-85DE-4EE4-BFEB-5E4BC9AC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4–5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2026-09-26T08:26:41.9470000Z</dcterms:created>
  <dcterms:modified xsi:type="dcterms:W3CDTF">2026-09-26T08:26:41.9470000Z</dcterms:modified>
</coreProperties>
</file>