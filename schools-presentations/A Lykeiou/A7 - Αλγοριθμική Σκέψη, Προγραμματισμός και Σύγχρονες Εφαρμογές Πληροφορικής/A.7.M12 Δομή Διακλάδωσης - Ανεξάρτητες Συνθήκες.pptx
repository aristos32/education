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7b7b7104264670" /><Relationship Type="http://schemas.openxmlformats.org/officeDocument/2006/relationships/extended-properties" Target="/docProps/app.xml" Id="R0e3c5823d1414cfa" /><Relationship Type="http://schemas.openxmlformats.org/officeDocument/2006/relationships/officeDocument" Target="/ppt/presentation.xml" Id="R4171e2bc477f4e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fdf8fc130e4f2c"/>
  </p:sldMasterIdLst>
  <p:notesMasterIdLst>
    <p:notesMasterId xmlns:r="http://schemas.openxmlformats.org/officeDocument/2006/relationships" r:id="R45994b312c074034"/>
  </p:notesMasterIdLst>
  <p:sldIdLst>
    <p:sldId xmlns:r="http://schemas.openxmlformats.org/officeDocument/2006/relationships" id="256" r:id="R77d6c000a29e4b64"/>
    <p:sldId xmlns:r="http://schemas.openxmlformats.org/officeDocument/2006/relationships" id="257" r:id="R0158809eb59c4470"/>
    <p:sldId xmlns:r="http://schemas.openxmlformats.org/officeDocument/2006/relationships" id="258" r:id="R103318297f0640a0"/>
    <p:sldId xmlns:r="http://schemas.openxmlformats.org/officeDocument/2006/relationships" id="259" r:id="R9fe076d18c62488d"/>
    <p:sldId xmlns:r="http://schemas.openxmlformats.org/officeDocument/2006/relationships" id="260" r:id="Rf721f78916ac4263"/>
    <p:sldId xmlns:r="http://schemas.openxmlformats.org/officeDocument/2006/relationships" id="261" r:id="R0b87724caf254c95"/>
    <p:sldId xmlns:r="http://schemas.openxmlformats.org/officeDocument/2006/relationships" id="262" r:id="R2ee51e34c2694b0d"/>
    <p:sldId xmlns:r="http://schemas.openxmlformats.org/officeDocument/2006/relationships" id="263" r:id="R54644ac305c24866"/>
    <p:sldId xmlns:r="http://schemas.openxmlformats.org/officeDocument/2006/relationships" id="264" r:id="Rcbbd3fe04a8b41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a4b3d7bd024156" /><Relationship Type="http://schemas.openxmlformats.org/officeDocument/2006/relationships/slideMaster" Target="/ppt/slideMasters/slideMaster1.xml" Id="Re3fdf8fc130e4f2c" /><Relationship Type="http://schemas.openxmlformats.org/officeDocument/2006/relationships/notesMaster" Target="/ppt/notesMasters/notesMaster1.xml" Id="R45994b312c074034" /><Relationship Type="http://schemas.openxmlformats.org/officeDocument/2006/relationships/presProps" Target="/ppt/presProps.xml" Id="R2e65d215185348b0" /><Relationship Type="http://schemas.openxmlformats.org/officeDocument/2006/relationships/viewProps" Target="/ppt/viewProps.xml" Id="R69e27f0beefc4761" /><Relationship Type="http://schemas.openxmlformats.org/officeDocument/2006/relationships/tableStyles" Target="/ppt/tableStyles.xml" Id="R096233696aff43d4" /><Relationship Type="http://schemas.openxmlformats.org/officeDocument/2006/relationships/slide" Target="/ppt/slides/slide1.xml" Id="R77d6c000a29e4b64" /><Relationship Type="http://schemas.openxmlformats.org/officeDocument/2006/relationships/slide" Target="/ppt/slides/slide2.xml" Id="R0158809eb59c4470" /><Relationship Type="http://schemas.openxmlformats.org/officeDocument/2006/relationships/slide" Target="/ppt/slides/slide3.xml" Id="R103318297f0640a0" /><Relationship Type="http://schemas.openxmlformats.org/officeDocument/2006/relationships/slide" Target="/ppt/slides/slide4.xml" Id="R9fe076d18c62488d" /><Relationship Type="http://schemas.openxmlformats.org/officeDocument/2006/relationships/slide" Target="/ppt/slides/slide5.xml" Id="Rf721f78916ac4263" /><Relationship Type="http://schemas.openxmlformats.org/officeDocument/2006/relationships/slide" Target="/ppt/slides/slide6.xml" Id="R0b87724caf254c95" /><Relationship Type="http://schemas.openxmlformats.org/officeDocument/2006/relationships/slide" Target="/ppt/slides/slide7.xml" Id="R2ee51e34c2694b0d" /><Relationship Type="http://schemas.openxmlformats.org/officeDocument/2006/relationships/slide" Target="/ppt/slides/slide8.xml" Id="R54644ac305c24866" /><Relationship Type="http://schemas.openxmlformats.org/officeDocument/2006/relationships/slide" Target="/ppt/slides/slide9.xml" Id="Rcbbd3fe04a8b41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d1fd4a54834d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07a3e8c0a24918" /><Relationship Type="http://schemas.openxmlformats.org/officeDocument/2006/relationships/notesMaster" Target="/ppt/notesMasters/notesMaster1.xml" Id="Radab6ba668664d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fd13dab0fa4352" /><Relationship Type="http://schemas.openxmlformats.org/officeDocument/2006/relationships/notesMaster" Target="/ppt/notesMasters/notesMaster1.xml" Id="R73c348dd473b4c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520ce438054c36" /><Relationship Type="http://schemas.openxmlformats.org/officeDocument/2006/relationships/notesMaster" Target="/ppt/notesMasters/notesMaster1.xml" Id="R8c6ea4d383fd45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2f23a0060c46d5" /><Relationship Type="http://schemas.openxmlformats.org/officeDocument/2006/relationships/notesMaster" Target="/ppt/notesMasters/notesMaster1.xml" Id="R612000603eff4d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7b50b44c114762" /><Relationship Type="http://schemas.openxmlformats.org/officeDocument/2006/relationships/notesMaster" Target="/ppt/notesMasters/notesMaster1.xml" Id="R06fc01d4f6a540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aab9e6cbd04e0d" /><Relationship Type="http://schemas.openxmlformats.org/officeDocument/2006/relationships/notesMaster" Target="/ppt/notesMasters/notesMaster1.xml" Id="Ra7bd944d296144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84e398835c4bb0" /><Relationship Type="http://schemas.openxmlformats.org/officeDocument/2006/relationships/notesMaster" Target="/ppt/notesMasters/notesMaster1.xml" Id="R1430901a410543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edeb57fb984bdc" /><Relationship Type="http://schemas.openxmlformats.org/officeDocument/2006/relationships/notesMaster" Target="/ppt/notesMasters/notesMaster1.xml" Id="R60fd31a1f2a643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3abf784a4246bb" /><Relationship Type="http://schemas.openxmlformats.org/officeDocument/2006/relationships/notesMaster" Target="/ppt/notesMasters/notesMaster1.xml" Id="Rabee51f547894d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8656b14294d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4a892a66014a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0957d6a064f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dfb08b47941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4e9041afd49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e2ac81adb415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e0d523e9d3450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a791068eef43f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9d9ee12acb4da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3bd5042ff462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7bb7a33096403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2370e665ce4da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3595f643e3458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33457eae7450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7cd75f99d468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5a4fa2f0b49ee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207c815a3f4047" /><Relationship Type="http://schemas.openxmlformats.org/officeDocument/2006/relationships/slideLayout" Target="/ppt/slideLayouts/slideLayout1.xml" Id="R160fc9a1a9ae4543" /><Relationship Type="http://schemas.openxmlformats.org/officeDocument/2006/relationships/slideLayout" Target="/ppt/slideLayouts/slideLayout2.xml" Id="R804eb4c4c721478d" /><Relationship Type="http://schemas.openxmlformats.org/officeDocument/2006/relationships/slideLayout" Target="/ppt/slideLayouts/slideLayout3.xml" Id="R4f16a1130e5c4bac" /><Relationship Type="http://schemas.openxmlformats.org/officeDocument/2006/relationships/slideLayout" Target="/ppt/slideLayouts/slideLayout4.xml" Id="R0adee7ab36df4037" /><Relationship Type="http://schemas.openxmlformats.org/officeDocument/2006/relationships/slideLayout" Target="/ppt/slideLayouts/slideLayout5.xml" Id="Rfe343f6f84fc45c5" /><Relationship Type="http://schemas.openxmlformats.org/officeDocument/2006/relationships/slideLayout" Target="/ppt/slideLayouts/slideLayout6.xml" Id="Re8c677a370bb432b" /><Relationship Type="http://schemas.openxmlformats.org/officeDocument/2006/relationships/slideLayout" Target="/ppt/slideLayouts/slideLayout7.xml" Id="R7afdc6cdce714778" /><Relationship Type="http://schemas.openxmlformats.org/officeDocument/2006/relationships/slideLayout" Target="/ppt/slideLayouts/slideLayout8.xml" Id="R3f5a71558dda4ef6" /><Relationship Type="http://schemas.openxmlformats.org/officeDocument/2006/relationships/slideLayout" Target="/ppt/slideLayouts/slideLayout9.xml" Id="R7382ede9e1ed4f16" /><Relationship Type="http://schemas.openxmlformats.org/officeDocument/2006/relationships/slideLayout" Target="/ppt/slideLayouts/slideLayout10.xml" Id="Rd39abbe4bf45433f" /><Relationship Type="http://schemas.openxmlformats.org/officeDocument/2006/relationships/slideLayout" Target="/ppt/slideLayouts/slideLayout11.xml" Id="Rfe813866ff614972" /><Relationship Type="http://schemas.openxmlformats.org/officeDocument/2006/relationships/slideLayout" Target="/ppt/slideLayouts/slideLayout12.xml" Id="R0d4ce54b722c4744" /><Relationship Type="http://schemas.openxmlformats.org/officeDocument/2006/relationships/slideLayout" Target="/ppt/slideLayouts/slideLayout13.xml" Id="Rab89eb3b26aa4633" /><Relationship Type="http://schemas.openxmlformats.org/officeDocument/2006/relationships/slideLayout" Target="/ppt/slideLayouts/slideLayout14.xml" Id="R22851867dcb44ca8" /><Relationship Type="http://schemas.openxmlformats.org/officeDocument/2006/relationships/slideLayout" Target="/ppt/slideLayouts/slideLayout15.xml" Id="R9154674eba0a4640" /><Relationship Type="http://schemas.openxmlformats.org/officeDocument/2006/relationships/slideLayout" Target="/ppt/slideLayouts/slideLayout16.xml" Id="Racc086e1fd6b46e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0fc9a1a9ae4543"/>
    <p:sldLayoutId xmlns:r="http://schemas.openxmlformats.org/officeDocument/2006/relationships" id="2147483650" r:id="R804eb4c4c721478d"/>
    <p:sldLayoutId xmlns:r="http://schemas.openxmlformats.org/officeDocument/2006/relationships" id="2147483651" r:id="R4f16a1130e5c4bac"/>
    <p:sldLayoutId xmlns:r="http://schemas.openxmlformats.org/officeDocument/2006/relationships" id="2147483652" r:id="R0adee7ab36df4037"/>
    <p:sldLayoutId xmlns:r="http://schemas.openxmlformats.org/officeDocument/2006/relationships" id="2147483653" r:id="Rfe343f6f84fc45c5"/>
    <p:sldLayoutId xmlns:r="http://schemas.openxmlformats.org/officeDocument/2006/relationships" id="2147483654" r:id="Re8c677a370bb432b"/>
    <p:sldLayoutId xmlns:r="http://schemas.openxmlformats.org/officeDocument/2006/relationships" id="2147483655" r:id="R7afdc6cdce714778"/>
    <p:sldLayoutId xmlns:r="http://schemas.openxmlformats.org/officeDocument/2006/relationships" id="2147483656" r:id="R3f5a71558dda4ef6"/>
    <p:sldLayoutId xmlns:r="http://schemas.openxmlformats.org/officeDocument/2006/relationships" id="2147483657" r:id="R7382ede9e1ed4f16"/>
    <p:sldLayoutId xmlns:r="http://schemas.openxmlformats.org/officeDocument/2006/relationships" id="2147483658" r:id="Rd39abbe4bf45433f"/>
    <p:sldLayoutId xmlns:r="http://schemas.openxmlformats.org/officeDocument/2006/relationships" id="2147483659" r:id="Rfe813866ff614972"/>
    <p:sldLayoutId xmlns:r="http://schemas.openxmlformats.org/officeDocument/2006/relationships" id="2147483660" r:id="R0d4ce54b722c4744"/>
    <p:sldLayoutId xmlns:r="http://schemas.openxmlformats.org/officeDocument/2006/relationships" id="2147483661" r:id="Rab89eb3b26aa4633"/>
    <p:sldLayoutId xmlns:r="http://schemas.openxmlformats.org/officeDocument/2006/relationships" id="2147483662" r:id="R22851867dcb44ca8"/>
    <p:sldLayoutId xmlns:r="http://schemas.openxmlformats.org/officeDocument/2006/relationships" id="2147483663" r:id="R9154674eba0a4640"/>
    <p:sldLayoutId xmlns:r="http://schemas.openxmlformats.org/officeDocument/2006/relationships" id="2147483664" r:id="Racc086e1fd6b46e8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f9aac7ae3426e" /><Relationship Type="http://schemas.openxmlformats.org/officeDocument/2006/relationships/notesSlide" Target="/ppt/notesSlides/notesSlide1.xml" Id="R94cf6e773f6a45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781448512da4d91" /><Relationship Type="http://schemas.openxmlformats.org/officeDocument/2006/relationships/image" Target="/ppt/media/image.png" Id="R029bd2d50f014092" /><Relationship Type="http://schemas.openxmlformats.org/officeDocument/2006/relationships/notesSlide" Target="/ppt/notesSlides/notesSlide2.xml" Id="Re34c17a5df8a4a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f8b334722e54e96" /><Relationship Type="http://schemas.openxmlformats.org/officeDocument/2006/relationships/image" Target="/ppt/media/image2.png" Id="R72dbc11d4b1747f9" /><Relationship Type="http://schemas.openxmlformats.org/officeDocument/2006/relationships/notesSlide" Target="/ppt/notesSlides/notesSlide3.xml" Id="R5f212d0f913e4f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452a02c0bd348e8" /><Relationship Type="http://schemas.openxmlformats.org/officeDocument/2006/relationships/image" Target="/ppt/media/image3.png" Id="R002ee58418c14306" /><Relationship Type="http://schemas.openxmlformats.org/officeDocument/2006/relationships/image" Target="/ppt/media/image4.png" Id="Rf23e7e715e414ebc" /><Relationship Type="http://schemas.openxmlformats.org/officeDocument/2006/relationships/notesSlide" Target="/ppt/notesSlides/notesSlide4.xml" Id="Rb82ff5a5c1b246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056d3d557dd4411" /><Relationship Type="http://schemas.openxmlformats.org/officeDocument/2006/relationships/image" Target="/ppt/media/image5.png" Id="R936ac640aa8541cc" /><Relationship Type="http://schemas.openxmlformats.org/officeDocument/2006/relationships/image" Target="/ppt/media/image6.png" Id="Rd366422c21714dab" /><Relationship Type="http://schemas.openxmlformats.org/officeDocument/2006/relationships/image" Target="/ppt/media/image7.png" Id="Rd754a59c66bb4391" /><Relationship Type="http://schemas.openxmlformats.org/officeDocument/2006/relationships/notesSlide" Target="/ppt/notesSlides/notesSlide5.xml" Id="R7579231b20f743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5c655677f634399" /><Relationship Type="http://schemas.openxmlformats.org/officeDocument/2006/relationships/image" Target="/ppt/media/image2.png" Id="R880568d293f9463f" /><Relationship Type="http://schemas.openxmlformats.org/officeDocument/2006/relationships/notesSlide" Target="/ppt/notesSlides/notesSlide6.xml" Id="Rb542a9e070f342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2ab9ac077d54e25" /><Relationship Type="http://schemas.openxmlformats.org/officeDocument/2006/relationships/notesSlide" Target="/ppt/notesSlides/notesSlide7.xml" Id="R28b57168069049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bc38ec66e134e10" /><Relationship Type="http://schemas.openxmlformats.org/officeDocument/2006/relationships/image" Target="/ppt/media/image8.png" Id="R523ab563ee334ab6" /><Relationship Type="http://schemas.openxmlformats.org/officeDocument/2006/relationships/notesSlide" Target="/ppt/notesSlides/notesSlide8.xml" Id="Ra149a79ccec24d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712ceef68344e40" /><Relationship Type="http://schemas.openxmlformats.org/officeDocument/2006/relationships/image" Target="/ppt/media/image8.png" Id="R8c3e99c191c24ee5" /><Relationship Type="http://schemas.openxmlformats.org/officeDocument/2006/relationships/notesSlide" Target="/ppt/notesSlides/notesSlide9.xml" Id="Re16dca8a12b342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Δομή Διακλάδωσης - Ανεξάρτητες Συνθήκες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2E0CF155-4BDB-432D-BA0B-CFDBEEC3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A.7.M12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029bd2d50f0140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089B119B-5A8C-40A2-840D-65C4D286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A67875DE-9852-4A46-B26F-D4B62671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διακρίνουμε ανεξάρτητα if από if-else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εκτελούμε περισσότερους από έναν ελέγχους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μετατρέπουμε λογικό διάγραμμα σε κώδικα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παρακολουθούμε κάθε συνθήκη ξεχωριστά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BEA42D6D-A718-4E87-913F-C2F977D0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50EF4D34-12F0-4BE2-9E7A-A32F99BE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76475"/>
            <a:ext cx="3067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if x &gt; 100: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print(x)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if x == y or y &gt; 0: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print(y)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Ανεξάρτητες συνθήκες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bc11d4b1747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5481177A-4091-4666-8E2E-46ABC5B9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BA5E334D-D896-48C6-A3FF-6D42AE3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Σε διαδοχικές ανεξάρτητες if, το πρόγραμμα ελέγχει κάθε συνθήκη.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Μπορούν να εκτελεστούν καμία, μία ή περισσότερες ομάδες εντολών.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6E175535-5123-4B95-A3BE-2C9F1865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3408F4A2-8689-4C7A-B952-81C2B181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if x &gt; 100: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print(x)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if x == y or y &gt; 0: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print(y)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Διαφορά από if-else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ee58418c143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AAEF2371-D95E-4DBD-B835-CCD6C675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D30EBC32-92E5-4112-936D-1BB7A0B8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Στο if-else επιλέγεται ακριβώς ένας από δύο κλάδους.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Στις ανεξάρτητες if, ο δεύτερος έλεγχος πραγματοποιείται ακόμη και αν ο πρώτος ήταν True.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e7e715e414ebc"/>
          <a:stretch xmlns:a="http://schemas.openxmlformats.org/drawingml/2006/main"/>
        </p:blipFill>
        <p:spPr>
          <a:xfrm xmlns:a="http://schemas.openxmlformats.org/drawingml/2006/main">
            <a:off x="6620212" y="1695450"/>
            <a:ext cx="3952202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-caption">
            <a:extLst xmlns:a="http://schemas.openxmlformats.org/drawingml/2006/main">
              <a:ext uri="{FF2B5EF4-FFF2-40B4-BE49-F238E27FC236}">
                <a16:creationId xmlns:a16="http://schemas.microsoft.com/office/drawing/2014/main" id="{08C44992-4150-4288-A553-C91C1E2A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Μονός έλεγχος συνθήκης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Ροή εκτέλεσης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ac640aa8541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6422c21714d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1BF7F557-A68C-43EC-8C29-8FE6787E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B63547D4-30E5-4DBF-8745-065F7803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Μετά από κάθε if η ροή συνεχίζει στην επόμενη εντολή.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Στο λογικό διάγραμμα οι αποφάσεις εμφανίζονται η μία μετά την άλλη και δεν αποτελούν κλάδους της ίδιας επιλογής.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4a59c66bb4391"/>
          <a:stretch xmlns:a="http://schemas.openxmlformats.org/drawingml/2006/main"/>
        </p:blipFill>
        <p:spPr>
          <a:xfrm xmlns:a="http://schemas.openxmlformats.org/drawingml/2006/main">
            <a:off x="6191250" y="2262148"/>
            <a:ext cx="4810125" cy="2533728"/>
          </a:xfrm>
          <a:prstGeom xmlns:a="http://schemas.openxmlformats.org/drawingml/2006/main" prst="rect">
            <a:avLst/>
          </a:prstGeom>
        </p:spPr>
      </p:pic>
      <p:sp>
        <p:nvSpPr>
          <p:cNvPr id="10" name="-caption">
            <a:extLst xmlns:a="http://schemas.openxmlformats.org/drawingml/2006/main">
              <a:ext uri="{FF2B5EF4-FFF2-40B4-BE49-F238E27FC236}">
                <a16:creationId xmlns:a16="http://schemas.microsoft.com/office/drawing/2014/main" id="{5B787C66-1B15-4870-A8BC-B2254DF3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Σύγκριση με δομή δύο κλάδων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Προκαταρκτική εκτέλεση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568d293f946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4786AEA9-3D7E-4138-BD70-F30ED269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D66E5628-E433-4D09-AE7E-A27443A7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Για κάθε σύνολο τιμών καταγράφουμε ξεχωριστά το αποτέλεσμα κάθε συνθήκης και τι τυπώθηκε.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Δεν σταματάμε μετά τον πρώτο αληθή έλεγχο.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56300537-73FF-45E1-AE05-AB8533E5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82908ACD-5C56-456C-AC44-819C5CBE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x=200, y=-1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x&gt;100: True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x==y or y&gt;0: False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Πότε χρησιμοποιούνται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0C0C18F3-0A38-49D2-8406-F04159F4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71F067D5-B430-47C1-B7A6-86C32F8B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ανεξάρτητες συνθήκες ταιριάζουν όταν κάθε έλεγχος περιγράφει ξεχωριστή ενέργεια.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Αν οι επιλογές αλληλοαποκλείονται, προτιμούμε if-else ή if-elif-else.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B6C34F99-29C7-48FC-B958-6A62318F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0CD7F562-F8BC-41A7-92F6-9CC4EBB0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Πολλαπλές ενέργειες: ανεξάρτητα if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Μία κατηγορία: if-elif-else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ab563ee334a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A.7.M12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4476A039-63BF-44C9-9D80-390A4719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81334368-1A20-410B-BB8B-F8272B33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Δραστηριότητα 1: πρόγραμμα και προκαταρκτική εκτέλεση λογικού διαγράμματος με δύο ανεξάρτητους ελέγχους.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e99c191c24e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A.7.M12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94C7F0A6-9FE1-4DFF-9BBD-9146187B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D93B4A24-DCF3-4F3A-8F0B-FD6B434A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Επιπρόσθετη: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Για το σπίτι: 4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2026-09-26T08:26:51.8210000Z</dcterms:created>
  <dcterms:modified xsi:type="dcterms:W3CDTF">2026-09-26T08:26:51.8210000Z</dcterms:modified>
</coreProperties>
</file>