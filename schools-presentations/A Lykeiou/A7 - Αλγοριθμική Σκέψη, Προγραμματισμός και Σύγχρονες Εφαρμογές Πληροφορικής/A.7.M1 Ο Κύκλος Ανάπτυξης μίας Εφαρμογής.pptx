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0a8410f20f41b3" /><Relationship Type="http://schemas.openxmlformats.org/officeDocument/2006/relationships/extended-properties" Target="/docProps/app.xml" Id="Rdb599438dd83466c" /><Relationship Type="http://schemas.openxmlformats.org/officeDocument/2006/relationships/officeDocument" Target="/ppt/presentation.xml" Id="R6bb102e9784f4c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1c1f5a75ec4dcd"/>
  </p:sldMasterIdLst>
  <p:notesMasterIdLst>
    <p:notesMasterId xmlns:r="http://schemas.openxmlformats.org/officeDocument/2006/relationships" r:id="R38db1e10f9fd4bfb"/>
  </p:notesMasterIdLst>
  <p:sldIdLst>
    <p:sldId xmlns:r="http://schemas.openxmlformats.org/officeDocument/2006/relationships" id="256" r:id="R8236ceed54e9493f"/>
    <p:sldId xmlns:r="http://schemas.openxmlformats.org/officeDocument/2006/relationships" id="257" r:id="R962525ca07d84109"/>
    <p:sldId xmlns:r="http://schemas.openxmlformats.org/officeDocument/2006/relationships" id="258" r:id="R68007137ef9740e1"/>
    <p:sldId xmlns:r="http://schemas.openxmlformats.org/officeDocument/2006/relationships" id="259" r:id="R7c05d8b4b726413c"/>
    <p:sldId xmlns:r="http://schemas.openxmlformats.org/officeDocument/2006/relationships" id="260" r:id="Rfbf7e5a581254a59"/>
    <p:sldId xmlns:r="http://schemas.openxmlformats.org/officeDocument/2006/relationships" id="261" r:id="Rb65704969eaf4adf"/>
    <p:sldId xmlns:r="http://schemas.openxmlformats.org/officeDocument/2006/relationships" id="262" r:id="R7c71693779df45ba"/>
    <p:sldId xmlns:r="http://schemas.openxmlformats.org/officeDocument/2006/relationships" id="263" r:id="Ra9f801bb42684db8"/>
    <p:sldId xmlns:r="http://schemas.openxmlformats.org/officeDocument/2006/relationships" id="264" r:id="R2346ac11bf1c44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200731d91a46a8" /><Relationship Type="http://schemas.openxmlformats.org/officeDocument/2006/relationships/slideMaster" Target="/ppt/slideMasters/slideMaster1.xml" Id="R011c1f5a75ec4dcd" /><Relationship Type="http://schemas.openxmlformats.org/officeDocument/2006/relationships/notesMaster" Target="/ppt/notesMasters/notesMaster1.xml" Id="R38db1e10f9fd4bfb" /><Relationship Type="http://schemas.openxmlformats.org/officeDocument/2006/relationships/presProps" Target="/ppt/presProps.xml" Id="R269fd429f36d4fbe" /><Relationship Type="http://schemas.openxmlformats.org/officeDocument/2006/relationships/viewProps" Target="/ppt/viewProps.xml" Id="R0c8fb7c41d084248" /><Relationship Type="http://schemas.openxmlformats.org/officeDocument/2006/relationships/tableStyles" Target="/ppt/tableStyles.xml" Id="R7d5c90d77ea14ebc" /><Relationship Type="http://schemas.openxmlformats.org/officeDocument/2006/relationships/slide" Target="/ppt/slides/slide1.xml" Id="R8236ceed54e9493f" /><Relationship Type="http://schemas.openxmlformats.org/officeDocument/2006/relationships/slide" Target="/ppt/slides/slide2.xml" Id="R962525ca07d84109" /><Relationship Type="http://schemas.openxmlformats.org/officeDocument/2006/relationships/slide" Target="/ppt/slides/slide3.xml" Id="R68007137ef9740e1" /><Relationship Type="http://schemas.openxmlformats.org/officeDocument/2006/relationships/slide" Target="/ppt/slides/slide4.xml" Id="R7c05d8b4b726413c" /><Relationship Type="http://schemas.openxmlformats.org/officeDocument/2006/relationships/slide" Target="/ppt/slides/slide5.xml" Id="Rfbf7e5a581254a59" /><Relationship Type="http://schemas.openxmlformats.org/officeDocument/2006/relationships/slide" Target="/ppt/slides/slide6.xml" Id="Rb65704969eaf4adf" /><Relationship Type="http://schemas.openxmlformats.org/officeDocument/2006/relationships/slide" Target="/ppt/slides/slide7.xml" Id="R7c71693779df45ba" /><Relationship Type="http://schemas.openxmlformats.org/officeDocument/2006/relationships/slide" Target="/ppt/slides/slide8.xml" Id="Ra9f801bb42684db8" /><Relationship Type="http://schemas.openxmlformats.org/officeDocument/2006/relationships/slide" Target="/ppt/slides/slide9.xml" Id="R2346ac11bf1c44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30eb48c5044c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2cd2f2f7ff450d" /><Relationship Type="http://schemas.openxmlformats.org/officeDocument/2006/relationships/notesMaster" Target="/ppt/notesMasters/notesMaster1.xml" Id="R3f52b2c3b97149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f6d7bb95184e03" /><Relationship Type="http://schemas.openxmlformats.org/officeDocument/2006/relationships/notesMaster" Target="/ppt/notesMasters/notesMaster1.xml" Id="Rb336544c04a040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f298dd434946ff" /><Relationship Type="http://schemas.openxmlformats.org/officeDocument/2006/relationships/notesMaster" Target="/ppt/notesMasters/notesMaster1.xml" Id="R70d4a699ae3642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d6692c061540d7" /><Relationship Type="http://schemas.openxmlformats.org/officeDocument/2006/relationships/notesMaster" Target="/ppt/notesMasters/notesMaster1.xml" Id="Ra1bb913868b64b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e32e46c87b4f1c" /><Relationship Type="http://schemas.openxmlformats.org/officeDocument/2006/relationships/notesMaster" Target="/ppt/notesMasters/notesMaster1.xml" Id="Re115ca48308443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c05f4ee4dd4e9f" /><Relationship Type="http://schemas.openxmlformats.org/officeDocument/2006/relationships/notesMaster" Target="/ppt/notesMasters/notesMaster1.xml" Id="R1908edf191b74e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79a04f303e4e86" /><Relationship Type="http://schemas.openxmlformats.org/officeDocument/2006/relationships/notesMaster" Target="/ppt/notesMasters/notesMaster1.xml" Id="Rd72da67fc8b742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31b3e0a1c74e43" /><Relationship Type="http://schemas.openxmlformats.org/officeDocument/2006/relationships/notesMaster" Target="/ppt/notesMasters/notesMaster1.xml" Id="Rc13bdf1048e342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f15cfee63e46e1" /><Relationship Type="http://schemas.openxmlformats.org/officeDocument/2006/relationships/notesMaster" Target="/ppt/notesMasters/notesMaster1.xml" Id="Rc95fceed7abd47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b0e23f2c94f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5ed3dbc1f04b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a99ab876b4f5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1ff53233b44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6d45fb8d4446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4925a4f9948e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7f922494b43a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01fb63223457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eadf2a5c8473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710281df7d41d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320a1c516463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13c6e6884f421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ad9af4958b405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d1b1d384c471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bf168dd7549f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523f63a6cf4f5c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d50835e1c046b5" /><Relationship Type="http://schemas.openxmlformats.org/officeDocument/2006/relationships/slideLayout" Target="/ppt/slideLayouts/slideLayout1.xml" Id="Re24b2b38db3e4157" /><Relationship Type="http://schemas.openxmlformats.org/officeDocument/2006/relationships/slideLayout" Target="/ppt/slideLayouts/slideLayout2.xml" Id="Reb64cbd7810e4e9a" /><Relationship Type="http://schemas.openxmlformats.org/officeDocument/2006/relationships/slideLayout" Target="/ppt/slideLayouts/slideLayout3.xml" Id="R2cc9a11883014053" /><Relationship Type="http://schemas.openxmlformats.org/officeDocument/2006/relationships/slideLayout" Target="/ppt/slideLayouts/slideLayout4.xml" Id="R1a46480d6e1d47bd" /><Relationship Type="http://schemas.openxmlformats.org/officeDocument/2006/relationships/slideLayout" Target="/ppt/slideLayouts/slideLayout5.xml" Id="Re584d76626db4f95" /><Relationship Type="http://schemas.openxmlformats.org/officeDocument/2006/relationships/slideLayout" Target="/ppt/slideLayouts/slideLayout6.xml" Id="Rb7afc364084f4bba" /><Relationship Type="http://schemas.openxmlformats.org/officeDocument/2006/relationships/slideLayout" Target="/ppt/slideLayouts/slideLayout7.xml" Id="R728b844501d444b9" /><Relationship Type="http://schemas.openxmlformats.org/officeDocument/2006/relationships/slideLayout" Target="/ppt/slideLayouts/slideLayout8.xml" Id="R6d8ad800a3c74beb" /><Relationship Type="http://schemas.openxmlformats.org/officeDocument/2006/relationships/slideLayout" Target="/ppt/slideLayouts/slideLayout9.xml" Id="R44e9b410406e44d7" /><Relationship Type="http://schemas.openxmlformats.org/officeDocument/2006/relationships/slideLayout" Target="/ppt/slideLayouts/slideLayout10.xml" Id="R0a73a737660c4595" /><Relationship Type="http://schemas.openxmlformats.org/officeDocument/2006/relationships/slideLayout" Target="/ppt/slideLayouts/slideLayout11.xml" Id="R0d29026a0fe14f6b" /><Relationship Type="http://schemas.openxmlformats.org/officeDocument/2006/relationships/slideLayout" Target="/ppt/slideLayouts/slideLayout12.xml" Id="Re95e055d17fb427f" /><Relationship Type="http://schemas.openxmlformats.org/officeDocument/2006/relationships/slideLayout" Target="/ppt/slideLayouts/slideLayout13.xml" Id="R294b53f540e34b2f" /><Relationship Type="http://schemas.openxmlformats.org/officeDocument/2006/relationships/slideLayout" Target="/ppt/slideLayouts/slideLayout14.xml" Id="Rab6a684c7dd943c1" /><Relationship Type="http://schemas.openxmlformats.org/officeDocument/2006/relationships/slideLayout" Target="/ppt/slideLayouts/slideLayout15.xml" Id="Reb1985d3b79b412a" /><Relationship Type="http://schemas.openxmlformats.org/officeDocument/2006/relationships/slideLayout" Target="/ppt/slideLayouts/slideLayout16.xml" Id="Ra0bc8b532e84475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4b2b38db3e4157"/>
    <p:sldLayoutId xmlns:r="http://schemas.openxmlformats.org/officeDocument/2006/relationships" id="2147483650" r:id="Reb64cbd7810e4e9a"/>
    <p:sldLayoutId xmlns:r="http://schemas.openxmlformats.org/officeDocument/2006/relationships" id="2147483651" r:id="R2cc9a11883014053"/>
    <p:sldLayoutId xmlns:r="http://schemas.openxmlformats.org/officeDocument/2006/relationships" id="2147483652" r:id="R1a46480d6e1d47bd"/>
    <p:sldLayoutId xmlns:r="http://schemas.openxmlformats.org/officeDocument/2006/relationships" id="2147483653" r:id="Re584d76626db4f95"/>
    <p:sldLayoutId xmlns:r="http://schemas.openxmlformats.org/officeDocument/2006/relationships" id="2147483654" r:id="Rb7afc364084f4bba"/>
    <p:sldLayoutId xmlns:r="http://schemas.openxmlformats.org/officeDocument/2006/relationships" id="2147483655" r:id="R728b844501d444b9"/>
    <p:sldLayoutId xmlns:r="http://schemas.openxmlformats.org/officeDocument/2006/relationships" id="2147483656" r:id="R6d8ad800a3c74beb"/>
    <p:sldLayoutId xmlns:r="http://schemas.openxmlformats.org/officeDocument/2006/relationships" id="2147483657" r:id="R44e9b410406e44d7"/>
    <p:sldLayoutId xmlns:r="http://schemas.openxmlformats.org/officeDocument/2006/relationships" id="2147483658" r:id="R0a73a737660c4595"/>
    <p:sldLayoutId xmlns:r="http://schemas.openxmlformats.org/officeDocument/2006/relationships" id="2147483659" r:id="R0d29026a0fe14f6b"/>
    <p:sldLayoutId xmlns:r="http://schemas.openxmlformats.org/officeDocument/2006/relationships" id="2147483660" r:id="Re95e055d17fb427f"/>
    <p:sldLayoutId xmlns:r="http://schemas.openxmlformats.org/officeDocument/2006/relationships" id="2147483661" r:id="R294b53f540e34b2f"/>
    <p:sldLayoutId xmlns:r="http://schemas.openxmlformats.org/officeDocument/2006/relationships" id="2147483662" r:id="Rab6a684c7dd943c1"/>
    <p:sldLayoutId xmlns:r="http://schemas.openxmlformats.org/officeDocument/2006/relationships" id="2147483663" r:id="Reb1985d3b79b412a"/>
    <p:sldLayoutId xmlns:r="http://schemas.openxmlformats.org/officeDocument/2006/relationships" id="2147483664" r:id="Ra0bc8b532e844750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69ece141d41a0" /><Relationship Type="http://schemas.openxmlformats.org/officeDocument/2006/relationships/notesSlide" Target="/ppt/notesSlides/notesSlide1.xml" Id="R4aa0c780318648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681429dfa994d51" /><Relationship Type="http://schemas.openxmlformats.org/officeDocument/2006/relationships/image" Target="/ppt/media/image.png" Id="R6581fa00157d4643" /><Relationship Type="http://schemas.openxmlformats.org/officeDocument/2006/relationships/image" Target="/ppt/media/image2.png" Id="R73960061072f42c5" /><Relationship Type="http://schemas.openxmlformats.org/officeDocument/2006/relationships/notesSlide" Target="/ppt/notesSlides/notesSlide2.xml" Id="R5fefc2a37c794b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21b29eef0c64eb7" /><Relationship Type="http://schemas.openxmlformats.org/officeDocument/2006/relationships/image" Target="/ppt/media/image3.png" Id="R7d9d07bc6baf41b3" /><Relationship Type="http://schemas.openxmlformats.org/officeDocument/2006/relationships/image" Target="/ppt/media/image4.png" Id="R89991e21b5a64e21" /><Relationship Type="http://schemas.openxmlformats.org/officeDocument/2006/relationships/notesSlide" Target="/ppt/notesSlides/notesSlide3.xml" Id="Rc083d85b2a9d4d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34cc9adaad14dca" /><Relationship Type="http://schemas.openxmlformats.org/officeDocument/2006/relationships/image" Target="/ppt/media/image5.png" Id="R5c5885d62d2747dd" /><Relationship Type="http://schemas.openxmlformats.org/officeDocument/2006/relationships/notesSlide" Target="/ppt/notesSlides/notesSlide4.xml" Id="Re74e4b36b4e045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c9c3947b85948f5" /><Relationship Type="http://schemas.openxmlformats.org/officeDocument/2006/relationships/image" Target="/ppt/media/image6.png" Id="R0c4ac7ce25414d12" /><Relationship Type="http://schemas.openxmlformats.org/officeDocument/2006/relationships/image" Target="/ppt/media/image7.png" Id="R37134150f9b84f8b" /><Relationship Type="http://schemas.openxmlformats.org/officeDocument/2006/relationships/image" Target="/ppt/media/image8.png" Id="R84ef2859f60d48b1" /><Relationship Type="http://schemas.openxmlformats.org/officeDocument/2006/relationships/notesSlide" Target="/ppt/notesSlides/notesSlide5.xml" Id="Ra7eafaf1998d4d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a1047c3cf3f42e0" /><Relationship Type="http://schemas.openxmlformats.org/officeDocument/2006/relationships/image" Target="/ppt/media/image3.png" Id="Rd5b25cc5eee84097" /><Relationship Type="http://schemas.openxmlformats.org/officeDocument/2006/relationships/image" Target="/ppt/media/image9.png" Id="Rf5bc60fcfefa48bd" /><Relationship Type="http://schemas.openxmlformats.org/officeDocument/2006/relationships/notesSlide" Target="/ppt/notesSlides/notesSlide6.xml" Id="R341b3f56330e4d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220528a9d004aa8" /><Relationship Type="http://schemas.openxmlformats.org/officeDocument/2006/relationships/image" Target="/ppt/media/image10.png" Id="R3af61c8052c34eb2" /><Relationship Type="http://schemas.openxmlformats.org/officeDocument/2006/relationships/notesSlide" Target="/ppt/notesSlides/notesSlide7.xml" Id="R07504820616246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17baa48cedc492a" /><Relationship Type="http://schemas.openxmlformats.org/officeDocument/2006/relationships/image" Target="/ppt/media/image11.png" Id="Rf5c592bd90154547" /><Relationship Type="http://schemas.openxmlformats.org/officeDocument/2006/relationships/notesSlide" Target="/ppt/notesSlides/notesSlide8.xml" Id="R7c36bea967e24d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f691c8d638b447e" /><Relationship Type="http://schemas.openxmlformats.org/officeDocument/2006/relationships/image" Target="/ppt/media/image11.png" Id="Rab69d2096221403e" /><Relationship Type="http://schemas.openxmlformats.org/officeDocument/2006/relationships/notesSlide" Target="/ppt/notesSlides/notesSlide9.xml" Id="R498d381dde2f47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Ο Κύκλος Ανάπτυξης μίας Εφαρμογής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307A5C31-8011-4E47-893B-728246F3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A.7.M1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6581fa00157d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66553596-8B97-4AAA-9FC0-A19327B6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8751A8B6-6C0C-435C-9B75-C6DB877E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περιγράφουμε τις τέσσερις φάσεις ανάπτυξης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εξηγούμε τι είναι αλγόριθμος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αναγνωρίζουμε τρόπους αναπαράστασης αλγορίθμων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συνδέουμε αλγόριθμο, πρόγραμμα και γλώσσα προγραμματισμού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60061072f42c5"/>
          <a:stretch xmlns:a="http://schemas.openxmlformats.org/drawingml/2006/main"/>
        </p:blipFill>
        <p:spPr>
          <a:xfrm xmlns:a="http://schemas.openxmlformats.org/drawingml/2006/main">
            <a:off x="8112527" y="1952625"/>
            <a:ext cx="2158196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080174DC-F67C-47D4-BACC-CAC37852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48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Παράδειγμα λογικού διαγράμματος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96582"/>
          </a:bodyPr>
          <a:lstStyle xmlns:a="http://schemas.openxmlformats.org/drawingml/2006/main"/>
          <a:p xmlns:a="http://schemas.openxmlformats.org/drawingml/2006/main">
            <a:r>
              <a:t>Κύκλος ανάπτυξης εφαρμογής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d07bc6baf41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78F50B77-0AE1-4D5A-8592-E817FD52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B1C564A8-A854-4C46-9F9A-FF434F6D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1. Καθορισμός προβλήματος και δεδομένων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2. Δημιουργία αλγορίθμου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3. Κωδικοποίηση σε γλώσσα προγραμματισμού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4. Έλεγχος και διόρθωση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φάσεις επαναλαμβάνονται μέχρι το πρόγραμμα να δίνει σωστά αποτελέσματα.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91e21b5a64e21"/>
          <a:stretch xmlns:a="http://schemas.openxmlformats.org/drawingml/2006/main"/>
        </p:blipFill>
        <p:spPr>
          <a:xfrm xmlns:a="http://schemas.openxmlformats.org/drawingml/2006/main">
            <a:off x="7211470" y="1695450"/>
            <a:ext cx="2769685" cy="3667125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F197A49B-D589-4A8C-B442-C066FEE6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Παράδειγμα λογικού διαγράμματος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Αλγόριθμος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885d62d2747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59D7969E-20C9-4191-BA0B-0A0F852F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E0AD1501-7432-46DE-B026-21F9CAF3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Αλγόριθμος είναι μια ολοκληρωμένη σειρά απλών βημάτων για την επίλυση ενός προβλήματος.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Τα βήματα πρέπει να έχουν σαφήνεια, σωστή σειρά και να οδηγούν σε αποτέλεσμα.</a:t>
            </a:r>
          </a:p>
        </p:txBody>
      </p:sp>
      <p:sp>
        <p:nvSpPr>
          <p:cNvPr id="6" name="Code background 3">
            <a:extLst xmlns:a="http://schemas.openxmlformats.org/drawingml/2006/main">
              <a:ext uri="{FF2B5EF4-FFF2-40B4-BE49-F238E27FC236}">
                <a16:creationId xmlns:a16="http://schemas.microsoft.com/office/drawing/2014/main" id="{C25EE98D-4C56-4A38-BD34-D3F6893D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7" name="Code 4">
            <a:extLst xmlns:a="http://schemas.openxmlformats.org/drawingml/2006/main">
              <a:ext uri="{FF2B5EF4-FFF2-40B4-BE49-F238E27FC236}">
                <a16:creationId xmlns:a16="http://schemas.microsoft.com/office/drawing/2014/main" id="{4040B0A4-5668-43D9-BA0C-CD42F193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Διάβασε αριθμό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υπολόγισε τριπλάσιο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τύπωσε αποτέλεσμα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Τρόποι αναπαράστασης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ac7ce25414d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34150f9b84f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982DFC64-07C4-4EAB-A407-39208A61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35C77892-897C-4274-8A63-FCF00A9B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Λεκτική περιγραφή: βήματα με προτάσεις.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Ψευδοκώδικας: σύντομες εντολές σε μορφή κοντά στη φυσική γλώσσα.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Λογικό διάγραμμα: γεωμετρικά σύμβολα και γραμμές ροής.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f2859f60d48b1"/>
          <a:stretch xmlns:a="http://schemas.openxmlformats.org/drawingml/2006/main"/>
        </p:blipFill>
        <p:spPr>
          <a:xfrm xmlns:a="http://schemas.openxmlformats.org/drawingml/2006/main">
            <a:off x="6191250" y="2530397"/>
            <a:ext cx="4810125" cy="1997231"/>
          </a:xfrm>
          <a:prstGeom xmlns:a="http://schemas.openxmlformats.org/drawingml/2006/main" prst="rect">
            <a:avLst/>
          </a:prstGeom>
        </p:spPr>
      </p:pic>
      <p:sp>
        <p:nvSpPr>
          <p:cNvPr id="10" name="-caption">
            <a:extLst xmlns:a="http://schemas.openxmlformats.org/drawingml/2006/main">
              <a:ext uri="{FF2B5EF4-FFF2-40B4-BE49-F238E27FC236}">
                <a16:creationId xmlns:a16="http://schemas.microsoft.com/office/drawing/2014/main" id="{DC05E702-75B1-45DB-A857-76F63923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Σύμβολα λογικών διαγραμμάτων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Λογικά διαγράμματα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25cc5eee840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10461B75-8297-42F4-9870-409F8698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74A88368-481F-40DD-A382-3BA78DBF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Έλλειψη: αρχή ή τέλος.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Παραλληλόγραμμο: είσοδος ή έξοδος.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Ορθογώνιο: επεξεργασία ή υπολογισμός.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Ρόμβος: έλεγχος συνθήκης.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Βέλη: σειρά εκτέλεσης.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c60fcfefa48bd"/>
          <a:stretch xmlns:a="http://schemas.openxmlformats.org/drawingml/2006/main"/>
        </p:blipFill>
        <p:spPr>
          <a:xfrm xmlns:a="http://schemas.openxmlformats.org/drawingml/2006/main">
            <a:off x="7211470" y="1695450"/>
            <a:ext cx="2769685" cy="3667125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1DE62272-92BB-4EE0-A364-268296EB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Ακολουθιακό λογικό διάγραμμα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Πρόγραμμα και γλώσσα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F01F2DA3-5EBD-4D90-BEA2-9E42017F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981A50DC-B6DA-471D-A408-51B73CAE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Πρόγραμμα είναι ο αλγόριθμος γραμμένος με εντολές συγκεκριμένης γλώσσας προγραμματισμού.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γλώσσα καθορίζει το λεξιλόγιο και τη σύνταξη. Παραδείγματα: Python, Java, C++ και Visual Basic.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61c8052c34eb2"/>
          <a:stretch xmlns:a="http://schemas.openxmlformats.org/drawingml/2006/main"/>
        </p:blipFill>
        <p:spPr>
          <a:xfrm xmlns:a="http://schemas.openxmlformats.org/drawingml/2006/main">
            <a:off x="6762750" y="1695450"/>
            <a:ext cx="3667125" cy="3667125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9F2B95D5-3C62-48BC-94A2-2D44F9B5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Λογότυπο της Python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592bd9015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B2A2E6B4-0FCB-4768-9E5E-414D4F2C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6D45C6DE-C0B0-488B-82A4-8EC07BE1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Δραστηριότητες 1–6: έννοιες, τρόποι αναπαράστασης, φάσεις, αντιστοίχιση λογικού διαγράμματος και σχεδίαση στο ALGO.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9d209622140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F76BE21D-3D9A-41F9-BAA9-A8B1A7F9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E24A65FA-1296-45F4-87D5-784C201B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Επιπρόσθετες: 7–8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Για το σπίτι: 9–10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2026-09-26T08:26:14.7720000Z</dcterms:created>
  <dcterms:modified xsi:type="dcterms:W3CDTF">2026-09-26T08:26:14.7730000Z</dcterms:modified>
</coreProperties>
</file>