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b85d15c026444e" /><Relationship Type="http://schemas.openxmlformats.org/officeDocument/2006/relationships/extended-properties" Target="/docProps/app.xml" Id="R7c78b540251d4c6d" /><Relationship Type="http://schemas.openxmlformats.org/officeDocument/2006/relationships/officeDocument" Target="/ppt/presentation.xml" Id="R120af7162cf54d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b618b490cd4377"/>
  </p:sldMasterIdLst>
  <p:notesMasterIdLst>
    <p:notesMasterId xmlns:r="http://schemas.openxmlformats.org/officeDocument/2006/relationships" r:id="R0a7593b97a10473d"/>
  </p:notesMasterIdLst>
  <p:sldIdLst>
    <p:sldId xmlns:r="http://schemas.openxmlformats.org/officeDocument/2006/relationships" id="256" r:id="R759578a55fae42da"/>
    <p:sldId xmlns:r="http://schemas.openxmlformats.org/officeDocument/2006/relationships" id="257" r:id="R85ce00e046234d4f"/>
    <p:sldId xmlns:r="http://schemas.openxmlformats.org/officeDocument/2006/relationships" id="258" r:id="R0737d612962e4ade"/>
    <p:sldId xmlns:r="http://schemas.openxmlformats.org/officeDocument/2006/relationships" id="259" r:id="R80b06815ab09425a"/>
    <p:sldId xmlns:r="http://schemas.openxmlformats.org/officeDocument/2006/relationships" id="260" r:id="R7e5d558e3b6b48f7"/>
    <p:sldId xmlns:r="http://schemas.openxmlformats.org/officeDocument/2006/relationships" id="261" r:id="Rcddc12815e6f407b"/>
    <p:sldId xmlns:r="http://schemas.openxmlformats.org/officeDocument/2006/relationships" id="262" r:id="R3125fff269f9402b"/>
    <p:sldId xmlns:r="http://schemas.openxmlformats.org/officeDocument/2006/relationships" id="263" r:id="R0c1189a2e1b94ac7"/>
    <p:sldId xmlns:r="http://schemas.openxmlformats.org/officeDocument/2006/relationships" id="264" r:id="R7ade507be2cc4b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8c8e0890c24960" /><Relationship Type="http://schemas.openxmlformats.org/officeDocument/2006/relationships/slideMaster" Target="/ppt/slideMasters/slideMaster1.xml" Id="R37b618b490cd4377" /><Relationship Type="http://schemas.openxmlformats.org/officeDocument/2006/relationships/notesMaster" Target="/ppt/notesMasters/notesMaster1.xml" Id="R0a7593b97a10473d" /><Relationship Type="http://schemas.openxmlformats.org/officeDocument/2006/relationships/presProps" Target="/ppt/presProps.xml" Id="Rfdc07049d9504f09" /><Relationship Type="http://schemas.openxmlformats.org/officeDocument/2006/relationships/viewProps" Target="/ppt/viewProps.xml" Id="R72d369a23f074354" /><Relationship Type="http://schemas.openxmlformats.org/officeDocument/2006/relationships/tableStyles" Target="/ppt/tableStyles.xml" Id="Rf0924318d3784c63" /><Relationship Type="http://schemas.openxmlformats.org/officeDocument/2006/relationships/slide" Target="/ppt/slides/slide1.xml" Id="R759578a55fae42da" /><Relationship Type="http://schemas.openxmlformats.org/officeDocument/2006/relationships/slide" Target="/ppt/slides/slide2.xml" Id="R85ce00e046234d4f" /><Relationship Type="http://schemas.openxmlformats.org/officeDocument/2006/relationships/slide" Target="/ppt/slides/slide3.xml" Id="R0737d612962e4ade" /><Relationship Type="http://schemas.openxmlformats.org/officeDocument/2006/relationships/slide" Target="/ppt/slides/slide4.xml" Id="R80b06815ab09425a" /><Relationship Type="http://schemas.openxmlformats.org/officeDocument/2006/relationships/slide" Target="/ppt/slides/slide5.xml" Id="R7e5d558e3b6b48f7" /><Relationship Type="http://schemas.openxmlformats.org/officeDocument/2006/relationships/slide" Target="/ppt/slides/slide6.xml" Id="Rcddc12815e6f407b" /><Relationship Type="http://schemas.openxmlformats.org/officeDocument/2006/relationships/slide" Target="/ppt/slides/slide7.xml" Id="R3125fff269f9402b" /><Relationship Type="http://schemas.openxmlformats.org/officeDocument/2006/relationships/slide" Target="/ppt/slides/slide8.xml" Id="R0c1189a2e1b94ac7" /><Relationship Type="http://schemas.openxmlformats.org/officeDocument/2006/relationships/slide" Target="/ppt/slides/slide9.xml" Id="R7ade507be2cc4b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d34fdb4e6d42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a394116604483b" /><Relationship Type="http://schemas.openxmlformats.org/officeDocument/2006/relationships/notesMaster" Target="/ppt/notesMasters/notesMaster1.xml" Id="R2abaead30cb549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63400d36d8410e" /><Relationship Type="http://schemas.openxmlformats.org/officeDocument/2006/relationships/notesMaster" Target="/ppt/notesMasters/notesMaster1.xml" Id="R57cad929d09642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d9950746b74b27" /><Relationship Type="http://schemas.openxmlformats.org/officeDocument/2006/relationships/notesMaster" Target="/ppt/notesMasters/notesMaster1.xml" Id="Rb4154ec437864d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8df624d6a04157" /><Relationship Type="http://schemas.openxmlformats.org/officeDocument/2006/relationships/notesMaster" Target="/ppt/notesMasters/notesMaster1.xml" Id="R405f6f40844144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2a34382ffe4113" /><Relationship Type="http://schemas.openxmlformats.org/officeDocument/2006/relationships/notesMaster" Target="/ppt/notesMasters/notesMaster1.xml" Id="R327059460bda45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338b16a47a49d7" /><Relationship Type="http://schemas.openxmlformats.org/officeDocument/2006/relationships/notesMaster" Target="/ppt/notesMasters/notesMaster1.xml" Id="R13ec2e4aa72b4b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add531d7424c70" /><Relationship Type="http://schemas.openxmlformats.org/officeDocument/2006/relationships/notesMaster" Target="/ppt/notesMasters/notesMaster1.xml" Id="R5563b2b7d20e45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b335fdf47344cf" /><Relationship Type="http://schemas.openxmlformats.org/officeDocument/2006/relationships/notesMaster" Target="/ppt/notesMasters/notesMaster1.xml" Id="R3aca62c12cd84a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2c7e84090d4029" /><Relationship Type="http://schemas.openxmlformats.org/officeDocument/2006/relationships/notesMaster" Target="/ppt/notesMasters/notesMaster1.xml" Id="R8ad27d634cf843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eab3d5f9742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47eaac83542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5c6ca4ee744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2c1f65d0b347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b43a47d4843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d0f52db834f5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5cd499203424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1d74f9af84e6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80e1553f6f43e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1caf20cd34db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617246f524e4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e4d2a6a6a4ed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fb261e85b499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1b9b4524640b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d13b14998422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166279da84a77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d584b8f97a47e3" /><Relationship Type="http://schemas.openxmlformats.org/officeDocument/2006/relationships/slideLayout" Target="/ppt/slideLayouts/slideLayout1.xml" Id="Ra9a9e44c099144d7" /><Relationship Type="http://schemas.openxmlformats.org/officeDocument/2006/relationships/slideLayout" Target="/ppt/slideLayouts/slideLayout2.xml" Id="Rc5c57c58d51c4f0e" /><Relationship Type="http://schemas.openxmlformats.org/officeDocument/2006/relationships/slideLayout" Target="/ppt/slideLayouts/slideLayout3.xml" Id="Rd620cfec44b34865" /><Relationship Type="http://schemas.openxmlformats.org/officeDocument/2006/relationships/slideLayout" Target="/ppt/slideLayouts/slideLayout4.xml" Id="R472a466af2bc4119" /><Relationship Type="http://schemas.openxmlformats.org/officeDocument/2006/relationships/slideLayout" Target="/ppt/slideLayouts/slideLayout5.xml" Id="Rbb48e0c0d68e424f" /><Relationship Type="http://schemas.openxmlformats.org/officeDocument/2006/relationships/slideLayout" Target="/ppt/slideLayouts/slideLayout6.xml" Id="R9537297b21c34b70" /><Relationship Type="http://schemas.openxmlformats.org/officeDocument/2006/relationships/slideLayout" Target="/ppt/slideLayouts/slideLayout7.xml" Id="R221b3bfef0ed4064" /><Relationship Type="http://schemas.openxmlformats.org/officeDocument/2006/relationships/slideLayout" Target="/ppt/slideLayouts/slideLayout8.xml" Id="R74aa4111cd004b58" /><Relationship Type="http://schemas.openxmlformats.org/officeDocument/2006/relationships/slideLayout" Target="/ppt/slideLayouts/slideLayout9.xml" Id="R3357b8bb842f42b6" /><Relationship Type="http://schemas.openxmlformats.org/officeDocument/2006/relationships/slideLayout" Target="/ppt/slideLayouts/slideLayout10.xml" Id="R2a5712dbd4d14cd7" /><Relationship Type="http://schemas.openxmlformats.org/officeDocument/2006/relationships/slideLayout" Target="/ppt/slideLayouts/slideLayout11.xml" Id="Rd841c1c202284abe" /><Relationship Type="http://schemas.openxmlformats.org/officeDocument/2006/relationships/slideLayout" Target="/ppt/slideLayouts/slideLayout12.xml" Id="Rc89fa0c320064873" /><Relationship Type="http://schemas.openxmlformats.org/officeDocument/2006/relationships/slideLayout" Target="/ppt/slideLayouts/slideLayout13.xml" Id="Rdec8f4caa7ec4a96" /><Relationship Type="http://schemas.openxmlformats.org/officeDocument/2006/relationships/slideLayout" Target="/ppt/slideLayouts/slideLayout14.xml" Id="Reb1282c6d4a14467" /><Relationship Type="http://schemas.openxmlformats.org/officeDocument/2006/relationships/slideLayout" Target="/ppt/slideLayouts/slideLayout15.xml" Id="R78bc18b19a4446f9" /><Relationship Type="http://schemas.openxmlformats.org/officeDocument/2006/relationships/slideLayout" Target="/ppt/slideLayouts/slideLayout16.xml" Id="R080c7fddd78b43f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a9e44c099144d7"/>
    <p:sldLayoutId xmlns:r="http://schemas.openxmlformats.org/officeDocument/2006/relationships" id="2147483650" r:id="Rc5c57c58d51c4f0e"/>
    <p:sldLayoutId xmlns:r="http://schemas.openxmlformats.org/officeDocument/2006/relationships" id="2147483651" r:id="Rd620cfec44b34865"/>
    <p:sldLayoutId xmlns:r="http://schemas.openxmlformats.org/officeDocument/2006/relationships" id="2147483652" r:id="R472a466af2bc4119"/>
    <p:sldLayoutId xmlns:r="http://schemas.openxmlformats.org/officeDocument/2006/relationships" id="2147483653" r:id="Rbb48e0c0d68e424f"/>
    <p:sldLayoutId xmlns:r="http://schemas.openxmlformats.org/officeDocument/2006/relationships" id="2147483654" r:id="R9537297b21c34b70"/>
    <p:sldLayoutId xmlns:r="http://schemas.openxmlformats.org/officeDocument/2006/relationships" id="2147483655" r:id="R221b3bfef0ed4064"/>
    <p:sldLayoutId xmlns:r="http://schemas.openxmlformats.org/officeDocument/2006/relationships" id="2147483656" r:id="R74aa4111cd004b58"/>
    <p:sldLayoutId xmlns:r="http://schemas.openxmlformats.org/officeDocument/2006/relationships" id="2147483657" r:id="R3357b8bb842f42b6"/>
    <p:sldLayoutId xmlns:r="http://schemas.openxmlformats.org/officeDocument/2006/relationships" id="2147483658" r:id="R2a5712dbd4d14cd7"/>
    <p:sldLayoutId xmlns:r="http://schemas.openxmlformats.org/officeDocument/2006/relationships" id="2147483659" r:id="Rd841c1c202284abe"/>
    <p:sldLayoutId xmlns:r="http://schemas.openxmlformats.org/officeDocument/2006/relationships" id="2147483660" r:id="Rc89fa0c320064873"/>
    <p:sldLayoutId xmlns:r="http://schemas.openxmlformats.org/officeDocument/2006/relationships" id="2147483661" r:id="Rdec8f4caa7ec4a96"/>
    <p:sldLayoutId xmlns:r="http://schemas.openxmlformats.org/officeDocument/2006/relationships" id="2147483662" r:id="Reb1282c6d4a14467"/>
    <p:sldLayoutId xmlns:r="http://schemas.openxmlformats.org/officeDocument/2006/relationships" id="2147483663" r:id="R78bc18b19a4446f9"/>
    <p:sldLayoutId xmlns:r="http://schemas.openxmlformats.org/officeDocument/2006/relationships" id="2147483664" r:id="R080c7fddd78b43fe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2b7cb331041da" /><Relationship Type="http://schemas.openxmlformats.org/officeDocument/2006/relationships/notesSlide" Target="/ppt/notesSlides/notesSlide1.xml" Id="Rdc95a9068d7443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74def440fda43f5" /><Relationship Type="http://schemas.openxmlformats.org/officeDocument/2006/relationships/image" Target="/ppt/media/image.png" Id="Re160f86f5cef4de2" /><Relationship Type="http://schemas.openxmlformats.org/officeDocument/2006/relationships/image" Target="/ppt/media/image2.png" Id="R87d334b6d93f447f" /><Relationship Type="http://schemas.openxmlformats.org/officeDocument/2006/relationships/notesSlide" Target="/ppt/notesSlides/notesSlide2.xml" Id="Rd2f6844b9f2e46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71776a28176438d" /><Relationship Type="http://schemas.openxmlformats.org/officeDocument/2006/relationships/image" Target="/ppt/media/image3.png" Id="Ra3c3c5113a074d0c" /><Relationship Type="http://schemas.openxmlformats.org/officeDocument/2006/relationships/image" Target="/ppt/media/image4.png" Id="Rcd9c5c35758a42ce" /><Relationship Type="http://schemas.openxmlformats.org/officeDocument/2006/relationships/notesSlide" Target="/ppt/notesSlides/notesSlide3.xml" Id="R79951d80878b48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efda2914ca84397" /><Relationship Type="http://schemas.openxmlformats.org/officeDocument/2006/relationships/image" Target="/ppt/media/image5.png" Id="R67f912001a29473d" /><Relationship Type="http://schemas.openxmlformats.org/officeDocument/2006/relationships/image" Target="/ppt/media/image6.png" Id="Rb7c15eb49bae43ce" /><Relationship Type="http://schemas.openxmlformats.org/officeDocument/2006/relationships/notesSlide" Target="/ppt/notesSlides/notesSlide4.xml" Id="R30166a5979f74f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bffdc503f454f43" /><Relationship Type="http://schemas.openxmlformats.org/officeDocument/2006/relationships/image" Target="/ppt/media/image7.png" Id="R77ad7e2d0a694f69" /><Relationship Type="http://schemas.openxmlformats.org/officeDocument/2006/relationships/image" Target="/ppt/media/image8.png" Id="R906f842f3e4d40c3" /><Relationship Type="http://schemas.openxmlformats.org/officeDocument/2006/relationships/image" Target="/ppt/media/image9.png" Id="R4b82d9a08ec84de2" /><Relationship Type="http://schemas.openxmlformats.org/officeDocument/2006/relationships/notesSlide" Target="/ppt/notesSlides/notesSlide5.xml" Id="R00778fcc763f43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ea1b7251ae0431f" /><Relationship Type="http://schemas.openxmlformats.org/officeDocument/2006/relationships/image" Target="/ppt/media/image3.png" Id="R368c7818bca54555" /><Relationship Type="http://schemas.openxmlformats.org/officeDocument/2006/relationships/notesSlide" Target="/ppt/notesSlides/notesSlide6.xml" Id="R8958eb191b1544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991ae0b75d64b9a" /><Relationship Type="http://schemas.openxmlformats.org/officeDocument/2006/relationships/notesSlide" Target="/ppt/notesSlides/notesSlide7.xml" Id="R80aea4daa6ae4b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031bc0854224cdf" /><Relationship Type="http://schemas.openxmlformats.org/officeDocument/2006/relationships/image" Target="/ppt/media/image10.png" Id="R4cd16e925ec04385" /><Relationship Type="http://schemas.openxmlformats.org/officeDocument/2006/relationships/notesSlide" Target="/ppt/notesSlides/notesSlide8.xml" Id="Re93b30a8b51344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8d04f280a1347ba" /><Relationship Type="http://schemas.openxmlformats.org/officeDocument/2006/relationships/image" Target="/ppt/media/image10.png" Id="Re3379adc1239403b" /><Relationship Type="http://schemas.openxmlformats.org/officeDocument/2006/relationships/notesSlide" Target="/ppt/notesSlides/notesSlide9.xml" Id="Ra9e969f9406e47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94376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Ολοκληρωμένο Περιβάλλον IDLE της Python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7AD7988A-7888-4FF7-9741-F1D6FEEF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A.7.M2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e160f86f5cef4d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E10629F0-1F87-43B2-B066-38C56525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877B3AE2-D87C-4720-B649-58F705A3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διακρίνουμε Shell και Editor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δημιουργούμε, ανοίγουμε και αποθηκεύουμε αρχεία Python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εκτελούμε ένα πρόγραμμα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εντοπίζουμε και να διορθώνουμε λάθη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334b6d93f447f"/>
          <a:stretch xmlns:a="http://schemas.openxmlformats.org/drawingml/2006/main"/>
        </p:blipFill>
        <p:spPr>
          <a:xfrm xmlns:a="http://schemas.openxmlformats.org/drawingml/2006/main">
            <a:off x="7762875" y="195262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794BC1BD-33A2-43B3-8A71-89DA7108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Λογότυπο της Python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Python και IDLE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3c5113a074d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48AD6F9B-E755-408A-84D7-AD8B57C4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EE9E2794-D86E-4434-810F-3B20BF89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IDLE είναι το περιβάλλον που χρησιμοποιούμε για να γράφουμε και να εκτελούμε προγράμματα Python.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Τα αρχεία Python αποθηκεύονται με επέκταση .py.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c5c35758a42ce"/>
          <a:stretch xmlns:a="http://schemas.openxmlformats.org/drawingml/2006/main"/>
        </p:blipFill>
        <p:spPr>
          <a:xfrm xmlns:a="http://schemas.openxmlformats.org/drawingml/2006/main">
            <a:off x="6762750" y="1695450"/>
            <a:ext cx="3667125" cy="3667125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15AF1F6F-0D3A-437A-B2B9-17B93850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Λογότυπο της Python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Python Shell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912001a2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35972806-FB1B-4FC7-B511-7DCE7FCE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0308048B-46FF-4F5D-958F-DC14C3C2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Shell εκτελεί εντολές άμεσα και εμφανίζει αποτελέσματα ή μηνύματα λάθους.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σύμβολο &gt;&gt;&gt; δείχνει ότι ο διερμηνευτής περιμένει νέα εντολή.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15eb49bae43ce"/>
          <a:stretch xmlns:a="http://schemas.openxmlformats.org/drawingml/2006/main"/>
        </p:blipFill>
        <p:spPr>
          <a:xfrm xmlns:a="http://schemas.openxmlformats.org/drawingml/2006/main">
            <a:off x="6191250" y="2186751"/>
            <a:ext cx="4810125" cy="2684524"/>
          </a:xfrm>
          <a:prstGeom xmlns:a="http://schemas.openxmlformats.org/drawingml/2006/main" prst="rect">
            <a:avLst/>
          </a:prstGeom>
        </p:spPr>
      </p:pic>
      <p:sp>
        <p:nvSpPr>
          <p:cNvPr id="7" name="-caption">
            <a:extLst xmlns:a="http://schemas.openxmlformats.org/drawingml/2006/main">
              <a:ext uri="{FF2B5EF4-FFF2-40B4-BE49-F238E27FC236}">
                <a16:creationId xmlns:a16="http://schemas.microsoft.com/office/drawing/2014/main" id="{E2AA9BE7-68DC-4F7E-8643-178DE458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Παράθυρο Python Shell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Editor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d7e2d0a694f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f842f3e4d40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CE6B9B6A-B506-4948-BDDE-6B97CEAF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61FD8C4E-E291-4C67-B51E-A221604C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Στον Editor γράφουμε ολόκληρο το πρόγραμμα.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File → New File: νέο αρχείο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File → Open: άνοιγμα αρχείου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File → Save As: αποθήκευση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2d9a08ec84de2"/>
          <a:stretch xmlns:a="http://schemas.openxmlformats.org/drawingml/2006/main"/>
        </p:blipFill>
        <p:spPr>
          <a:xfrm xmlns:a="http://schemas.openxmlformats.org/drawingml/2006/main">
            <a:off x="6191250" y="2828538"/>
            <a:ext cx="4810125" cy="1400949"/>
          </a:xfrm>
          <a:prstGeom xmlns:a="http://schemas.openxmlformats.org/drawingml/2006/main" prst="rect">
            <a:avLst/>
          </a:prstGeom>
        </p:spPr>
      </p:pic>
      <p:sp>
        <p:nvSpPr>
          <p:cNvPr id="10" name="-caption">
            <a:extLst xmlns:a="http://schemas.openxmlformats.org/drawingml/2006/main">
              <a:ext uri="{FF2B5EF4-FFF2-40B4-BE49-F238E27FC236}">
                <a16:creationId xmlns:a16="http://schemas.microsoft.com/office/drawing/2014/main" id="{557B522D-AF11-49E3-815A-75FA1DF7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Editor και Shell του IDLE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Εκτέλεση προγράμματος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c7818bca545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37362E7F-F814-4AB2-BF0B-96EDE2F9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26CF84E6-667C-422F-A407-288509E7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Αποθηκεύουμε πρώτα το αρχείο και επιλέγουμε Run → Run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Shell εμφανίζει τα μηνύματα εισόδου, τα αποτελέσματα και τυχόν σφάλματα.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B4E66936-A1A1-454C-B0A8-284203FA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E8272F5B-DA37-48F8-9197-9ABC935E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 = int(input('Δώσε x: '))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y = int(input('Δώσε y: '))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print(x + y)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Έλεγχος και διόρθωση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6B3C3267-6EF1-4EAB-8903-65532801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5890CE04-2CBF-4D40-A10B-DE27A842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Διαβάζουμε το μήνυμα λάθους και ελέγχουμε τη γραμμή που αναφέρεται.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Διορθώνουμε ένα πρόβλημα κάθε φορά, αποθηκεύουμε και εκτελούμε ξανά με γνωστές τιμές εισόδου.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2F8C6BF9-0156-4311-8682-7FCB2D2B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5AD80341-8728-40DE-A6DD-B7908E86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SyntaxError: λάθος σύνταξης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NameError: άγνωστο όνομα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TypeError: ασύμβατοι τύποι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16e925ec04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A.7.M2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3F482C52-90DF-4BA6-934E-D7C4A30F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E35B3B82-C84A-4FA5-B41C-8A39C764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Δραστηριότητα 1: άνοιγμα του Α7-Μ2_p1.py, διόρθωση λαθών, προσθήκη τρίτου αριθμού και νέος έλεγχος.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79adc123940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A.7.M2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64FD46A3-FDA0-483B-8F15-641DD2C0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DEEA149F-3D44-449B-88AD-C2B0161B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4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2026-09-26T08:26:18.7050000Z</dcterms:created>
  <dcterms:modified xsi:type="dcterms:W3CDTF">2026-09-26T08:26:18.7050000Z</dcterms:modified>
</coreProperties>
</file>