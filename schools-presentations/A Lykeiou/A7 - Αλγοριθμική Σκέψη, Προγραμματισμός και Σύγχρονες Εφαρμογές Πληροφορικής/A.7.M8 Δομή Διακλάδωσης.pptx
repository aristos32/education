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26c9cf42704b8c" /><Relationship Type="http://schemas.openxmlformats.org/officeDocument/2006/relationships/extended-properties" Target="/docProps/app.xml" Id="R2e35d712f252426f" /><Relationship Type="http://schemas.openxmlformats.org/officeDocument/2006/relationships/officeDocument" Target="/ppt/presentation.xml" Id="R858456efdfc443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139b1383c94c5f"/>
  </p:sldMasterIdLst>
  <p:notesMasterIdLst>
    <p:notesMasterId xmlns:r="http://schemas.openxmlformats.org/officeDocument/2006/relationships" r:id="Rb23d0e8497ab4c51"/>
  </p:notesMasterIdLst>
  <p:sldIdLst>
    <p:sldId xmlns:r="http://schemas.openxmlformats.org/officeDocument/2006/relationships" id="256" r:id="Rcabd77cd32bf4fa4"/>
    <p:sldId xmlns:r="http://schemas.openxmlformats.org/officeDocument/2006/relationships" id="257" r:id="R1baae27b09f441f3"/>
    <p:sldId xmlns:r="http://schemas.openxmlformats.org/officeDocument/2006/relationships" id="258" r:id="R41a109b43406401b"/>
    <p:sldId xmlns:r="http://schemas.openxmlformats.org/officeDocument/2006/relationships" id="259" r:id="Rdab2c2b2f9624f88"/>
    <p:sldId xmlns:r="http://schemas.openxmlformats.org/officeDocument/2006/relationships" id="260" r:id="Rdc48afd8ea2b467b"/>
    <p:sldId xmlns:r="http://schemas.openxmlformats.org/officeDocument/2006/relationships" id="261" r:id="R5063e0fe0f6440b3"/>
    <p:sldId xmlns:r="http://schemas.openxmlformats.org/officeDocument/2006/relationships" id="262" r:id="R243e55b46b124eb1"/>
    <p:sldId xmlns:r="http://schemas.openxmlformats.org/officeDocument/2006/relationships" id="263" r:id="Rcbe1d5eb18d34154"/>
    <p:sldId xmlns:r="http://schemas.openxmlformats.org/officeDocument/2006/relationships" id="264" r:id="Re0a15282ff924f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5f9ed6cdec4222" /><Relationship Type="http://schemas.openxmlformats.org/officeDocument/2006/relationships/slideMaster" Target="/ppt/slideMasters/slideMaster1.xml" Id="R9b139b1383c94c5f" /><Relationship Type="http://schemas.openxmlformats.org/officeDocument/2006/relationships/notesMaster" Target="/ppt/notesMasters/notesMaster1.xml" Id="Rb23d0e8497ab4c51" /><Relationship Type="http://schemas.openxmlformats.org/officeDocument/2006/relationships/presProps" Target="/ppt/presProps.xml" Id="R0940261c9d714c25" /><Relationship Type="http://schemas.openxmlformats.org/officeDocument/2006/relationships/viewProps" Target="/ppt/viewProps.xml" Id="R9cf4885ce7d44b31" /><Relationship Type="http://schemas.openxmlformats.org/officeDocument/2006/relationships/tableStyles" Target="/ppt/tableStyles.xml" Id="Rf35813dcd42644c1" /><Relationship Type="http://schemas.openxmlformats.org/officeDocument/2006/relationships/slide" Target="/ppt/slides/slide1.xml" Id="Rcabd77cd32bf4fa4" /><Relationship Type="http://schemas.openxmlformats.org/officeDocument/2006/relationships/slide" Target="/ppt/slides/slide2.xml" Id="R1baae27b09f441f3" /><Relationship Type="http://schemas.openxmlformats.org/officeDocument/2006/relationships/slide" Target="/ppt/slides/slide3.xml" Id="R41a109b43406401b" /><Relationship Type="http://schemas.openxmlformats.org/officeDocument/2006/relationships/slide" Target="/ppt/slides/slide4.xml" Id="Rdab2c2b2f9624f88" /><Relationship Type="http://schemas.openxmlformats.org/officeDocument/2006/relationships/slide" Target="/ppt/slides/slide5.xml" Id="Rdc48afd8ea2b467b" /><Relationship Type="http://schemas.openxmlformats.org/officeDocument/2006/relationships/slide" Target="/ppt/slides/slide6.xml" Id="R5063e0fe0f6440b3" /><Relationship Type="http://schemas.openxmlformats.org/officeDocument/2006/relationships/slide" Target="/ppt/slides/slide7.xml" Id="R243e55b46b124eb1" /><Relationship Type="http://schemas.openxmlformats.org/officeDocument/2006/relationships/slide" Target="/ppt/slides/slide8.xml" Id="Rcbe1d5eb18d34154" /><Relationship Type="http://schemas.openxmlformats.org/officeDocument/2006/relationships/slide" Target="/ppt/slides/slide9.xml" Id="Re0a15282ff924f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68d3712d414d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39982391894679" /><Relationship Type="http://schemas.openxmlformats.org/officeDocument/2006/relationships/notesMaster" Target="/ppt/notesMasters/notesMaster1.xml" Id="R70af876c6abc46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2b1f52027a45c7" /><Relationship Type="http://schemas.openxmlformats.org/officeDocument/2006/relationships/notesMaster" Target="/ppt/notesMasters/notesMaster1.xml" Id="R613dd5872c6043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426605df934f81" /><Relationship Type="http://schemas.openxmlformats.org/officeDocument/2006/relationships/notesMaster" Target="/ppt/notesMasters/notesMaster1.xml" Id="R18845d6b67e347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305a2431ac470c" /><Relationship Type="http://schemas.openxmlformats.org/officeDocument/2006/relationships/notesMaster" Target="/ppt/notesMasters/notesMaster1.xml" Id="R400ed6bc3a8140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a90e75b7fe45f1" /><Relationship Type="http://schemas.openxmlformats.org/officeDocument/2006/relationships/notesMaster" Target="/ppt/notesMasters/notesMaster1.xml" Id="R7a362bb682a941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b2c939896a4536" /><Relationship Type="http://schemas.openxmlformats.org/officeDocument/2006/relationships/notesMaster" Target="/ppt/notesMasters/notesMaster1.xml" Id="R9e4ddb2a33064c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361d8c4e2943bb" /><Relationship Type="http://schemas.openxmlformats.org/officeDocument/2006/relationships/notesMaster" Target="/ppt/notesMasters/notesMaster1.xml" Id="R1bda37ac16d44b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05275d16dc47c6" /><Relationship Type="http://schemas.openxmlformats.org/officeDocument/2006/relationships/notesMaster" Target="/ppt/notesMasters/notesMaster1.xml" Id="R8ac69a03ad5446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f3f21db117470c" /><Relationship Type="http://schemas.openxmlformats.org/officeDocument/2006/relationships/notesMaster" Target="/ppt/notesMasters/notesMaster1.xml" Id="R680925ca34c94a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894020c1c4a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7d8c4866745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608c386fb4c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2df9050d049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68c3ef08f47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b0f98c99b49a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dba8e80bd472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d3caee88d420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16024289a4db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722bdc58544d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469c22de944e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4ad5177154bb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7e37c264049f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9f91683f645d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913db8204419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b3a9d5931403e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70d66dfcd541ff" /><Relationship Type="http://schemas.openxmlformats.org/officeDocument/2006/relationships/slideLayout" Target="/ppt/slideLayouts/slideLayout1.xml" Id="Raf52f20597214f40" /><Relationship Type="http://schemas.openxmlformats.org/officeDocument/2006/relationships/slideLayout" Target="/ppt/slideLayouts/slideLayout2.xml" Id="R2b972a5b9ac341d0" /><Relationship Type="http://schemas.openxmlformats.org/officeDocument/2006/relationships/slideLayout" Target="/ppt/slideLayouts/slideLayout3.xml" Id="R7545be7a181a4019" /><Relationship Type="http://schemas.openxmlformats.org/officeDocument/2006/relationships/slideLayout" Target="/ppt/slideLayouts/slideLayout4.xml" Id="R41569c9515064674" /><Relationship Type="http://schemas.openxmlformats.org/officeDocument/2006/relationships/slideLayout" Target="/ppt/slideLayouts/slideLayout5.xml" Id="R73b07fd4ca644e4a" /><Relationship Type="http://schemas.openxmlformats.org/officeDocument/2006/relationships/slideLayout" Target="/ppt/slideLayouts/slideLayout6.xml" Id="R3b8cf5da332042e6" /><Relationship Type="http://schemas.openxmlformats.org/officeDocument/2006/relationships/slideLayout" Target="/ppt/slideLayouts/slideLayout7.xml" Id="R2cab1cf017914c0f" /><Relationship Type="http://schemas.openxmlformats.org/officeDocument/2006/relationships/slideLayout" Target="/ppt/slideLayouts/slideLayout8.xml" Id="R252894492eca4ecd" /><Relationship Type="http://schemas.openxmlformats.org/officeDocument/2006/relationships/slideLayout" Target="/ppt/slideLayouts/slideLayout9.xml" Id="R450a27f4318c443d" /><Relationship Type="http://schemas.openxmlformats.org/officeDocument/2006/relationships/slideLayout" Target="/ppt/slideLayouts/slideLayout10.xml" Id="R3512a6f088d04dd1" /><Relationship Type="http://schemas.openxmlformats.org/officeDocument/2006/relationships/slideLayout" Target="/ppt/slideLayouts/slideLayout11.xml" Id="Rbb170c2ad3db4794" /><Relationship Type="http://schemas.openxmlformats.org/officeDocument/2006/relationships/slideLayout" Target="/ppt/slideLayouts/slideLayout12.xml" Id="Rabf752c94dbc418e" /><Relationship Type="http://schemas.openxmlformats.org/officeDocument/2006/relationships/slideLayout" Target="/ppt/slideLayouts/slideLayout13.xml" Id="Rfbfec6c40ed1461b" /><Relationship Type="http://schemas.openxmlformats.org/officeDocument/2006/relationships/slideLayout" Target="/ppt/slideLayouts/slideLayout14.xml" Id="R30ea3e3512514b7a" /><Relationship Type="http://schemas.openxmlformats.org/officeDocument/2006/relationships/slideLayout" Target="/ppt/slideLayouts/slideLayout15.xml" Id="R4105ea14f1e74bd4" /><Relationship Type="http://schemas.openxmlformats.org/officeDocument/2006/relationships/slideLayout" Target="/ppt/slideLayouts/slideLayout16.xml" Id="R6d4e1c5653c9425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52f20597214f40"/>
    <p:sldLayoutId xmlns:r="http://schemas.openxmlformats.org/officeDocument/2006/relationships" id="2147483650" r:id="R2b972a5b9ac341d0"/>
    <p:sldLayoutId xmlns:r="http://schemas.openxmlformats.org/officeDocument/2006/relationships" id="2147483651" r:id="R7545be7a181a4019"/>
    <p:sldLayoutId xmlns:r="http://schemas.openxmlformats.org/officeDocument/2006/relationships" id="2147483652" r:id="R41569c9515064674"/>
    <p:sldLayoutId xmlns:r="http://schemas.openxmlformats.org/officeDocument/2006/relationships" id="2147483653" r:id="R73b07fd4ca644e4a"/>
    <p:sldLayoutId xmlns:r="http://schemas.openxmlformats.org/officeDocument/2006/relationships" id="2147483654" r:id="R3b8cf5da332042e6"/>
    <p:sldLayoutId xmlns:r="http://schemas.openxmlformats.org/officeDocument/2006/relationships" id="2147483655" r:id="R2cab1cf017914c0f"/>
    <p:sldLayoutId xmlns:r="http://schemas.openxmlformats.org/officeDocument/2006/relationships" id="2147483656" r:id="R252894492eca4ecd"/>
    <p:sldLayoutId xmlns:r="http://schemas.openxmlformats.org/officeDocument/2006/relationships" id="2147483657" r:id="R450a27f4318c443d"/>
    <p:sldLayoutId xmlns:r="http://schemas.openxmlformats.org/officeDocument/2006/relationships" id="2147483658" r:id="R3512a6f088d04dd1"/>
    <p:sldLayoutId xmlns:r="http://schemas.openxmlformats.org/officeDocument/2006/relationships" id="2147483659" r:id="Rbb170c2ad3db4794"/>
    <p:sldLayoutId xmlns:r="http://schemas.openxmlformats.org/officeDocument/2006/relationships" id="2147483660" r:id="Rabf752c94dbc418e"/>
    <p:sldLayoutId xmlns:r="http://schemas.openxmlformats.org/officeDocument/2006/relationships" id="2147483661" r:id="Rfbfec6c40ed1461b"/>
    <p:sldLayoutId xmlns:r="http://schemas.openxmlformats.org/officeDocument/2006/relationships" id="2147483662" r:id="R30ea3e3512514b7a"/>
    <p:sldLayoutId xmlns:r="http://schemas.openxmlformats.org/officeDocument/2006/relationships" id="2147483663" r:id="R4105ea14f1e74bd4"/>
    <p:sldLayoutId xmlns:r="http://schemas.openxmlformats.org/officeDocument/2006/relationships" id="2147483664" r:id="R6d4e1c5653c94254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7d395ea104d2f" /><Relationship Type="http://schemas.openxmlformats.org/officeDocument/2006/relationships/notesSlide" Target="/ppt/notesSlides/notesSlide1.xml" Id="R075db9953cb243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62bd6587cd44e28" /><Relationship Type="http://schemas.openxmlformats.org/officeDocument/2006/relationships/image" Target="/ppt/media/image.png" Id="R2adf37cebe7040f1" /><Relationship Type="http://schemas.openxmlformats.org/officeDocument/2006/relationships/image" Target="/ppt/media/image2.png" Id="R58c8b756af1a42b9" /><Relationship Type="http://schemas.openxmlformats.org/officeDocument/2006/relationships/notesSlide" Target="/ppt/notesSlides/notesSlide2.xml" Id="R6b5c9dd06c36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208e7a0718f49e4" /><Relationship Type="http://schemas.openxmlformats.org/officeDocument/2006/relationships/image" Target="/ppt/media/image3.png" Id="R460fec7df7374597" /><Relationship Type="http://schemas.openxmlformats.org/officeDocument/2006/relationships/image" Target="/ppt/media/image4.png" Id="R4d3fe33de93a44a8" /><Relationship Type="http://schemas.openxmlformats.org/officeDocument/2006/relationships/notesSlide" Target="/ppt/notesSlides/notesSlide3.xml" Id="R24ceb84b42b54f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667a1f660584f96" /><Relationship Type="http://schemas.openxmlformats.org/officeDocument/2006/relationships/image" Target="/ppt/media/image5.png" Id="R9d5a1222ec144e47" /><Relationship Type="http://schemas.openxmlformats.org/officeDocument/2006/relationships/notesSlide" Target="/ppt/notesSlides/notesSlide4.xml" Id="Rb3429bbc1a0e4f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68807415c454a49" /><Relationship Type="http://schemas.openxmlformats.org/officeDocument/2006/relationships/image" Target="/ppt/media/image6.png" Id="R41ee92da13344420" /><Relationship Type="http://schemas.openxmlformats.org/officeDocument/2006/relationships/image" Target="/ppt/media/image7.png" Id="R2b82db8f45334df9" /><Relationship Type="http://schemas.openxmlformats.org/officeDocument/2006/relationships/notesSlide" Target="/ppt/notesSlides/notesSlide5.xml" Id="Ra58ddf9019e346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285babb9cef4f6a" /><Relationship Type="http://schemas.openxmlformats.org/officeDocument/2006/relationships/image" Target="/ppt/media/image3.png" Id="R85fdeb4f1f9b4aa7" /><Relationship Type="http://schemas.openxmlformats.org/officeDocument/2006/relationships/image" Target="/ppt/media/image8.png" Id="R9424b656c44a43b9" /><Relationship Type="http://schemas.openxmlformats.org/officeDocument/2006/relationships/notesSlide" Target="/ppt/notesSlides/notesSlide6.xml" Id="R30619118088e47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0f98db624534ae1" /><Relationship Type="http://schemas.openxmlformats.org/officeDocument/2006/relationships/notesSlide" Target="/ppt/notesSlides/notesSlide7.xml" Id="R495cd721583546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454c80d77ba4f50" /><Relationship Type="http://schemas.openxmlformats.org/officeDocument/2006/relationships/image" Target="/ppt/media/image9.png" Id="R30b71ce323e64e5f" /><Relationship Type="http://schemas.openxmlformats.org/officeDocument/2006/relationships/notesSlide" Target="/ppt/notesSlides/notesSlide8.xml" Id="R4846d8b3f42241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820eae214b44c5" /><Relationship Type="http://schemas.openxmlformats.org/officeDocument/2006/relationships/image" Target="/ppt/media/image9.png" Id="R49cbcdeee8a1402f" /><Relationship Type="http://schemas.openxmlformats.org/officeDocument/2006/relationships/notesSlide" Target="/ppt/notesSlides/notesSlide9.xml" Id="R45309e835fe04e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Διακλάδωσης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FC4C5230-750B-40C0-B04C-F96C5F23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A.7.M8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2adf37cebe7040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085D63B0-126F-4851-8F03-574C8AC5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FFEA2983-2A73-4B31-A662-510D76EB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σχηματίζουμε απλές συνθήκες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if και else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αντιστοιχούμε λογικό διάγραμμα και κώδικα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ελέγχουμε διαφορετικές διαδρομές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8b756af1a42b9"/>
          <a:stretch xmlns:a="http://schemas.openxmlformats.org/drawingml/2006/main"/>
        </p:blipFill>
        <p:spPr>
          <a:xfrm xmlns:a="http://schemas.openxmlformats.org/drawingml/2006/main">
            <a:off x="7524750" y="2503350"/>
            <a:ext cx="3333750" cy="1756049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6FD9527A-AE57-4DBC-8328-40A4C0EB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Λογικό διάγραμμα if-else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Δομή διακλάδωσης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fec7df7374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2EAE606F-E677-4DEE-A62C-5A38273A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84E1C8E4-F73A-46CB-86A7-97F19A56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Μια συνθήκη μπορεί να είναι αληθής ή ψευδής.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πρόγραμμα επιλέγει διαφορετική ομάδα εντολών ανάλογα με το αποτέλεσμα.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fe33de93a44a8"/>
          <a:stretch xmlns:a="http://schemas.openxmlformats.org/drawingml/2006/main"/>
        </p:blipFill>
        <p:spPr>
          <a:xfrm xmlns:a="http://schemas.openxmlformats.org/drawingml/2006/main">
            <a:off x="6191250" y="2262148"/>
            <a:ext cx="4810125" cy="2533728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4F13FF58-A1CE-4416-BEA1-0B251E12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Λογικό διάγραμμα if-else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Σχεσιακοί τελεστές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a1222ec144e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77203F3D-F3D4-4F21-B1C1-12A710D3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1C48755D-F3D9-4B16-BEAF-92CFE9B5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== ίσο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!= άνισο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&gt; μεγαλύτερο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&lt; μικρότερο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&gt;= μεγαλύτερο ή ίσο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&lt;= μικρότερο ή ίσο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σύγκριση χρησιμοποιούμε == και όχι =.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234A77B4-E53E-42A6-9EEE-D6DC6FDF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B3AD69DC-2B4B-4B3A-B264-0B68FACF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== 2*b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 &gt;= y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 &lt; 0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Σύνταξη if-else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e92da133444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2db8f45334d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161FD128-AA78-4844-9968-6F724BE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A07B3F35-2EF6-4117-B135-5A2F1C94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άνω και κάτω τελεία ολοκληρώνει τη συνθήκη.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εντολές κάθε κλάδου έχουν εσοχή. Η Python χρησιμοποιεί την εσοχή για να αναγνωρίζει τα όρια του κλάδου.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7E7401C9-7798-48D6-9C07-E49D95F4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400D8E21-B4DA-40E7-AF7D-8CB030D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a == 2*b: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print('Double')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print('Not Double')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εγκυρότητας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deb4f1f9b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6323C381-9C92-455C-BB64-70F6591D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BED0BBEB-AE48-4034-881E-8C9B848D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Πριν υπολογίσουμε τετραγωνική ρίζα ελέγχουμε αν ο αριθμός είναι μη αρνητικός.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έλεγχος εμποδίζει έναν μη έγκυρο υπολογισμό.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4b656c44a43b9"/>
          <a:stretch xmlns:a="http://schemas.openxmlformats.org/drawingml/2006/main"/>
        </p:blipFill>
        <p:spPr>
          <a:xfrm xmlns:a="http://schemas.openxmlformats.org/drawingml/2006/main">
            <a:off x="6579829" y="1695450"/>
            <a:ext cx="4032966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F9827F99-907C-4242-B9D8-CDBFDD9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Διακλάδωση για τετραγωνική ρίζα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Δοκιμές διαδρομών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F8781B80-C1F1-4D3C-848F-DC3ABDF0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01E09468-1C5E-4E91-AB45-E07ABBE8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Επιλέγουμε τιμές που ενεργοποιούν κάθε κλάδο.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συγκρίσεις ελέγχουμε μικρότερη, ίση και μεγαλύτερη τιμή. Για τη ρίζα ελέγχουμε αρνητικό, μηδέν και θετικό αριθμό.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3604EE21-A7F5-4F5F-939C-6D14095C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4A4BFAC1-7D2D-44B3-9158-652CAA33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x=15, y=20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x=15, y=15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x=25, y=20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71ce323e64e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A.7.M8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23A07DC8-4A5C-42C4-92A1-3A4076A2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42EBCC8C-237B-4856-8986-D55A2D44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1–3: Double/Not Double, μετατροπή λογικού διαγράμματος και τετραγωνική ρίζα.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bcdeee8a1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A.7.M8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7ADCD540-87B6-4B94-BBE3-59AA166B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B9E93C6E-5461-4EBB-9549-F2E5B6CB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5–6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2026-09-26T08:26:38.5860000Z</dcterms:created>
  <dcterms:modified xsi:type="dcterms:W3CDTF">2026-09-26T08:26:38.5860000Z</dcterms:modified>
</coreProperties>
</file>