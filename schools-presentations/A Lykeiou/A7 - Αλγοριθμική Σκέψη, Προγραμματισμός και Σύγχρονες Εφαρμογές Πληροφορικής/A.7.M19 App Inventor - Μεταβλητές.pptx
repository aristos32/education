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07d470ca714c28" /><Relationship Type="http://schemas.openxmlformats.org/officeDocument/2006/relationships/extended-properties" Target="/docProps/app.xml" Id="Rfce39b2f6a0245dc" /><Relationship Type="http://schemas.openxmlformats.org/officeDocument/2006/relationships/officeDocument" Target="/ppt/presentation.xml" Id="Ra6d61b2c3b6348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8144268ba7422b"/>
  </p:sldMasterIdLst>
  <p:notesMasterIdLst>
    <p:notesMasterId xmlns:r="http://schemas.openxmlformats.org/officeDocument/2006/relationships" r:id="R05c2b612aade468e"/>
  </p:notesMasterIdLst>
  <p:sldIdLst>
    <p:sldId xmlns:r="http://schemas.openxmlformats.org/officeDocument/2006/relationships" id="256" r:id="R4501148f3fb64325"/>
    <p:sldId xmlns:r="http://schemas.openxmlformats.org/officeDocument/2006/relationships" id="257" r:id="R2648abdef2eb4f78"/>
    <p:sldId xmlns:r="http://schemas.openxmlformats.org/officeDocument/2006/relationships" id="258" r:id="R0778aeb7b89e4503"/>
    <p:sldId xmlns:r="http://schemas.openxmlformats.org/officeDocument/2006/relationships" id="259" r:id="R13e39a0c01b644cb"/>
    <p:sldId xmlns:r="http://schemas.openxmlformats.org/officeDocument/2006/relationships" id="260" r:id="R32799602cff54190"/>
    <p:sldId xmlns:r="http://schemas.openxmlformats.org/officeDocument/2006/relationships" id="261" r:id="R63097f40996341f7"/>
    <p:sldId xmlns:r="http://schemas.openxmlformats.org/officeDocument/2006/relationships" id="262" r:id="R5b44daa6873448fe"/>
    <p:sldId xmlns:r="http://schemas.openxmlformats.org/officeDocument/2006/relationships" id="263" r:id="Rf44a0874221f44e2"/>
    <p:sldId xmlns:r="http://schemas.openxmlformats.org/officeDocument/2006/relationships" id="264" r:id="Rbad143628ac44c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50a0f3b9f34759" /><Relationship Type="http://schemas.openxmlformats.org/officeDocument/2006/relationships/slideMaster" Target="/ppt/slideMasters/slideMaster1.xml" Id="R738144268ba7422b" /><Relationship Type="http://schemas.openxmlformats.org/officeDocument/2006/relationships/notesMaster" Target="/ppt/notesMasters/notesMaster1.xml" Id="R05c2b612aade468e" /><Relationship Type="http://schemas.openxmlformats.org/officeDocument/2006/relationships/presProps" Target="/ppt/presProps.xml" Id="R7e51b4c47ace47ca" /><Relationship Type="http://schemas.openxmlformats.org/officeDocument/2006/relationships/viewProps" Target="/ppt/viewProps.xml" Id="R9c5577a2c4df4657" /><Relationship Type="http://schemas.openxmlformats.org/officeDocument/2006/relationships/tableStyles" Target="/ppt/tableStyles.xml" Id="Re29f24edec894fe7" /><Relationship Type="http://schemas.openxmlformats.org/officeDocument/2006/relationships/slide" Target="/ppt/slides/slide1.xml" Id="R4501148f3fb64325" /><Relationship Type="http://schemas.openxmlformats.org/officeDocument/2006/relationships/slide" Target="/ppt/slides/slide2.xml" Id="R2648abdef2eb4f78" /><Relationship Type="http://schemas.openxmlformats.org/officeDocument/2006/relationships/slide" Target="/ppt/slides/slide3.xml" Id="R0778aeb7b89e4503" /><Relationship Type="http://schemas.openxmlformats.org/officeDocument/2006/relationships/slide" Target="/ppt/slides/slide4.xml" Id="R13e39a0c01b644cb" /><Relationship Type="http://schemas.openxmlformats.org/officeDocument/2006/relationships/slide" Target="/ppt/slides/slide5.xml" Id="R32799602cff54190" /><Relationship Type="http://schemas.openxmlformats.org/officeDocument/2006/relationships/slide" Target="/ppt/slides/slide6.xml" Id="R63097f40996341f7" /><Relationship Type="http://schemas.openxmlformats.org/officeDocument/2006/relationships/slide" Target="/ppt/slides/slide7.xml" Id="R5b44daa6873448fe" /><Relationship Type="http://schemas.openxmlformats.org/officeDocument/2006/relationships/slide" Target="/ppt/slides/slide8.xml" Id="Rf44a0874221f44e2" /><Relationship Type="http://schemas.openxmlformats.org/officeDocument/2006/relationships/slide" Target="/ppt/slides/slide9.xml" Id="Rbad143628ac44c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3dae5fe6ce43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fcfc0e5cbe4e3d" /><Relationship Type="http://schemas.openxmlformats.org/officeDocument/2006/relationships/notesMaster" Target="/ppt/notesMasters/notesMaster1.xml" Id="R57666267b38449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b1850c6bf54f52" /><Relationship Type="http://schemas.openxmlformats.org/officeDocument/2006/relationships/notesMaster" Target="/ppt/notesMasters/notesMaster1.xml" Id="R1c9d828a02ab4c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7eb17f872b40e1" /><Relationship Type="http://schemas.openxmlformats.org/officeDocument/2006/relationships/notesMaster" Target="/ppt/notesMasters/notesMaster1.xml" Id="Rb05b80aed52b41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ec1b5fba884fd1" /><Relationship Type="http://schemas.openxmlformats.org/officeDocument/2006/relationships/notesMaster" Target="/ppt/notesMasters/notesMaster1.xml" Id="R7baa9f8cd8584c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3aa38d8ac24cd6" /><Relationship Type="http://schemas.openxmlformats.org/officeDocument/2006/relationships/notesMaster" Target="/ppt/notesMasters/notesMaster1.xml" Id="Re1a3a6c8971845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2c455910554d40" /><Relationship Type="http://schemas.openxmlformats.org/officeDocument/2006/relationships/notesMaster" Target="/ppt/notesMasters/notesMaster1.xml" Id="R81bab89332d145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c28ff619ee4860" /><Relationship Type="http://schemas.openxmlformats.org/officeDocument/2006/relationships/notesMaster" Target="/ppt/notesMasters/notesMaster1.xml" Id="R3fc5ab0f2e4c45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6b0426972f4c18" /><Relationship Type="http://schemas.openxmlformats.org/officeDocument/2006/relationships/notesMaster" Target="/ppt/notesMasters/notesMaster1.xml" Id="R75abc641b70943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4c0eba4d404fb4" /><Relationship Type="http://schemas.openxmlformats.org/officeDocument/2006/relationships/notesMaster" Target="/ppt/notesMasters/notesMaster1.xml" Id="Rec06803c44074f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a3320b9c84b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e25d724ad4b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1ed5a02ad4b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3b19166b041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b30a7781044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5b6f2b50840e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19bb419394c2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ed26fe1744a3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c1711a3b2421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e30c473364c9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acfb53d7b4d1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8c1ff2f824d9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3f6932fdf4f2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c7f585ba8469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2dea893614b7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e6f235edb4cdd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d57a0c62354725" /><Relationship Type="http://schemas.openxmlformats.org/officeDocument/2006/relationships/slideLayout" Target="/ppt/slideLayouts/slideLayout1.xml" Id="R7a354d1efef2459d" /><Relationship Type="http://schemas.openxmlformats.org/officeDocument/2006/relationships/slideLayout" Target="/ppt/slideLayouts/slideLayout2.xml" Id="Rf749952a7d694a9c" /><Relationship Type="http://schemas.openxmlformats.org/officeDocument/2006/relationships/slideLayout" Target="/ppt/slideLayouts/slideLayout3.xml" Id="Re9122e1bc93445bd" /><Relationship Type="http://schemas.openxmlformats.org/officeDocument/2006/relationships/slideLayout" Target="/ppt/slideLayouts/slideLayout4.xml" Id="R7662ccacc66549b3" /><Relationship Type="http://schemas.openxmlformats.org/officeDocument/2006/relationships/slideLayout" Target="/ppt/slideLayouts/slideLayout5.xml" Id="Rc9ab932957d14ee1" /><Relationship Type="http://schemas.openxmlformats.org/officeDocument/2006/relationships/slideLayout" Target="/ppt/slideLayouts/slideLayout6.xml" Id="Raea9be2c79f14644" /><Relationship Type="http://schemas.openxmlformats.org/officeDocument/2006/relationships/slideLayout" Target="/ppt/slideLayouts/slideLayout7.xml" Id="R90fa397e3aaa463f" /><Relationship Type="http://schemas.openxmlformats.org/officeDocument/2006/relationships/slideLayout" Target="/ppt/slideLayouts/slideLayout8.xml" Id="R180841e2c67d471f" /><Relationship Type="http://schemas.openxmlformats.org/officeDocument/2006/relationships/slideLayout" Target="/ppt/slideLayouts/slideLayout9.xml" Id="Rbde5fb87b627484d" /><Relationship Type="http://schemas.openxmlformats.org/officeDocument/2006/relationships/slideLayout" Target="/ppt/slideLayouts/slideLayout10.xml" Id="R622091dfa8564a5b" /><Relationship Type="http://schemas.openxmlformats.org/officeDocument/2006/relationships/slideLayout" Target="/ppt/slideLayouts/slideLayout11.xml" Id="R703ca164a4b647fc" /><Relationship Type="http://schemas.openxmlformats.org/officeDocument/2006/relationships/slideLayout" Target="/ppt/slideLayouts/slideLayout12.xml" Id="R33fe3dae06034964" /><Relationship Type="http://schemas.openxmlformats.org/officeDocument/2006/relationships/slideLayout" Target="/ppt/slideLayouts/slideLayout13.xml" Id="Rb9736f8cea594755" /><Relationship Type="http://schemas.openxmlformats.org/officeDocument/2006/relationships/slideLayout" Target="/ppt/slideLayouts/slideLayout14.xml" Id="Rfac1480bdc1c4c07" /><Relationship Type="http://schemas.openxmlformats.org/officeDocument/2006/relationships/slideLayout" Target="/ppt/slideLayouts/slideLayout15.xml" Id="Rf069302fb13148f4" /><Relationship Type="http://schemas.openxmlformats.org/officeDocument/2006/relationships/slideLayout" Target="/ppt/slideLayouts/slideLayout16.xml" Id="R5d79673a8cea43c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354d1efef2459d"/>
    <p:sldLayoutId xmlns:r="http://schemas.openxmlformats.org/officeDocument/2006/relationships" id="2147483650" r:id="Rf749952a7d694a9c"/>
    <p:sldLayoutId xmlns:r="http://schemas.openxmlformats.org/officeDocument/2006/relationships" id="2147483651" r:id="Re9122e1bc93445bd"/>
    <p:sldLayoutId xmlns:r="http://schemas.openxmlformats.org/officeDocument/2006/relationships" id="2147483652" r:id="R7662ccacc66549b3"/>
    <p:sldLayoutId xmlns:r="http://schemas.openxmlformats.org/officeDocument/2006/relationships" id="2147483653" r:id="Rc9ab932957d14ee1"/>
    <p:sldLayoutId xmlns:r="http://schemas.openxmlformats.org/officeDocument/2006/relationships" id="2147483654" r:id="Raea9be2c79f14644"/>
    <p:sldLayoutId xmlns:r="http://schemas.openxmlformats.org/officeDocument/2006/relationships" id="2147483655" r:id="R90fa397e3aaa463f"/>
    <p:sldLayoutId xmlns:r="http://schemas.openxmlformats.org/officeDocument/2006/relationships" id="2147483656" r:id="R180841e2c67d471f"/>
    <p:sldLayoutId xmlns:r="http://schemas.openxmlformats.org/officeDocument/2006/relationships" id="2147483657" r:id="Rbde5fb87b627484d"/>
    <p:sldLayoutId xmlns:r="http://schemas.openxmlformats.org/officeDocument/2006/relationships" id="2147483658" r:id="R622091dfa8564a5b"/>
    <p:sldLayoutId xmlns:r="http://schemas.openxmlformats.org/officeDocument/2006/relationships" id="2147483659" r:id="R703ca164a4b647fc"/>
    <p:sldLayoutId xmlns:r="http://schemas.openxmlformats.org/officeDocument/2006/relationships" id="2147483660" r:id="R33fe3dae06034964"/>
    <p:sldLayoutId xmlns:r="http://schemas.openxmlformats.org/officeDocument/2006/relationships" id="2147483661" r:id="Rb9736f8cea594755"/>
    <p:sldLayoutId xmlns:r="http://schemas.openxmlformats.org/officeDocument/2006/relationships" id="2147483662" r:id="Rfac1480bdc1c4c07"/>
    <p:sldLayoutId xmlns:r="http://schemas.openxmlformats.org/officeDocument/2006/relationships" id="2147483663" r:id="Rf069302fb13148f4"/>
    <p:sldLayoutId xmlns:r="http://schemas.openxmlformats.org/officeDocument/2006/relationships" id="2147483664" r:id="R5d79673a8cea43ce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02a442641407b" /><Relationship Type="http://schemas.openxmlformats.org/officeDocument/2006/relationships/notesSlide" Target="/ppt/notesSlides/notesSlide1.xml" Id="R5dfa6d1259434b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3d671bced1f4c87" /><Relationship Type="http://schemas.openxmlformats.org/officeDocument/2006/relationships/image" Target="/ppt/media/image.png" Id="R05509a0c0d984d34" /><Relationship Type="http://schemas.openxmlformats.org/officeDocument/2006/relationships/image" Target="/ppt/media/image2.png" Id="Rc8defa0e5f604a1e" /><Relationship Type="http://schemas.openxmlformats.org/officeDocument/2006/relationships/notesSlide" Target="/ppt/notesSlides/notesSlide2.xml" Id="R8d46f40235dc4f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1bf4fef3c1b4cbd" /><Relationship Type="http://schemas.openxmlformats.org/officeDocument/2006/relationships/image" Target="/ppt/media/image3.png" Id="Rd4482b60b6374570" /><Relationship Type="http://schemas.openxmlformats.org/officeDocument/2006/relationships/image" Target="/ppt/media/image4.png" Id="Rd9c7ce60763244cb" /><Relationship Type="http://schemas.openxmlformats.org/officeDocument/2006/relationships/notesSlide" Target="/ppt/notesSlides/notesSlide3.xml" Id="Rb72ac8bfd23e48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ea6a5a055c04fb2" /><Relationship Type="http://schemas.openxmlformats.org/officeDocument/2006/relationships/image" Target="/ppt/media/image5.png" Id="R2cd3cb601e254673" /><Relationship Type="http://schemas.openxmlformats.org/officeDocument/2006/relationships/image" Target="/ppt/media/image6.png" Id="R375db8d146ff4855" /><Relationship Type="http://schemas.openxmlformats.org/officeDocument/2006/relationships/notesSlide" Target="/ppt/notesSlides/notesSlide4.xml" Id="Rb06aad59e57542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894a93255a6486e" /><Relationship Type="http://schemas.openxmlformats.org/officeDocument/2006/relationships/image" Target="/ppt/media/image7.png" Id="Rda0c721a6a244762" /><Relationship Type="http://schemas.openxmlformats.org/officeDocument/2006/relationships/image" Target="/ppt/media/image8.png" Id="R106d53167b754860" /><Relationship Type="http://schemas.openxmlformats.org/officeDocument/2006/relationships/image" Target="/ppt/media/image9.png" Id="R53f82422f54c4623" /><Relationship Type="http://schemas.openxmlformats.org/officeDocument/2006/relationships/notesSlide" Target="/ppt/notesSlides/notesSlide5.xml" Id="R42da9d70a65c42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2b55fa2c7394e88" /><Relationship Type="http://schemas.openxmlformats.org/officeDocument/2006/relationships/image" Target="/ppt/media/image3.png" Id="R1807d9021fde4de2" /><Relationship Type="http://schemas.openxmlformats.org/officeDocument/2006/relationships/image" Target="/ppt/media/image10.png" Id="R9855e7ca28d24e49" /><Relationship Type="http://schemas.openxmlformats.org/officeDocument/2006/relationships/notesSlide" Target="/ppt/notesSlides/notesSlide6.xml" Id="Rf574576ab85248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b5c7448e3d14cfc" /><Relationship Type="http://schemas.openxmlformats.org/officeDocument/2006/relationships/notesSlide" Target="/ppt/notesSlides/notesSlide7.xml" Id="R8d3b7b72a3ae43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55e5835020a447a" /><Relationship Type="http://schemas.openxmlformats.org/officeDocument/2006/relationships/image" Target="/ppt/media/image11.png" Id="Rbed615983e9f48be" /><Relationship Type="http://schemas.openxmlformats.org/officeDocument/2006/relationships/notesSlide" Target="/ppt/notesSlides/notesSlide8.xml" Id="R1404b04f2c5e49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e755ab8ed0947ef" /><Relationship Type="http://schemas.openxmlformats.org/officeDocument/2006/relationships/image" Target="/ppt/media/image11.png" Id="R2951990cf07c487a" /><Relationship Type="http://schemas.openxmlformats.org/officeDocument/2006/relationships/notesSlide" Target="/ppt/notesSlides/notesSlide9.xml" Id="Rda3d530850e842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App Inventor - Μεταβλητές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73146EF1-DB52-40F5-918B-0DF067A6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A.7.M19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05509a0c0d984d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6ACE5EAE-E557-435F-AC38-77655495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9A001615-7ED5-414C-8862-75CBFCD2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TextBox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δηλώνουμε και να αρχικοποιούμε μεταβλητές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δημιουργούμε ακολουθιακή εφαρμογή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συνδέουμε λογικό διάγραμμα, χειριστήρια και blocks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efa0e5f604a1e"/>
          <a:stretch xmlns:a="http://schemas.openxmlformats.org/drawingml/2006/main"/>
        </p:blipFill>
        <p:spPr>
          <a:xfrm xmlns:a="http://schemas.openxmlformats.org/drawingml/2006/main">
            <a:off x="7524750" y="2011273"/>
            <a:ext cx="3333750" cy="2740204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C7AE6DAC-AA06-4800-BF3E-603CB357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Παράδειγμα οθόνης εφαρμογής υπολογισμού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94661"/>
          </a:bodyPr>
          <a:lstStyle xmlns:a="http://schemas.openxmlformats.org/drawingml/2006/main"/>
          <a:p xmlns:a="http://schemas.openxmlformats.org/drawingml/2006/main">
            <a:r>
              <a:t>Χειριστήρια εισόδου και εξόδου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82b60b63745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AE742B3A-FAEB-4E56-AA50-074E7AE8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178F6855-1E4E-4DBF-BC54-79B05FE7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TextBox: ο χρήστης εισάγει δεδομένα.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Button: ενεργοποιεί τον υπολογισμό.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Label: εμφανίζει αποτέλεσμα ή οδηγία.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αριθμός των χειριστηρίων προκύπτει από τα δεδομένα και τις πληροφορίες.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7ce60763244cb"/>
          <a:stretch xmlns:a="http://schemas.openxmlformats.org/drawingml/2006/main"/>
        </p:blipFill>
        <p:spPr>
          <a:xfrm xmlns:a="http://schemas.openxmlformats.org/drawingml/2006/main">
            <a:off x="6365588" y="1695450"/>
            <a:ext cx="4461448" cy="3667125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84E1C577-2E68-4236-9743-97462C06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Παράδειγμα οθόνης εφαρμογής υπολογισμού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Μεταβλητές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3cb601e2546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BE906E94-657E-48BB-B3A5-B5E09F0E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73AF469B-9630-47BE-BFEF-81B4227A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global variables αποθηκεύουν τιμές που χρησιμοποιούνται σε περισσότερα blocks.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Αρχικοποιούνται πριν από τα events, συνήθως με 0 για αριθμητικές τιμές.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db8d146ff4855"/>
          <a:stretch xmlns:a="http://schemas.openxmlformats.org/drawingml/2006/main"/>
        </p:blipFill>
        <p:spPr>
          <a:xfrm xmlns:a="http://schemas.openxmlformats.org/drawingml/2006/main">
            <a:off x="6191250" y="2102633"/>
            <a:ext cx="4810125" cy="2852758"/>
          </a:xfrm>
          <a:prstGeom xmlns:a="http://schemas.openxmlformats.org/drawingml/2006/main" prst="rect">
            <a:avLst/>
          </a:prstGeom>
        </p:spPr>
      </p:pic>
      <p:sp>
        <p:nvSpPr>
          <p:cNvPr id="7" name="-caption">
            <a:extLst xmlns:a="http://schemas.openxmlformats.org/drawingml/2006/main">
              <a:ext uri="{FF2B5EF4-FFF2-40B4-BE49-F238E27FC236}">
                <a16:creationId xmlns:a16="http://schemas.microsoft.com/office/drawing/2014/main" id="{646610D3-FD05-4F12-8FC0-3B0D4B43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Αρχικοποίηση μεταβλητών στο App Inventor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Ανάγνωση από TextBox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c721a6a24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d53167b7548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2CCF8EC9-AA86-4956-8525-E7635585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FCED9FCF-288A-4865-8B78-285CC74C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Όταν πατηθεί το κουμπί, αντιγράφουμε το Text του TextBox στη μεταβλητή.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Έπειτα εκτελούμε τους υπολογισμούς με τις τιμές των μεταβλητών.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82422f54c4623"/>
          <a:stretch xmlns:a="http://schemas.openxmlformats.org/drawingml/2006/main"/>
        </p:blipFill>
        <p:spPr>
          <a:xfrm xmlns:a="http://schemas.openxmlformats.org/drawingml/2006/main">
            <a:off x="6191250" y="3217117"/>
            <a:ext cx="4810125" cy="623791"/>
          </a:xfrm>
          <a:prstGeom xmlns:a="http://schemas.openxmlformats.org/drawingml/2006/main" prst="rect">
            <a:avLst/>
          </a:prstGeom>
        </p:spPr>
      </p:pic>
      <p:sp>
        <p:nvSpPr>
          <p:cNvPr id="10" name="-caption">
            <a:extLst xmlns:a="http://schemas.openxmlformats.org/drawingml/2006/main">
              <a:ext uri="{FF2B5EF4-FFF2-40B4-BE49-F238E27FC236}">
                <a16:creationId xmlns:a16="http://schemas.microsoft.com/office/drawing/2014/main" id="{11CC901B-B317-489C-A077-9FB8EB13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Εκχώρηση τιμής από TextBox σε μεταβλητή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Ακολουθιακά blocks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7d9021fde4d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C91ADAE0-B1D8-497B-BB8F-F3D3255A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AB60EA32-3453-4583-98F2-61E62CE1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Τα blocks μέσα στο event εκτελούνται από πάνω προς τα κάτω: ανάγνωση δεδομένων, υπολογισμός και εμφάνιση αποτελέσματος.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5e7ca28d24e49"/>
          <a:stretch xmlns:a="http://schemas.openxmlformats.org/drawingml/2006/main"/>
        </p:blipFill>
        <p:spPr>
          <a:xfrm xmlns:a="http://schemas.openxmlformats.org/drawingml/2006/main">
            <a:off x="6191250" y="2784677"/>
            <a:ext cx="4810125" cy="1488670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E807E096-69AD-467E-986A-D2CB4A0D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Blocks ακολουθιακής εφαρμογής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Εφαρμογή κύκλου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6AC66243-4C31-4548-A392-0EA88DE3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32A05851-AE3B-451A-B68C-CF34E9EB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Δεδομένο: ακτίνα R.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Πληροφορίες: εμβαδόν και περίμετρος.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E = πR² και P = 2πR. Χρειάζονται TextBox, Button και Labels για τα αποτελέσματα.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85866843-4834-46FD-A75D-73246089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8FD13B74-9DB0-43D3-A760-D22EAA1C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R → E = π * R²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R → P = 2 * π * R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615983e9f48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A.7.M19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2D93B4A1-D0B6-44F6-B0DA-73CEF97A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5D16E764-91AB-414C-BB03-6BB00F58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Δραστηριότητα 1: εφαρμογή Circle για εμβαδόν και περίμετρο κύκλου, από την ανάλυση μέχρι τη δοκιμή.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1990cf07c48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A.7.M19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2AA99C31-C44D-4A3C-9EA0-979E4FB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54D7E6E8-BA5F-46D3-B467-96F8255C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3 (Text-to-Speech)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Δεν υπάρχουν δραστηριότητες για το σπίτι.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2026-09-26T08:27:14.2020000Z</dcterms:created>
  <dcterms:modified xsi:type="dcterms:W3CDTF">2026-09-26T08:27:14.2020000Z</dcterms:modified>
</coreProperties>
</file>