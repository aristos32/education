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0ba7e2f4a947d2" /><Relationship Type="http://schemas.openxmlformats.org/officeDocument/2006/relationships/extended-properties" Target="/docProps/app.xml" Id="Rb2c1b28f8f1b47c9" /><Relationship Type="http://schemas.openxmlformats.org/officeDocument/2006/relationships/officeDocument" Target="/ppt/presentation.xml" Id="Rbba7088eb2754d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4241acd33b4a05"/>
  </p:sldMasterIdLst>
  <p:notesMasterIdLst>
    <p:notesMasterId xmlns:r="http://schemas.openxmlformats.org/officeDocument/2006/relationships" r:id="R9e940a1da9db45d5"/>
  </p:notesMasterIdLst>
  <p:sldIdLst>
    <p:sldId xmlns:r="http://schemas.openxmlformats.org/officeDocument/2006/relationships" id="256" r:id="Re8a2c6f1d1c74c4a"/>
    <p:sldId xmlns:r="http://schemas.openxmlformats.org/officeDocument/2006/relationships" id="257" r:id="Rf2fcf3b47a2646a6"/>
    <p:sldId xmlns:r="http://schemas.openxmlformats.org/officeDocument/2006/relationships" id="258" r:id="Rdde8bcbcf4c04f27"/>
    <p:sldId xmlns:r="http://schemas.openxmlformats.org/officeDocument/2006/relationships" id="259" r:id="R4bd6599359624363"/>
    <p:sldId xmlns:r="http://schemas.openxmlformats.org/officeDocument/2006/relationships" id="260" r:id="Rffdbcd2de7904d14"/>
    <p:sldId xmlns:r="http://schemas.openxmlformats.org/officeDocument/2006/relationships" id="261" r:id="R2eae3df36f54432f"/>
    <p:sldId xmlns:r="http://schemas.openxmlformats.org/officeDocument/2006/relationships" id="262" r:id="R930ec3c13ff245af"/>
    <p:sldId xmlns:r="http://schemas.openxmlformats.org/officeDocument/2006/relationships" id="263" r:id="R7d68ba5a2fe94fc8"/>
    <p:sldId xmlns:r="http://schemas.openxmlformats.org/officeDocument/2006/relationships" id="264" r:id="Re3e0c09c758149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8e081374974826" /><Relationship Type="http://schemas.openxmlformats.org/officeDocument/2006/relationships/slideMaster" Target="/ppt/slideMasters/slideMaster1.xml" Id="R854241acd33b4a05" /><Relationship Type="http://schemas.openxmlformats.org/officeDocument/2006/relationships/notesMaster" Target="/ppt/notesMasters/notesMaster1.xml" Id="R9e940a1da9db45d5" /><Relationship Type="http://schemas.openxmlformats.org/officeDocument/2006/relationships/presProps" Target="/ppt/presProps.xml" Id="Recf287b107f3411c" /><Relationship Type="http://schemas.openxmlformats.org/officeDocument/2006/relationships/viewProps" Target="/ppt/viewProps.xml" Id="R49234e0898a5433c" /><Relationship Type="http://schemas.openxmlformats.org/officeDocument/2006/relationships/tableStyles" Target="/ppt/tableStyles.xml" Id="Rbd511932dcad4187" /><Relationship Type="http://schemas.openxmlformats.org/officeDocument/2006/relationships/slide" Target="/ppt/slides/slide1.xml" Id="Re8a2c6f1d1c74c4a" /><Relationship Type="http://schemas.openxmlformats.org/officeDocument/2006/relationships/slide" Target="/ppt/slides/slide2.xml" Id="Rf2fcf3b47a2646a6" /><Relationship Type="http://schemas.openxmlformats.org/officeDocument/2006/relationships/slide" Target="/ppt/slides/slide3.xml" Id="Rdde8bcbcf4c04f27" /><Relationship Type="http://schemas.openxmlformats.org/officeDocument/2006/relationships/slide" Target="/ppt/slides/slide4.xml" Id="R4bd6599359624363" /><Relationship Type="http://schemas.openxmlformats.org/officeDocument/2006/relationships/slide" Target="/ppt/slides/slide5.xml" Id="Rffdbcd2de7904d14" /><Relationship Type="http://schemas.openxmlformats.org/officeDocument/2006/relationships/slide" Target="/ppt/slides/slide6.xml" Id="R2eae3df36f54432f" /><Relationship Type="http://schemas.openxmlformats.org/officeDocument/2006/relationships/slide" Target="/ppt/slides/slide7.xml" Id="R930ec3c13ff245af" /><Relationship Type="http://schemas.openxmlformats.org/officeDocument/2006/relationships/slide" Target="/ppt/slides/slide8.xml" Id="R7d68ba5a2fe94fc8" /><Relationship Type="http://schemas.openxmlformats.org/officeDocument/2006/relationships/slide" Target="/ppt/slides/slide9.xml" Id="Re3e0c09c758149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b6cfd5591342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eda7b3ddf24e34" /><Relationship Type="http://schemas.openxmlformats.org/officeDocument/2006/relationships/notesMaster" Target="/ppt/notesMasters/notesMaster1.xml" Id="Rcd73c0f6aed347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3046293d9a4289" /><Relationship Type="http://schemas.openxmlformats.org/officeDocument/2006/relationships/notesMaster" Target="/ppt/notesMasters/notesMaster1.xml" Id="R7c949bf3aa3d4d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79af025bec4486" /><Relationship Type="http://schemas.openxmlformats.org/officeDocument/2006/relationships/notesMaster" Target="/ppt/notesMasters/notesMaster1.xml" Id="R1caa987cf69442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b3305c1e644f79" /><Relationship Type="http://schemas.openxmlformats.org/officeDocument/2006/relationships/notesMaster" Target="/ppt/notesMasters/notesMaster1.xml" Id="R4ded9a4ed37d49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fe6d8339954b7b" /><Relationship Type="http://schemas.openxmlformats.org/officeDocument/2006/relationships/notesMaster" Target="/ppt/notesMasters/notesMaster1.xml" Id="Rff37f0d17dac40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6d887f558c4ae5" /><Relationship Type="http://schemas.openxmlformats.org/officeDocument/2006/relationships/notesMaster" Target="/ppt/notesMasters/notesMaster1.xml" Id="R9eeb18f1d40042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45beca6c0d478a" /><Relationship Type="http://schemas.openxmlformats.org/officeDocument/2006/relationships/notesMaster" Target="/ppt/notesMasters/notesMaster1.xml" Id="R63fbc0e345e242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01301396914c6e" /><Relationship Type="http://schemas.openxmlformats.org/officeDocument/2006/relationships/notesMaster" Target="/ppt/notesMasters/notesMaster1.xml" Id="R180046047cc24f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fca8d813a64c05" /><Relationship Type="http://schemas.openxmlformats.org/officeDocument/2006/relationships/notesMaster" Target="/ppt/notesMasters/notesMaster1.xml" Id="R719cc38552394f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48f2155964b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2061a483242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ac8d7eb15447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c931bade644f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4b55a2ff6a42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c5a73aaa9458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9a2d150800458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8f55ba00b84e7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63da63837412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8fb1b78f134d8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5f057b9339472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466df575f24f7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43b93ddda845b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d53252fc9f40a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db5c8835b44c4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70a01cc414b22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ff678210dc46b8" /><Relationship Type="http://schemas.openxmlformats.org/officeDocument/2006/relationships/slideLayout" Target="/ppt/slideLayouts/slideLayout1.xml" Id="R11f639a92c8041e3" /><Relationship Type="http://schemas.openxmlformats.org/officeDocument/2006/relationships/slideLayout" Target="/ppt/slideLayouts/slideLayout2.xml" Id="R594c091e8f38481c" /><Relationship Type="http://schemas.openxmlformats.org/officeDocument/2006/relationships/slideLayout" Target="/ppt/slideLayouts/slideLayout3.xml" Id="R468fca585d394038" /><Relationship Type="http://schemas.openxmlformats.org/officeDocument/2006/relationships/slideLayout" Target="/ppt/slideLayouts/slideLayout4.xml" Id="R50cbec97c6784b7f" /><Relationship Type="http://schemas.openxmlformats.org/officeDocument/2006/relationships/slideLayout" Target="/ppt/slideLayouts/slideLayout5.xml" Id="R8218c76e72bd4e55" /><Relationship Type="http://schemas.openxmlformats.org/officeDocument/2006/relationships/slideLayout" Target="/ppt/slideLayouts/slideLayout6.xml" Id="Rd34853c54d71455b" /><Relationship Type="http://schemas.openxmlformats.org/officeDocument/2006/relationships/slideLayout" Target="/ppt/slideLayouts/slideLayout7.xml" Id="Rc582e83d20b9473f" /><Relationship Type="http://schemas.openxmlformats.org/officeDocument/2006/relationships/slideLayout" Target="/ppt/slideLayouts/slideLayout8.xml" Id="R3e4a2b0e99fe4eec" /><Relationship Type="http://schemas.openxmlformats.org/officeDocument/2006/relationships/slideLayout" Target="/ppt/slideLayouts/slideLayout9.xml" Id="Re3d769d01cd24de0" /><Relationship Type="http://schemas.openxmlformats.org/officeDocument/2006/relationships/slideLayout" Target="/ppt/slideLayouts/slideLayout10.xml" Id="R33cdc06848a44392" /><Relationship Type="http://schemas.openxmlformats.org/officeDocument/2006/relationships/slideLayout" Target="/ppt/slideLayouts/slideLayout11.xml" Id="R9e637900c67045f0" /><Relationship Type="http://schemas.openxmlformats.org/officeDocument/2006/relationships/slideLayout" Target="/ppt/slideLayouts/slideLayout12.xml" Id="R9ba81a4a831143ea" /><Relationship Type="http://schemas.openxmlformats.org/officeDocument/2006/relationships/slideLayout" Target="/ppt/slideLayouts/slideLayout13.xml" Id="R61508bc92ac84d3f" /><Relationship Type="http://schemas.openxmlformats.org/officeDocument/2006/relationships/slideLayout" Target="/ppt/slideLayouts/slideLayout14.xml" Id="R3efcb98603a346b2" /><Relationship Type="http://schemas.openxmlformats.org/officeDocument/2006/relationships/slideLayout" Target="/ppt/slideLayouts/slideLayout15.xml" Id="R8e87ffd76d504b6a" /><Relationship Type="http://schemas.openxmlformats.org/officeDocument/2006/relationships/slideLayout" Target="/ppt/slideLayouts/slideLayout16.xml" Id="R554ad2e472a745f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f639a92c8041e3"/>
    <p:sldLayoutId xmlns:r="http://schemas.openxmlformats.org/officeDocument/2006/relationships" id="2147483650" r:id="R594c091e8f38481c"/>
    <p:sldLayoutId xmlns:r="http://schemas.openxmlformats.org/officeDocument/2006/relationships" id="2147483651" r:id="R468fca585d394038"/>
    <p:sldLayoutId xmlns:r="http://schemas.openxmlformats.org/officeDocument/2006/relationships" id="2147483652" r:id="R50cbec97c6784b7f"/>
    <p:sldLayoutId xmlns:r="http://schemas.openxmlformats.org/officeDocument/2006/relationships" id="2147483653" r:id="R8218c76e72bd4e55"/>
    <p:sldLayoutId xmlns:r="http://schemas.openxmlformats.org/officeDocument/2006/relationships" id="2147483654" r:id="Rd34853c54d71455b"/>
    <p:sldLayoutId xmlns:r="http://schemas.openxmlformats.org/officeDocument/2006/relationships" id="2147483655" r:id="Rc582e83d20b9473f"/>
    <p:sldLayoutId xmlns:r="http://schemas.openxmlformats.org/officeDocument/2006/relationships" id="2147483656" r:id="R3e4a2b0e99fe4eec"/>
    <p:sldLayoutId xmlns:r="http://schemas.openxmlformats.org/officeDocument/2006/relationships" id="2147483657" r:id="Re3d769d01cd24de0"/>
    <p:sldLayoutId xmlns:r="http://schemas.openxmlformats.org/officeDocument/2006/relationships" id="2147483658" r:id="R33cdc06848a44392"/>
    <p:sldLayoutId xmlns:r="http://schemas.openxmlformats.org/officeDocument/2006/relationships" id="2147483659" r:id="R9e637900c67045f0"/>
    <p:sldLayoutId xmlns:r="http://schemas.openxmlformats.org/officeDocument/2006/relationships" id="2147483660" r:id="R9ba81a4a831143ea"/>
    <p:sldLayoutId xmlns:r="http://schemas.openxmlformats.org/officeDocument/2006/relationships" id="2147483661" r:id="R61508bc92ac84d3f"/>
    <p:sldLayoutId xmlns:r="http://schemas.openxmlformats.org/officeDocument/2006/relationships" id="2147483662" r:id="R3efcb98603a346b2"/>
    <p:sldLayoutId xmlns:r="http://schemas.openxmlformats.org/officeDocument/2006/relationships" id="2147483663" r:id="R8e87ffd76d504b6a"/>
    <p:sldLayoutId xmlns:r="http://schemas.openxmlformats.org/officeDocument/2006/relationships" id="2147483664" r:id="R554ad2e472a745f5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0429737234e00" /><Relationship Type="http://schemas.openxmlformats.org/officeDocument/2006/relationships/notesSlide" Target="/ppt/notesSlides/notesSlide1.xml" Id="R80b083e9c93946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e3d0da5d80a4f67" /><Relationship Type="http://schemas.openxmlformats.org/officeDocument/2006/relationships/image" Target="/ppt/media/image.png" Id="R45814264305743f7" /><Relationship Type="http://schemas.openxmlformats.org/officeDocument/2006/relationships/image" Target="/ppt/media/image2.png" Id="R415669d2f02844b0" /><Relationship Type="http://schemas.openxmlformats.org/officeDocument/2006/relationships/notesSlide" Target="/ppt/notesSlides/notesSlide2.xml" Id="Rb370dbdb6c2b46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968b3e5a69246fb" /><Relationship Type="http://schemas.openxmlformats.org/officeDocument/2006/relationships/image" Target="/ppt/media/image3.png" Id="R5d5f95dbe46c4418" /><Relationship Type="http://schemas.openxmlformats.org/officeDocument/2006/relationships/image" Target="/ppt/media/image4.png" Id="R094af413b7344652" /><Relationship Type="http://schemas.openxmlformats.org/officeDocument/2006/relationships/notesSlide" Target="/ppt/notesSlides/notesSlide3.xml" Id="R7847ffdb239d49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7e8ff2d60244533" /><Relationship Type="http://schemas.openxmlformats.org/officeDocument/2006/relationships/image" Target="/ppt/media/image5.png" Id="Re218a712d2c547f1" /><Relationship Type="http://schemas.openxmlformats.org/officeDocument/2006/relationships/image" Target="/ppt/media/image6.png" Id="Rd603e07501304d7d" /><Relationship Type="http://schemas.openxmlformats.org/officeDocument/2006/relationships/notesSlide" Target="/ppt/notesSlides/notesSlide4.xml" Id="Rf427c843dccc4b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0bde43dbe574b1e" /><Relationship Type="http://schemas.openxmlformats.org/officeDocument/2006/relationships/image" Target="/ppt/media/image7.png" Id="R5e1ead8c4cb049c3" /><Relationship Type="http://schemas.openxmlformats.org/officeDocument/2006/relationships/image" Target="/ppt/media/image8.png" Id="Rf627a5df38934e5a" /><Relationship Type="http://schemas.openxmlformats.org/officeDocument/2006/relationships/image" Target="/ppt/media/image9.png" Id="Rbcad320137e74c59" /><Relationship Type="http://schemas.openxmlformats.org/officeDocument/2006/relationships/notesSlide" Target="/ppt/notesSlides/notesSlide5.xml" Id="Rc9858d4f9a1247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853371f0d894b17" /><Relationship Type="http://schemas.openxmlformats.org/officeDocument/2006/relationships/image" Target="/ppt/media/image3.png" Id="Ra10451b98c7745c9" /><Relationship Type="http://schemas.openxmlformats.org/officeDocument/2006/relationships/image" Target="/ppt/media/image10.png" Id="R522813f362ca4af9" /><Relationship Type="http://schemas.openxmlformats.org/officeDocument/2006/relationships/notesSlide" Target="/ppt/notesSlides/notesSlide6.xml" Id="Rf61bc02958924b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14f53e3d63e4319" /><Relationship Type="http://schemas.openxmlformats.org/officeDocument/2006/relationships/image" Target="/ppt/media/image11.png" Id="Re554adaf41724eb2" /><Relationship Type="http://schemas.openxmlformats.org/officeDocument/2006/relationships/notesSlide" Target="/ppt/notesSlides/notesSlide7.xml" Id="Rc3d5730e3b104d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4106365a87f487c" /><Relationship Type="http://schemas.openxmlformats.org/officeDocument/2006/relationships/image" Target="/ppt/media/image12.png" Id="Rd67cb39f871845eb" /><Relationship Type="http://schemas.openxmlformats.org/officeDocument/2006/relationships/notesSlide" Target="/ppt/notesSlides/notesSlide8.xml" Id="R14586b33c61b4f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c769dec9ca149ba" /><Relationship Type="http://schemas.openxmlformats.org/officeDocument/2006/relationships/image" Target="/ppt/media/image12.png" Id="Raca819b392ba4da5" /><Relationship Type="http://schemas.openxmlformats.org/officeDocument/2006/relationships/notesSlide" Target="/ppt/notesSlides/notesSlide9.xml" Id="Reea045cac49c49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App Inventor - Εισαγωγή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489F9B9C-A59A-408E-9850-850474A2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A.7.M18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45814264305743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E97A2949-3052-4DBF-AFB1-73D8681D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C552D159-EFBE-41DF-AAAD-86ABF334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γνωρίσουμε το περιβάλλον App Inventor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χρησιμοποιούμε Button, Label και Image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αλλάζουμε ιδιότητες χειριστηρίων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δοκιμάζουμε την εφαρμογή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669d2f02844b0"/>
          <a:stretch xmlns:a="http://schemas.openxmlformats.org/drawingml/2006/main"/>
        </p:blipFill>
        <p:spPr>
          <a:xfrm xmlns:a="http://schemas.openxmlformats.org/drawingml/2006/main">
            <a:off x="7524750" y="2675906"/>
            <a:ext cx="3333750" cy="1410938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A33E432D-E938-4295-A30D-13C9CC92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48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Δημιουργία νέου project στο App Inventor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Το App Inventor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f95dbe46c4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BD40BA9F-BC5E-4224-A1EB-4F85206E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6B4F0453-32AA-4586-9C99-F7C859DF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MIT App Inventor είναι διαδικτυακό περιβάλλον δημιουργίας εφαρμογών για κινητές συσκευές.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χρήστης σχεδιάζει την οθόνη και προγραμματίζει τη συμπεριφορά με blocks.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af413b7344652"/>
          <a:stretch xmlns:a="http://schemas.openxmlformats.org/drawingml/2006/main"/>
        </p:blipFill>
        <p:spPr>
          <a:xfrm xmlns:a="http://schemas.openxmlformats.org/drawingml/2006/main">
            <a:off x="6191250" y="2511122"/>
            <a:ext cx="4810125" cy="2035781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5D62A328-EFE7-4D98-B51C-B6709F7C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Δημιουργία νέου project στο App Inventor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Designer και Blocks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8a712d2c547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3736D107-9EBA-4200-9533-7CC865B7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0DE23152-A369-4B00-8F86-06FCD1C2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Στην όψη Designer τοποθετούμε χειριστήρια και ρυθμίζουμε την εμφάνιση.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Στην όψη Blocks συνδέουμε εντολές που καθορίζουν τη λειτουργία της εφαρμογής.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3e07501304d7d"/>
          <a:stretch xmlns:a="http://schemas.openxmlformats.org/drawingml/2006/main"/>
        </p:blipFill>
        <p:spPr>
          <a:xfrm xmlns:a="http://schemas.openxmlformats.org/drawingml/2006/main">
            <a:off x="6191250" y="2385694"/>
            <a:ext cx="4810125" cy="2286637"/>
          </a:xfrm>
          <a:prstGeom xmlns:a="http://schemas.openxmlformats.org/drawingml/2006/main" prst="rect">
            <a:avLst/>
          </a:prstGeom>
        </p:spPr>
      </p:pic>
      <p:sp>
        <p:nvSpPr>
          <p:cNvPr id="7" name="-caption">
            <a:extLst xmlns:a="http://schemas.openxmlformats.org/drawingml/2006/main">
              <a:ext uri="{FF2B5EF4-FFF2-40B4-BE49-F238E27FC236}">
                <a16:creationId xmlns:a16="http://schemas.microsoft.com/office/drawing/2014/main" id="{7E99F46D-1C9B-42C5-B0FE-78DC0232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Όψη Designer του App Inventor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Παράθυρα του Designer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ead8c4cb049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7a5df38934e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FFAC93C2-E403-465B-9550-A80FDB65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6A2A89C2-21DC-47A4-A876-EEBB8A06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Palette: διαθέσιμα χειριστήρια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Viewer: προεπισκόπηση οθόνης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Components: αντικείμενα της εφαρμογής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Properties: ιδιότητες επιλεγμένου αντικειμένου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Media: εικόνες, ήχοι και άλλα αρχεία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d320137e74c59"/>
          <a:stretch xmlns:a="http://schemas.openxmlformats.org/drawingml/2006/main"/>
        </p:blipFill>
        <p:spPr>
          <a:xfrm xmlns:a="http://schemas.openxmlformats.org/drawingml/2006/main">
            <a:off x="6296590" y="1695450"/>
            <a:ext cx="4599445" cy="3667125"/>
          </a:xfrm>
          <a:prstGeom xmlns:a="http://schemas.openxmlformats.org/drawingml/2006/main" prst="rect">
            <a:avLst/>
          </a:prstGeom>
        </p:spPr>
      </p:pic>
      <p:sp>
        <p:nvSpPr>
          <p:cNvPr id="10" name="-caption">
            <a:extLst xmlns:a="http://schemas.openxmlformats.org/drawingml/2006/main">
              <a:ext uri="{FF2B5EF4-FFF2-40B4-BE49-F238E27FC236}">
                <a16:creationId xmlns:a16="http://schemas.microsoft.com/office/drawing/2014/main" id="{6BBA0DFC-7DDD-43A5-BD77-F530BD5E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Παράθυρο Palette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Γεγονότα και ιδιότητες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451b98c7745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8FFC57A8-C4B9-4890-915E-455B4077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5A6E95CB-8E19-492F-A781-C6029919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event περιγράφει πότε θα εκτελεστούν οι εντολές, όπως when Button.Click.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εντολές μπορούν να αλλάζουν μια ιδιότητα, όπως το Text ενός Label.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813f362ca4af9"/>
          <a:stretch xmlns:a="http://schemas.openxmlformats.org/drawingml/2006/main"/>
        </p:blipFill>
        <p:spPr>
          <a:xfrm xmlns:a="http://schemas.openxmlformats.org/drawingml/2006/main">
            <a:off x="6191250" y="1940214"/>
            <a:ext cx="4810125" cy="3177598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D29B9D8E-D166-46B6-A21C-E6FB0CE3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Events ενός Button στην όψη Blocks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Δοκιμή εφαρμογής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C62DB5A8-6735-453C-906A-A06AAFF2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B9D5236C-322A-4A8D-A007-0611E29A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Μπορούμε να χρησιμοποιήσουμε AI Companion, emulator ή εγκατάσταση αρχείου apk.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δοκιμή ελέγχει τόσο την οθόνη όσο και τη συμπεριφορά των blocks.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4adaf41724eb2"/>
          <a:stretch xmlns:a="http://schemas.openxmlformats.org/drawingml/2006/main"/>
        </p:blipFill>
        <p:spPr>
          <a:xfrm xmlns:a="http://schemas.openxmlformats.org/drawingml/2006/main">
            <a:off x="6191250" y="2082275"/>
            <a:ext cx="4810125" cy="2893475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D62F73D9-874A-4F40-B0F5-3BF44C28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Σύνδεση με AI Companion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cb39f871845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A.7.M18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C1AAED7C-3F9B-4A03-A66A-3361C54D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CFD32C1A-E31B-4443-A84A-056C029E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Δραστηριότητα 1: εφαρμογή What_is_your_name με 5 Buttons, Label, εικόνες σημαιών και events Click.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819b392ba4d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A.7.M18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E6558F66-494A-454C-9F46-830F1FBF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31DEA9E0-9368-4E4F-8067-3E435D1F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Επιπρόσθετες: 3–9 (DigitalDoodle)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Δεν υπάρχουν δραστηριότητες για το σπίτι.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2026-09-26T08:27:11.0540000Z</dcterms:created>
  <dcterms:modified xsi:type="dcterms:W3CDTF">2026-09-26T08:27:11.0540000Z</dcterms:modified>
</coreProperties>
</file>