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9ff7bffcdf4177" /><Relationship Type="http://schemas.openxmlformats.org/officeDocument/2006/relationships/extended-properties" Target="/docProps/app.xml" Id="Rdbf04426105346df" /><Relationship Type="http://schemas.openxmlformats.org/officeDocument/2006/relationships/officeDocument" Target="/ppt/presentation.xml" Id="Ra3c777db5e98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9f1eb58f7145b1"/>
  </p:sldMasterIdLst>
  <p:notesMasterIdLst>
    <p:notesMasterId xmlns:r="http://schemas.openxmlformats.org/officeDocument/2006/relationships" r:id="R90612a2c2f3249e2"/>
  </p:notesMasterIdLst>
  <p:sldIdLst>
    <p:sldId xmlns:r="http://schemas.openxmlformats.org/officeDocument/2006/relationships" id="256" r:id="Rdfca011a9efe42c6"/>
    <p:sldId xmlns:r="http://schemas.openxmlformats.org/officeDocument/2006/relationships" id="257" r:id="Rb7e3f36755e844b5"/>
    <p:sldId xmlns:r="http://schemas.openxmlformats.org/officeDocument/2006/relationships" id="258" r:id="R40a2bcd4b303412b"/>
    <p:sldId xmlns:r="http://schemas.openxmlformats.org/officeDocument/2006/relationships" id="259" r:id="R32663704be1c4095"/>
    <p:sldId xmlns:r="http://schemas.openxmlformats.org/officeDocument/2006/relationships" id="260" r:id="R04a2b824f04543a0"/>
    <p:sldId xmlns:r="http://schemas.openxmlformats.org/officeDocument/2006/relationships" id="261" r:id="Rd5ad793c5f2b4b35"/>
    <p:sldId xmlns:r="http://schemas.openxmlformats.org/officeDocument/2006/relationships" id="262" r:id="Rfd9de5707ccd4185"/>
    <p:sldId xmlns:r="http://schemas.openxmlformats.org/officeDocument/2006/relationships" id="263" r:id="R6c5b53b659f24289"/>
    <p:sldId xmlns:r="http://schemas.openxmlformats.org/officeDocument/2006/relationships" id="264" r:id="R1e7c9e71925043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30915cdb44224" /><Relationship Type="http://schemas.openxmlformats.org/officeDocument/2006/relationships/slideMaster" Target="/ppt/slideMasters/slideMaster1.xml" Id="Rf69f1eb58f7145b1" /><Relationship Type="http://schemas.openxmlformats.org/officeDocument/2006/relationships/notesMaster" Target="/ppt/notesMasters/notesMaster1.xml" Id="R90612a2c2f3249e2" /><Relationship Type="http://schemas.openxmlformats.org/officeDocument/2006/relationships/presProps" Target="/ppt/presProps.xml" Id="R4a417dbc3b5f46f7" /><Relationship Type="http://schemas.openxmlformats.org/officeDocument/2006/relationships/viewProps" Target="/ppt/viewProps.xml" Id="R25747cd9b0a449d3" /><Relationship Type="http://schemas.openxmlformats.org/officeDocument/2006/relationships/tableStyles" Target="/ppt/tableStyles.xml" Id="R6e3beb17204c46ff" /><Relationship Type="http://schemas.openxmlformats.org/officeDocument/2006/relationships/slide" Target="/ppt/slides/slide1.xml" Id="Rdfca011a9efe42c6" /><Relationship Type="http://schemas.openxmlformats.org/officeDocument/2006/relationships/slide" Target="/ppt/slides/slide2.xml" Id="Rb7e3f36755e844b5" /><Relationship Type="http://schemas.openxmlformats.org/officeDocument/2006/relationships/slide" Target="/ppt/slides/slide3.xml" Id="R40a2bcd4b303412b" /><Relationship Type="http://schemas.openxmlformats.org/officeDocument/2006/relationships/slide" Target="/ppt/slides/slide4.xml" Id="R32663704be1c4095" /><Relationship Type="http://schemas.openxmlformats.org/officeDocument/2006/relationships/slide" Target="/ppt/slides/slide5.xml" Id="R04a2b824f04543a0" /><Relationship Type="http://schemas.openxmlformats.org/officeDocument/2006/relationships/slide" Target="/ppt/slides/slide6.xml" Id="Rd5ad793c5f2b4b35" /><Relationship Type="http://schemas.openxmlformats.org/officeDocument/2006/relationships/slide" Target="/ppt/slides/slide7.xml" Id="Rfd9de5707ccd4185" /><Relationship Type="http://schemas.openxmlformats.org/officeDocument/2006/relationships/slide" Target="/ppt/slides/slide8.xml" Id="R6c5b53b659f24289" /><Relationship Type="http://schemas.openxmlformats.org/officeDocument/2006/relationships/slide" Target="/ppt/slides/slide9.xml" Id="R1e7c9e71925043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07652a4e8547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0f422ef0e14d26" /><Relationship Type="http://schemas.openxmlformats.org/officeDocument/2006/relationships/notesMaster" Target="/ppt/notesMasters/notesMaster1.xml" Id="R1148eaf52f794e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a1ab5f70845be" /><Relationship Type="http://schemas.openxmlformats.org/officeDocument/2006/relationships/notesMaster" Target="/ppt/notesMasters/notesMaster1.xml" Id="R010d14700cd946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af94aae5f34c81" /><Relationship Type="http://schemas.openxmlformats.org/officeDocument/2006/relationships/notesMaster" Target="/ppt/notesMasters/notesMaster1.xml" Id="Rd8a5ce1fd61f45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5c8ac1188d4085" /><Relationship Type="http://schemas.openxmlformats.org/officeDocument/2006/relationships/notesMaster" Target="/ppt/notesMasters/notesMaster1.xml" Id="R679411ed671742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b18402e495493b" /><Relationship Type="http://schemas.openxmlformats.org/officeDocument/2006/relationships/notesMaster" Target="/ppt/notesMasters/notesMaster1.xml" Id="Re24da731c1c340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aec4bca6b64c3d" /><Relationship Type="http://schemas.openxmlformats.org/officeDocument/2006/relationships/notesMaster" Target="/ppt/notesMasters/notesMaster1.xml" Id="R0b4ae26f6e094c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cc7665294e4c29" /><Relationship Type="http://schemas.openxmlformats.org/officeDocument/2006/relationships/notesMaster" Target="/ppt/notesMasters/notesMaster1.xml" Id="R765b883b0b6242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f8cbb26982438f" /><Relationship Type="http://schemas.openxmlformats.org/officeDocument/2006/relationships/notesMaster" Target="/ppt/notesMasters/notesMaster1.xml" Id="R283199ecf61c40f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03d85d3f2c4745" /><Relationship Type="http://schemas.openxmlformats.org/officeDocument/2006/relationships/notesMaster" Target="/ppt/notesMasters/notesMaster1.xml" Id="R2fe31c6dce89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ef0b94241a401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0f2508f9d47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171d68654f45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0434797e7b402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3c427e9c1e42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25e52664543d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49a66e4583454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9fae20a754cf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2988e142c4e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364fd20d148f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02190fe559476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ac1dc1e7af4f6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665765e7e6468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eea6d744f477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a4daacc4f488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dcc7b4a884af5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13ce8524174887" /><Relationship Type="http://schemas.openxmlformats.org/officeDocument/2006/relationships/slideLayout" Target="/ppt/slideLayouts/slideLayout1.xml" Id="Rf71995159dc3471f" /><Relationship Type="http://schemas.openxmlformats.org/officeDocument/2006/relationships/slideLayout" Target="/ppt/slideLayouts/slideLayout2.xml" Id="Rbeb9967f8fd14b25" /><Relationship Type="http://schemas.openxmlformats.org/officeDocument/2006/relationships/slideLayout" Target="/ppt/slideLayouts/slideLayout3.xml" Id="Rb555924cb8b447c2" /><Relationship Type="http://schemas.openxmlformats.org/officeDocument/2006/relationships/slideLayout" Target="/ppt/slideLayouts/slideLayout4.xml" Id="Rcc4c699f93134195" /><Relationship Type="http://schemas.openxmlformats.org/officeDocument/2006/relationships/slideLayout" Target="/ppt/slideLayouts/slideLayout5.xml" Id="Rb6709abc19d84bce" /><Relationship Type="http://schemas.openxmlformats.org/officeDocument/2006/relationships/slideLayout" Target="/ppt/slideLayouts/slideLayout6.xml" Id="R0ff09f52d5df47c3" /><Relationship Type="http://schemas.openxmlformats.org/officeDocument/2006/relationships/slideLayout" Target="/ppt/slideLayouts/slideLayout7.xml" Id="R017c3769f94341a6" /><Relationship Type="http://schemas.openxmlformats.org/officeDocument/2006/relationships/slideLayout" Target="/ppt/slideLayouts/slideLayout8.xml" Id="R73381ad137a34ae0" /><Relationship Type="http://schemas.openxmlformats.org/officeDocument/2006/relationships/slideLayout" Target="/ppt/slideLayouts/slideLayout9.xml" Id="R60ad5e1e7e5444ef" /><Relationship Type="http://schemas.openxmlformats.org/officeDocument/2006/relationships/slideLayout" Target="/ppt/slideLayouts/slideLayout10.xml" Id="R0f65dc73cd7640cb" /><Relationship Type="http://schemas.openxmlformats.org/officeDocument/2006/relationships/slideLayout" Target="/ppt/slideLayouts/slideLayout11.xml" Id="Ra8c86818ce2845e7" /><Relationship Type="http://schemas.openxmlformats.org/officeDocument/2006/relationships/slideLayout" Target="/ppt/slideLayouts/slideLayout12.xml" Id="R1299a55ba9554e9f" /><Relationship Type="http://schemas.openxmlformats.org/officeDocument/2006/relationships/slideLayout" Target="/ppt/slideLayouts/slideLayout13.xml" Id="R905d1fae7d9848c2" /><Relationship Type="http://schemas.openxmlformats.org/officeDocument/2006/relationships/slideLayout" Target="/ppt/slideLayouts/slideLayout14.xml" Id="R3ff5399c64bd47d3" /><Relationship Type="http://schemas.openxmlformats.org/officeDocument/2006/relationships/slideLayout" Target="/ppt/slideLayouts/slideLayout15.xml" Id="Rdee9369d3ad34ce0" /><Relationship Type="http://schemas.openxmlformats.org/officeDocument/2006/relationships/slideLayout" Target="/ppt/slideLayouts/slideLayout16.xml" Id="R26e1b94f8e4d43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1995159dc3471f"/>
    <p:sldLayoutId xmlns:r="http://schemas.openxmlformats.org/officeDocument/2006/relationships" id="2147483650" r:id="Rbeb9967f8fd14b25"/>
    <p:sldLayoutId xmlns:r="http://schemas.openxmlformats.org/officeDocument/2006/relationships" id="2147483651" r:id="Rb555924cb8b447c2"/>
    <p:sldLayoutId xmlns:r="http://schemas.openxmlformats.org/officeDocument/2006/relationships" id="2147483652" r:id="Rcc4c699f93134195"/>
    <p:sldLayoutId xmlns:r="http://schemas.openxmlformats.org/officeDocument/2006/relationships" id="2147483653" r:id="Rb6709abc19d84bce"/>
    <p:sldLayoutId xmlns:r="http://schemas.openxmlformats.org/officeDocument/2006/relationships" id="2147483654" r:id="R0ff09f52d5df47c3"/>
    <p:sldLayoutId xmlns:r="http://schemas.openxmlformats.org/officeDocument/2006/relationships" id="2147483655" r:id="R017c3769f94341a6"/>
    <p:sldLayoutId xmlns:r="http://schemas.openxmlformats.org/officeDocument/2006/relationships" id="2147483656" r:id="R73381ad137a34ae0"/>
    <p:sldLayoutId xmlns:r="http://schemas.openxmlformats.org/officeDocument/2006/relationships" id="2147483657" r:id="R60ad5e1e7e5444ef"/>
    <p:sldLayoutId xmlns:r="http://schemas.openxmlformats.org/officeDocument/2006/relationships" id="2147483658" r:id="R0f65dc73cd7640cb"/>
    <p:sldLayoutId xmlns:r="http://schemas.openxmlformats.org/officeDocument/2006/relationships" id="2147483659" r:id="Ra8c86818ce2845e7"/>
    <p:sldLayoutId xmlns:r="http://schemas.openxmlformats.org/officeDocument/2006/relationships" id="2147483660" r:id="R1299a55ba9554e9f"/>
    <p:sldLayoutId xmlns:r="http://schemas.openxmlformats.org/officeDocument/2006/relationships" id="2147483661" r:id="R905d1fae7d9848c2"/>
    <p:sldLayoutId xmlns:r="http://schemas.openxmlformats.org/officeDocument/2006/relationships" id="2147483662" r:id="R3ff5399c64bd47d3"/>
    <p:sldLayoutId xmlns:r="http://schemas.openxmlformats.org/officeDocument/2006/relationships" id="2147483663" r:id="Rdee9369d3ad34ce0"/>
    <p:sldLayoutId xmlns:r="http://schemas.openxmlformats.org/officeDocument/2006/relationships" id="2147483664" r:id="R26e1b94f8e4d436d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08e58a2f44107" /><Relationship Type="http://schemas.openxmlformats.org/officeDocument/2006/relationships/notesSlide" Target="/ppt/notesSlides/notesSlide1.xml" Id="Red780eae001643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79c9a5111b74760" /><Relationship Type="http://schemas.openxmlformats.org/officeDocument/2006/relationships/image" Target="/ppt/media/image.png" Id="Rce3e297923814e2f" /><Relationship Type="http://schemas.openxmlformats.org/officeDocument/2006/relationships/notesSlide" Target="/ppt/notesSlides/notesSlide2.xml" Id="Recd30be17c1a4f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2f8a369ddc54e37" /><Relationship Type="http://schemas.openxmlformats.org/officeDocument/2006/relationships/image" Target="/ppt/media/image2.png" Id="R0a18b20fcf8b45a3" /><Relationship Type="http://schemas.openxmlformats.org/officeDocument/2006/relationships/notesSlide" Target="/ppt/notesSlides/notesSlide3.xml" Id="R62369ebbeafd4c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c69389e1d3146dc" /><Relationship Type="http://schemas.openxmlformats.org/officeDocument/2006/relationships/image" Target="/ppt/media/image3.png" Id="R80a599e61d0f4151" /><Relationship Type="http://schemas.openxmlformats.org/officeDocument/2006/relationships/notesSlide" Target="/ppt/notesSlides/notesSlide4.xml" Id="Rdea1ae7a6a364e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9b38750c6e04762" /><Relationship Type="http://schemas.openxmlformats.org/officeDocument/2006/relationships/image" Target="/ppt/media/image4.png" Id="R6da2d8e11add41b0" /><Relationship Type="http://schemas.openxmlformats.org/officeDocument/2006/relationships/image" Target="/ppt/media/image5.png" Id="R4e0a23d12bb1421c" /><Relationship Type="http://schemas.openxmlformats.org/officeDocument/2006/relationships/notesSlide" Target="/ppt/notesSlides/notesSlide5.xml" Id="R35a366edd8c64b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ec0dd94e9d04adf" /><Relationship Type="http://schemas.openxmlformats.org/officeDocument/2006/relationships/image" Target="/ppt/media/image2.png" Id="R28d108328cf44de3" /><Relationship Type="http://schemas.openxmlformats.org/officeDocument/2006/relationships/notesSlide" Target="/ppt/notesSlides/notesSlide6.xml" Id="Rdab0bd54fd8e4a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a0a827fa8664a75" /><Relationship Type="http://schemas.openxmlformats.org/officeDocument/2006/relationships/image" Target="/ppt/media/image6.png" Id="Rcb2362fccae84d68" /><Relationship Type="http://schemas.openxmlformats.org/officeDocument/2006/relationships/notesSlide" Target="/ppt/notesSlides/notesSlide7.xml" Id="R02255bf9ba0b418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efe2f818d34971" /><Relationship Type="http://schemas.openxmlformats.org/officeDocument/2006/relationships/image" Target="/ppt/media/image7.png" Id="Rd4d1546754bc4bc1" /><Relationship Type="http://schemas.openxmlformats.org/officeDocument/2006/relationships/notesSlide" Target="/ppt/notesSlides/notesSlide8.xml" Id="R30e8a02296cd4f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9f3aa29102642c4" /><Relationship Type="http://schemas.openxmlformats.org/officeDocument/2006/relationships/image" Target="/ppt/media/image7.png" Id="R2e9166f3f5be4502" /><Relationship Type="http://schemas.openxmlformats.org/officeDocument/2006/relationships/notesSlide" Target="/ppt/notesSlides/notesSlide9.xml" Id="R173157fb9ff649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Διακλάδωσης - Λογικοί Τελεστές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9F21BA0C-7DDB-4A80-A28A-94C2EB23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A.7.M11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ce3e297923814e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22129D55-A3DD-47E2-AABC-AE1DC3EE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2097281F-F6D2-4FE5-8C83-6E3CB48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υπολογίζουμε λογικές εκφράσεις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and, or και not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μετατρέπουμε λεκτικές προτάσεις σε συνθήκες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γράφουμε σύνθετες συνθήκες σε if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8A7ACF15-3A5F-44FD-A483-EC7B9653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CB59F027-47D0-4B83-9EE6-336CA9E0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10 &lt; 20      # True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10 == 20     # False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Λογικές τιμές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8b20fcf8b45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27C28A28-E2D4-4996-9586-6958962B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A4A65A65-A176-409A-85AE-A92AE3F7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Κάθε σύγκριση επιστρέφει True ή False.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λογικοί τελεστές συνδυάζουν ή αντιστρέφουν αυτά τα αποτελέσματα.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2B360906-2D5C-40B6-AF6A-945FF23B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7C4D7CA5-F35A-46DD-9E26-9A030AF1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10 &lt; 20      # True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10 == 20     # False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Τελεστής and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599e61d0f41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6AA4E4F3-EFAE-43B3-8C40-64F2BBBF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8F88299E-FA3F-4E92-8858-B51D2FD1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έκφραση είναι True μόνο όταν όλες οι επιμέρους συνθήκες είναι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Χρησιμοποιείται όταν πρέπει να ισχύουν ταυτόχρονα περισσότερες απαιτήσεις.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F06A7B60-E5EA-4BF0-B242-65AAC6DB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D514E7F2-2F4B-4811-BC60-7DDD6F51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(b &lt; c) and (b &gt; a)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Τελεστής or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a2d8e11add41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a23d12bb142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19E6A69C-76DC-452F-975C-D1F6A33C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C8C15787-52A3-4C82-985A-30171B2E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έκφραση είναι True όταν τουλάχιστον μία συνθήκη είναι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Χρησιμοποιείται όταν αρκεί μία από περισσότερες περιπτώσεις.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E73712DC-AD3F-4D8D-A206-2C5DEF2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E1364159-9FFB-45D5-9489-16A93AB0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total &gt; 134 or second_term &gt; 67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Τελεστής not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108328cf44d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0B400036-825F-45D9-BEB6-036D0E52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14E05615-EDEF-484D-A98C-0E73EF9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not αντιστρέφει τη λογική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παρενθέσεις δείχνουν καθαρά ποια έκφραση αντιστρέφεται.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E777EE9A-14C3-47AA-83F9-303CD480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96DA83A8-520E-45B7-BE26-B177191D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not (a &gt; b)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not ((a == 10) and (b == 20))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Σύνθετες συνθήκες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8F836403-1074-4543-97C6-04B5F127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B22E3046-6E41-4729-8AFC-9F318CEC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Χρησιμοποιούμε παρενθέσεις για σαφή σειρά υπολογισμού.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Πρώτα υπολογίζονται οι συγκρίσεις, έπειτα not, and και or.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362fccae84d68"/>
          <a:stretch xmlns:a="http://schemas.openxmlformats.org/drawingml/2006/main"/>
        </p:blipFill>
        <p:spPr>
          <a:xfrm xmlns:a="http://schemas.openxmlformats.org/drawingml/2006/main">
            <a:off x="6191250" y="2262148"/>
            <a:ext cx="4810125" cy="2533728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EB3D9ED1-02ED-4809-AC2A-CAF312567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Η σύνθετη συνθήκη καθορίζει τον κλάδο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1546754bc4b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A.7.M11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E3586FAC-740D-44FD-A980-4FE1C054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EF71B68B-B509-49C3-8888-13D829AE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1–3: λογικές εκφράσεις, μετατροπή προτάσεων και πρόγραμμα απουσιών.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66f3f5be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A.7.M11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C2560F2C-F92D-4677-8215-76308BEA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BD8E926D-087F-4E03-B9E6-EB211BB2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6–8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2026-09-26T08:26:48.5270000Z</dcterms:created>
  <dcterms:modified xsi:type="dcterms:W3CDTF">2026-09-26T08:26:48.5270000Z</dcterms:modified>
</coreProperties>
</file>