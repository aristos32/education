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fc5b9731184992" /><Relationship Type="http://schemas.openxmlformats.org/officeDocument/2006/relationships/extended-properties" Target="/docProps/app.xml" Id="R68873b9e85dc483b" /><Relationship Type="http://schemas.openxmlformats.org/officeDocument/2006/relationships/officeDocument" Target="/ppt/presentation.xml" Id="R9f41333f94c446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56a49f735a4619"/>
  </p:sldMasterIdLst>
  <p:notesMasterIdLst>
    <p:notesMasterId xmlns:r="http://schemas.openxmlformats.org/officeDocument/2006/relationships" r:id="R196397026e7c49fc"/>
  </p:notesMasterIdLst>
  <p:sldIdLst>
    <p:sldId xmlns:r="http://schemas.openxmlformats.org/officeDocument/2006/relationships" id="256" r:id="Ra65e036d3a274169"/>
    <p:sldId xmlns:r="http://schemas.openxmlformats.org/officeDocument/2006/relationships" id="257" r:id="R430c4ed7b4054c79"/>
    <p:sldId xmlns:r="http://schemas.openxmlformats.org/officeDocument/2006/relationships" id="258" r:id="R70250258f5ae4a5a"/>
    <p:sldId xmlns:r="http://schemas.openxmlformats.org/officeDocument/2006/relationships" id="259" r:id="R79908ad595504152"/>
    <p:sldId xmlns:r="http://schemas.openxmlformats.org/officeDocument/2006/relationships" id="260" r:id="R06e9f705b80f484d"/>
    <p:sldId xmlns:r="http://schemas.openxmlformats.org/officeDocument/2006/relationships" id="261" r:id="Red00f9894f9b4910"/>
    <p:sldId xmlns:r="http://schemas.openxmlformats.org/officeDocument/2006/relationships" id="262" r:id="Re1efcfb27c1f45e7"/>
    <p:sldId xmlns:r="http://schemas.openxmlformats.org/officeDocument/2006/relationships" id="263" r:id="Rbe386515833f4cdb"/>
    <p:sldId xmlns:r="http://schemas.openxmlformats.org/officeDocument/2006/relationships" id="264" r:id="Rf12611a12ece48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4e828627f24197" /><Relationship Type="http://schemas.openxmlformats.org/officeDocument/2006/relationships/slideMaster" Target="/ppt/slideMasters/slideMaster1.xml" Id="Rca56a49f735a4619" /><Relationship Type="http://schemas.openxmlformats.org/officeDocument/2006/relationships/notesMaster" Target="/ppt/notesMasters/notesMaster1.xml" Id="R196397026e7c49fc" /><Relationship Type="http://schemas.openxmlformats.org/officeDocument/2006/relationships/presProps" Target="/ppt/presProps.xml" Id="Ra7c60c0588914b0b" /><Relationship Type="http://schemas.openxmlformats.org/officeDocument/2006/relationships/viewProps" Target="/ppt/viewProps.xml" Id="R3f90993707a54e79" /><Relationship Type="http://schemas.openxmlformats.org/officeDocument/2006/relationships/tableStyles" Target="/ppt/tableStyles.xml" Id="R4dad1f8a765e41c9" /><Relationship Type="http://schemas.openxmlformats.org/officeDocument/2006/relationships/slide" Target="/ppt/slides/slide1.xml" Id="Ra65e036d3a274169" /><Relationship Type="http://schemas.openxmlformats.org/officeDocument/2006/relationships/slide" Target="/ppt/slides/slide2.xml" Id="R430c4ed7b4054c79" /><Relationship Type="http://schemas.openxmlformats.org/officeDocument/2006/relationships/slide" Target="/ppt/slides/slide3.xml" Id="R70250258f5ae4a5a" /><Relationship Type="http://schemas.openxmlformats.org/officeDocument/2006/relationships/slide" Target="/ppt/slides/slide4.xml" Id="R79908ad595504152" /><Relationship Type="http://schemas.openxmlformats.org/officeDocument/2006/relationships/slide" Target="/ppt/slides/slide5.xml" Id="R06e9f705b80f484d" /><Relationship Type="http://schemas.openxmlformats.org/officeDocument/2006/relationships/slide" Target="/ppt/slides/slide6.xml" Id="Red00f9894f9b4910" /><Relationship Type="http://schemas.openxmlformats.org/officeDocument/2006/relationships/slide" Target="/ppt/slides/slide7.xml" Id="Re1efcfb27c1f45e7" /><Relationship Type="http://schemas.openxmlformats.org/officeDocument/2006/relationships/slide" Target="/ppt/slides/slide8.xml" Id="Rbe386515833f4cdb" /><Relationship Type="http://schemas.openxmlformats.org/officeDocument/2006/relationships/slide" Target="/ppt/slides/slide9.xml" Id="Rf12611a12ece48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c1afb53f7043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2751ec33c24fb9" /><Relationship Type="http://schemas.openxmlformats.org/officeDocument/2006/relationships/notesMaster" Target="/ppt/notesMasters/notesMaster1.xml" Id="Rc80cd5539ae143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b4f3eb9fbd4071" /><Relationship Type="http://schemas.openxmlformats.org/officeDocument/2006/relationships/notesMaster" Target="/ppt/notesMasters/notesMaster1.xml" Id="Ra66df8f33fb840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dc012d35504419" /><Relationship Type="http://schemas.openxmlformats.org/officeDocument/2006/relationships/notesMaster" Target="/ppt/notesMasters/notesMaster1.xml" Id="R84181750623343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365566fdc342bd" /><Relationship Type="http://schemas.openxmlformats.org/officeDocument/2006/relationships/notesMaster" Target="/ppt/notesMasters/notesMaster1.xml" Id="R418505e2989b48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15726098ab4a7b" /><Relationship Type="http://schemas.openxmlformats.org/officeDocument/2006/relationships/notesMaster" Target="/ppt/notesMasters/notesMaster1.xml" Id="R61d383386a604d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c41b1df3de4486" /><Relationship Type="http://schemas.openxmlformats.org/officeDocument/2006/relationships/notesMaster" Target="/ppt/notesMasters/notesMaster1.xml" Id="R8a0d0096182e41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c93609325d4941" /><Relationship Type="http://schemas.openxmlformats.org/officeDocument/2006/relationships/notesMaster" Target="/ppt/notesMasters/notesMaster1.xml" Id="Rb26923ec0caa41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928e58ea3f4fff" /><Relationship Type="http://schemas.openxmlformats.org/officeDocument/2006/relationships/notesMaster" Target="/ppt/notesMasters/notesMaster1.xml" Id="R893b51641a514a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9b70ba488e4cf8" /><Relationship Type="http://schemas.openxmlformats.org/officeDocument/2006/relationships/notesMaster" Target="/ppt/notesMasters/notesMaster1.xml" Id="R5c12f17695554d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d6db2900546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c572d26f2f43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de660214b4d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4b469572b41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4063c60ef40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1b44366a04ae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0f5ae8a9f46e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34987daa949c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61de084c7469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ffadc07f6449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248942ec9400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f53e447d4a43b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1c061528d425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776b86673466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4ce62dd8284fe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9479d841e451b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46b34c559442e0" /><Relationship Type="http://schemas.openxmlformats.org/officeDocument/2006/relationships/slideLayout" Target="/ppt/slideLayouts/slideLayout1.xml" Id="R1b2f3b397df842d2" /><Relationship Type="http://schemas.openxmlformats.org/officeDocument/2006/relationships/slideLayout" Target="/ppt/slideLayouts/slideLayout2.xml" Id="R361a9a8920b742b3" /><Relationship Type="http://schemas.openxmlformats.org/officeDocument/2006/relationships/slideLayout" Target="/ppt/slideLayouts/slideLayout3.xml" Id="Rcbb2cdec68ab41c0" /><Relationship Type="http://schemas.openxmlformats.org/officeDocument/2006/relationships/slideLayout" Target="/ppt/slideLayouts/slideLayout4.xml" Id="R1cad1c3d80d84b5d" /><Relationship Type="http://schemas.openxmlformats.org/officeDocument/2006/relationships/slideLayout" Target="/ppt/slideLayouts/slideLayout5.xml" Id="R7b932e1d151e4024" /><Relationship Type="http://schemas.openxmlformats.org/officeDocument/2006/relationships/slideLayout" Target="/ppt/slideLayouts/slideLayout6.xml" Id="R89ab311b6f2342ff" /><Relationship Type="http://schemas.openxmlformats.org/officeDocument/2006/relationships/slideLayout" Target="/ppt/slideLayouts/slideLayout7.xml" Id="R510849c889f8494d" /><Relationship Type="http://schemas.openxmlformats.org/officeDocument/2006/relationships/slideLayout" Target="/ppt/slideLayouts/slideLayout8.xml" Id="Rb706b1bd740a4774" /><Relationship Type="http://schemas.openxmlformats.org/officeDocument/2006/relationships/slideLayout" Target="/ppt/slideLayouts/slideLayout9.xml" Id="R385f158806254e55" /><Relationship Type="http://schemas.openxmlformats.org/officeDocument/2006/relationships/slideLayout" Target="/ppt/slideLayouts/slideLayout10.xml" Id="Re37cf7e2335c4865" /><Relationship Type="http://schemas.openxmlformats.org/officeDocument/2006/relationships/slideLayout" Target="/ppt/slideLayouts/slideLayout11.xml" Id="R0b50975a37264a3f" /><Relationship Type="http://schemas.openxmlformats.org/officeDocument/2006/relationships/slideLayout" Target="/ppt/slideLayouts/slideLayout12.xml" Id="Rd3df9070e1264bc9" /><Relationship Type="http://schemas.openxmlformats.org/officeDocument/2006/relationships/slideLayout" Target="/ppt/slideLayouts/slideLayout13.xml" Id="R7bb47b3e3d754301" /><Relationship Type="http://schemas.openxmlformats.org/officeDocument/2006/relationships/slideLayout" Target="/ppt/slideLayouts/slideLayout14.xml" Id="R80835c1e13694018" /><Relationship Type="http://schemas.openxmlformats.org/officeDocument/2006/relationships/slideLayout" Target="/ppt/slideLayouts/slideLayout15.xml" Id="Re5885f40fffa471f" /><Relationship Type="http://schemas.openxmlformats.org/officeDocument/2006/relationships/slideLayout" Target="/ppt/slideLayouts/slideLayout16.xml" Id="R417d1effb13342e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2f3b397df842d2"/>
    <p:sldLayoutId xmlns:r="http://schemas.openxmlformats.org/officeDocument/2006/relationships" id="2147483650" r:id="R361a9a8920b742b3"/>
    <p:sldLayoutId xmlns:r="http://schemas.openxmlformats.org/officeDocument/2006/relationships" id="2147483651" r:id="Rcbb2cdec68ab41c0"/>
    <p:sldLayoutId xmlns:r="http://schemas.openxmlformats.org/officeDocument/2006/relationships" id="2147483652" r:id="R1cad1c3d80d84b5d"/>
    <p:sldLayoutId xmlns:r="http://schemas.openxmlformats.org/officeDocument/2006/relationships" id="2147483653" r:id="R7b932e1d151e4024"/>
    <p:sldLayoutId xmlns:r="http://schemas.openxmlformats.org/officeDocument/2006/relationships" id="2147483654" r:id="R89ab311b6f2342ff"/>
    <p:sldLayoutId xmlns:r="http://schemas.openxmlformats.org/officeDocument/2006/relationships" id="2147483655" r:id="R510849c889f8494d"/>
    <p:sldLayoutId xmlns:r="http://schemas.openxmlformats.org/officeDocument/2006/relationships" id="2147483656" r:id="Rb706b1bd740a4774"/>
    <p:sldLayoutId xmlns:r="http://schemas.openxmlformats.org/officeDocument/2006/relationships" id="2147483657" r:id="R385f158806254e55"/>
    <p:sldLayoutId xmlns:r="http://schemas.openxmlformats.org/officeDocument/2006/relationships" id="2147483658" r:id="Re37cf7e2335c4865"/>
    <p:sldLayoutId xmlns:r="http://schemas.openxmlformats.org/officeDocument/2006/relationships" id="2147483659" r:id="R0b50975a37264a3f"/>
    <p:sldLayoutId xmlns:r="http://schemas.openxmlformats.org/officeDocument/2006/relationships" id="2147483660" r:id="Rd3df9070e1264bc9"/>
    <p:sldLayoutId xmlns:r="http://schemas.openxmlformats.org/officeDocument/2006/relationships" id="2147483661" r:id="R7bb47b3e3d754301"/>
    <p:sldLayoutId xmlns:r="http://schemas.openxmlformats.org/officeDocument/2006/relationships" id="2147483662" r:id="R80835c1e13694018"/>
    <p:sldLayoutId xmlns:r="http://schemas.openxmlformats.org/officeDocument/2006/relationships" id="2147483663" r:id="Re5885f40fffa471f"/>
    <p:sldLayoutId xmlns:r="http://schemas.openxmlformats.org/officeDocument/2006/relationships" id="2147483664" r:id="R417d1effb13342ef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3db1e1f9644ff" /><Relationship Type="http://schemas.openxmlformats.org/officeDocument/2006/relationships/notesSlide" Target="/ppt/notesSlides/notesSlide1.xml" Id="R046965f26e964a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caf92b224b54f26" /><Relationship Type="http://schemas.openxmlformats.org/officeDocument/2006/relationships/image" Target="/ppt/media/image.png" Id="R8cfc8d9727f246d3" /><Relationship Type="http://schemas.openxmlformats.org/officeDocument/2006/relationships/image" Target="/ppt/media/image2.png" Id="R3c6f32a9efaa4f13" /><Relationship Type="http://schemas.openxmlformats.org/officeDocument/2006/relationships/notesSlide" Target="/ppt/notesSlides/notesSlide2.xml" Id="Rd026654598ad4c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f63a5803b8947dc" /><Relationship Type="http://schemas.openxmlformats.org/officeDocument/2006/relationships/image" Target="/ppt/media/image3.png" Id="R15ea91d173db4d98" /><Relationship Type="http://schemas.openxmlformats.org/officeDocument/2006/relationships/image" Target="/ppt/media/image4.png" Id="Rcbf9542ca5bd42de" /><Relationship Type="http://schemas.openxmlformats.org/officeDocument/2006/relationships/notesSlide" Target="/ppt/notesSlides/notesSlide3.xml" Id="R14f6b00ecf6142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64b8fb732814402" /><Relationship Type="http://schemas.openxmlformats.org/officeDocument/2006/relationships/image" Target="/ppt/media/image5.png" Id="Rf6ac42876bac452f" /><Relationship Type="http://schemas.openxmlformats.org/officeDocument/2006/relationships/notesSlide" Target="/ppt/notesSlides/notesSlide4.xml" Id="Rd5eb19c417a04f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ff2c1039ef54be0" /><Relationship Type="http://schemas.openxmlformats.org/officeDocument/2006/relationships/image" Target="/ppt/media/image6.png" Id="R579a5645091d43a0" /><Relationship Type="http://schemas.openxmlformats.org/officeDocument/2006/relationships/image" Target="/ppt/media/image7.png" Id="Rfa5e1ea03ebb4cd9" /><Relationship Type="http://schemas.openxmlformats.org/officeDocument/2006/relationships/notesSlide" Target="/ppt/notesSlides/notesSlide5.xml" Id="Rbbd170652fb441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f42455039684ede" /><Relationship Type="http://schemas.openxmlformats.org/officeDocument/2006/relationships/image" Target="/ppt/media/image3.png" Id="R44f33a4473c54ff4" /><Relationship Type="http://schemas.openxmlformats.org/officeDocument/2006/relationships/notesSlide" Target="/ppt/notesSlides/notesSlide6.xml" Id="R8b7cea9783404a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2424fd32b4341aa" /><Relationship Type="http://schemas.openxmlformats.org/officeDocument/2006/relationships/notesSlide" Target="/ppt/notesSlides/notesSlide7.xml" Id="Rfcd6af5ba5434b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af1e2d01a0e49bc" /><Relationship Type="http://schemas.openxmlformats.org/officeDocument/2006/relationships/image" Target="/ppt/media/image8.png" Id="Rbb8ba2666a644f0f" /><Relationship Type="http://schemas.openxmlformats.org/officeDocument/2006/relationships/notesSlide" Target="/ppt/notesSlides/notesSlide8.xml" Id="R43f58d78d20f49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91fe133dece496b" /><Relationship Type="http://schemas.openxmlformats.org/officeDocument/2006/relationships/image" Target="/ppt/media/image8.png" Id="R63e9ce2ee3994fc9" /><Relationship Type="http://schemas.openxmlformats.org/officeDocument/2006/relationships/notesSlide" Target="/ppt/notesSlides/notesSlide9.xml" Id="R7c895f4cf2a940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Δομή Επανάληψης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F7A0A665-A209-4F7E-AB80-80A3774A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A.7.M15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8cfc8d9727f246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2A3234C6-CFC1-4A01-8E5D-04BBB3BF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40C0D05A-90B0-4BC2-B49A-97902D11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εξηγούμε τη λειτουργία της while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αρχικοποίηση και ενημέρωση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δημιουργούμε μετρητές και αθροιστές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αποφεύγουμε ατέρμονες επαναλήψεις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f32a9efaa4f13"/>
          <a:stretch xmlns:a="http://schemas.openxmlformats.org/drawingml/2006/main"/>
        </p:blipFill>
        <p:spPr>
          <a:xfrm xmlns:a="http://schemas.openxmlformats.org/drawingml/2006/main">
            <a:off x="7524750" y="2623705"/>
            <a:ext cx="3333750" cy="1515341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48E76EE4-862F-4FB8-8F66-5C82068E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Δομή επανάληψης while από το βιβλίο θεωρίας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Επανάληψη while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a91d173db4d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94043B53-8FCC-410B-83CC-C8A8FA2A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0CE22A94-0032-4359-86FC-5E496E39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while επαναλαμβάνει μια ομάδα εντολών όσο η συνθήκη παραμένει 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Όταν η συνθήκη γίνει False, η εκτέλεση συνεχίζει μετά τον βρόχο.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9542ca5bd42de"/>
          <a:stretch xmlns:a="http://schemas.openxmlformats.org/drawingml/2006/main"/>
        </p:blipFill>
        <p:spPr>
          <a:xfrm xmlns:a="http://schemas.openxmlformats.org/drawingml/2006/main">
            <a:off x="6191250" y="2435802"/>
            <a:ext cx="4810125" cy="2186420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910BCC8C-AAE9-488A-92F8-0F0FBC41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Δομή επανάληψης while από το βιβλίο θεωρίας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Τρία βασικά στοιχεία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c42876bac45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0020EB88-B2A9-4EE2-8036-069F4540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E74A5A9B-4C6B-4B6B-BC93-D7F0889C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Αρχικοποίηση: αρχική τιμή μεταβλητής ελέγχου.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Συνθήκη: καθορίζει αν θα συνεχιστεί η επανάληψη.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Ενημέρωση: αλλάζει τη μεταβλητή ώστε ο βρόχος να τερματίσει.</a:t>
            </a:r>
          </a:p>
        </p:txBody>
      </p:sp>
      <p:sp>
        <p:nvSpPr>
          <p:cNvPr id="6" name="Code background 3">
            <a:extLst xmlns:a="http://schemas.openxmlformats.org/drawingml/2006/main">
              <a:ext uri="{FF2B5EF4-FFF2-40B4-BE49-F238E27FC236}">
                <a16:creationId xmlns:a16="http://schemas.microsoft.com/office/drawing/2014/main" id="{17FEC4D1-802C-425F-8D5F-DB6C0B63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7" name="Code 4">
            <a:extLst xmlns:a="http://schemas.openxmlformats.org/drawingml/2006/main">
              <a:ext uri="{FF2B5EF4-FFF2-40B4-BE49-F238E27FC236}">
                <a16:creationId xmlns:a16="http://schemas.microsoft.com/office/drawing/2014/main" id="{33A5A92E-AB38-4C31-9ECB-31BADD4D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 = 1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while x &lt;= 10: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print(x)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x = x + 1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Μετρητής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a5645091d43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e1ea03ebb4c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4B7BB31F-28B7-4D3E-8C62-5EF914E3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E56519BE-738A-4D36-A334-EFA0B761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μετρητής αυξάνεται συνήθως κατά 1 και καταγράφει πόσες επαναλήψεις έγιναν.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Για αντίστροφη μέτρηση μειώνεται σε κάθε επανάληψη.</a:t>
            </a:r>
          </a:p>
        </p:txBody>
      </p:sp>
      <p:sp>
        <p:nvSpPr>
          <p:cNvPr id="9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80CDB7B5-4AE3-4834-91E9-ED2E8A6A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10" name="Code 5">
            <a:extLst xmlns:a="http://schemas.openxmlformats.org/drawingml/2006/main">
              <a:ext uri="{FF2B5EF4-FFF2-40B4-BE49-F238E27FC236}">
                <a16:creationId xmlns:a16="http://schemas.microsoft.com/office/drawing/2014/main" id="{3E0313AE-9EE5-4627-981B-95581CE1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 = 100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while n &gt;= 1: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print(n)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n = n - 1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Αθροιστής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33a4473c54f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8B5DE5D9-CA59-40CD-B9F4-7AA23B20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9AC518E3-E565-4F96-A6E9-DF8F47A1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αθροιστής αρχικοποιείται με 0 και προσθέτει κάθε νέα τιμή.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Για άθροισμα άρτιων αριθμών αλλάζουμε τη μεταβλητή κατά 2.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C6AD7961-B760-4B7C-88C0-3BFF594D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66A4831E-A4EA-44E0-A6DB-5E34AA01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total = 0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 = 2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while x &lt;= 10: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total = total + x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x = x + 2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Προκαταρκτική εκτέλεση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145738DA-1682-4D90-B34A-7AA14345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AB481F07-5B22-45EF-98D9-2EFE7004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Καταγράφουμε τις τιμές πριν και μετά από κάθε επανάληψη.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Ελέγχουμε πότε η συνθήκη γίνεται False και ποια τιμή τυπώνεται σε κάθε βήμα.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64A413CF-5405-46B9-B24A-1147C814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2C497E6D-047A-458E-A6DC-39ABE4E5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επανάληψη | x | y | z | συνθήκη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ba2666a64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A.7.M15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C3CB3448-BE72-422A-B27E-FE024A85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59ED9493-9D5F-4D7C-AEEE-7F1AC55E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Δραστηριότητες 1–4: προκαταρκτική εκτέλεση, μετατροπή σε πρόγραμμα, αντίστροφη μέτρηση και αθροίσματα.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9ce2ee3994f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A.7.M15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AD836006-61BA-4DBF-8311-BB757B61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B60B2DE8-C335-4EA5-86D2-D826127B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Επιπρόσθετες: 5–6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7–8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2026-09-26T08:27:01.4460000Z</dcterms:created>
  <dcterms:modified xsi:type="dcterms:W3CDTF">2026-09-26T08:27:01.4460000Z</dcterms:modified>
</coreProperties>
</file>