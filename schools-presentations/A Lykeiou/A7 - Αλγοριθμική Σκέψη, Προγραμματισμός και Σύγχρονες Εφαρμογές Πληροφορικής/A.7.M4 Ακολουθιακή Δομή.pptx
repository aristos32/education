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a84503bc334a43" /><Relationship Type="http://schemas.openxmlformats.org/officeDocument/2006/relationships/extended-properties" Target="/docProps/app.xml" Id="R59cc9791aa9a41e7" /><Relationship Type="http://schemas.openxmlformats.org/officeDocument/2006/relationships/officeDocument" Target="/ppt/presentation.xml" Id="R9a57f53be42543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dfbfbdc690436f"/>
  </p:sldMasterIdLst>
  <p:notesMasterIdLst>
    <p:notesMasterId xmlns:r="http://schemas.openxmlformats.org/officeDocument/2006/relationships" r:id="Rcd9e9dd882d74b79"/>
  </p:notesMasterIdLst>
  <p:sldIdLst>
    <p:sldId xmlns:r="http://schemas.openxmlformats.org/officeDocument/2006/relationships" id="256" r:id="R1407155f6920425e"/>
    <p:sldId xmlns:r="http://schemas.openxmlformats.org/officeDocument/2006/relationships" id="257" r:id="R32aa9e89f68740db"/>
    <p:sldId xmlns:r="http://schemas.openxmlformats.org/officeDocument/2006/relationships" id="258" r:id="Rb6e419c2c39746d0"/>
    <p:sldId xmlns:r="http://schemas.openxmlformats.org/officeDocument/2006/relationships" id="259" r:id="R8a07feec04e244dc"/>
    <p:sldId xmlns:r="http://schemas.openxmlformats.org/officeDocument/2006/relationships" id="260" r:id="R1f94cd0bbdd24d91"/>
    <p:sldId xmlns:r="http://schemas.openxmlformats.org/officeDocument/2006/relationships" id="261" r:id="Rd0db2e21e28342a4"/>
    <p:sldId xmlns:r="http://schemas.openxmlformats.org/officeDocument/2006/relationships" id="262" r:id="R25f24060cc6e45f0"/>
    <p:sldId xmlns:r="http://schemas.openxmlformats.org/officeDocument/2006/relationships" id="263" r:id="R38fbc96bfbcf4620"/>
    <p:sldId xmlns:r="http://schemas.openxmlformats.org/officeDocument/2006/relationships" id="264" r:id="Rb26bceb01e0848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8d950d9f064968" /><Relationship Type="http://schemas.openxmlformats.org/officeDocument/2006/relationships/slideMaster" Target="/ppt/slideMasters/slideMaster1.xml" Id="Rcedfbfbdc690436f" /><Relationship Type="http://schemas.openxmlformats.org/officeDocument/2006/relationships/notesMaster" Target="/ppt/notesMasters/notesMaster1.xml" Id="Rcd9e9dd882d74b79" /><Relationship Type="http://schemas.openxmlformats.org/officeDocument/2006/relationships/presProps" Target="/ppt/presProps.xml" Id="Re73dcd0cf96249e1" /><Relationship Type="http://schemas.openxmlformats.org/officeDocument/2006/relationships/viewProps" Target="/ppt/viewProps.xml" Id="R83acc096eff54116" /><Relationship Type="http://schemas.openxmlformats.org/officeDocument/2006/relationships/tableStyles" Target="/ppt/tableStyles.xml" Id="R9a5571a05ba14f9b" /><Relationship Type="http://schemas.openxmlformats.org/officeDocument/2006/relationships/slide" Target="/ppt/slides/slide1.xml" Id="R1407155f6920425e" /><Relationship Type="http://schemas.openxmlformats.org/officeDocument/2006/relationships/slide" Target="/ppt/slides/slide2.xml" Id="R32aa9e89f68740db" /><Relationship Type="http://schemas.openxmlformats.org/officeDocument/2006/relationships/slide" Target="/ppt/slides/slide3.xml" Id="Rb6e419c2c39746d0" /><Relationship Type="http://schemas.openxmlformats.org/officeDocument/2006/relationships/slide" Target="/ppt/slides/slide4.xml" Id="R8a07feec04e244dc" /><Relationship Type="http://schemas.openxmlformats.org/officeDocument/2006/relationships/slide" Target="/ppt/slides/slide5.xml" Id="R1f94cd0bbdd24d91" /><Relationship Type="http://schemas.openxmlformats.org/officeDocument/2006/relationships/slide" Target="/ppt/slides/slide6.xml" Id="Rd0db2e21e28342a4" /><Relationship Type="http://schemas.openxmlformats.org/officeDocument/2006/relationships/slide" Target="/ppt/slides/slide7.xml" Id="R25f24060cc6e45f0" /><Relationship Type="http://schemas.openxmlformats.org/officeDocument/2006/relationships/slide" Target="/ppt/slides/slide8.xml" Id="R38fbc96bfbcf4620" /><Relationship Type="http://schemas.openxmlformats.org/officeDocument/2006/relationships/slide" Target="/ppt/slides/slide9.xml" Id="Rb26bceb01e0848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ac48d1969747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5d26a4352b40bf" /><Relationship Type="http://schemas.openxmlformats.org/officeDocument/2006/relationships/notesMaster" Target="/ppt/notesMasters/notesMaster1.xml" Id="R4a40ce51ffa249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835d22dce748b6" /><Relationship Type="http://schemas.openxmlformats.org/officeDocument/2006/relationships/notesMaster" Target="/ppt/notesMasters/notesMaster1.xml" Id="Rb42b5a5466de43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349789151042d5" /><Relationship Type="http://schemas.openxmlformats.org/officeDocument/2006/relationships/notesMaster" Target="/ppt/notesMasters/notesMaster1.xml" Id="R7883218dc25546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9093059d024248" /><Relationship Type="http://schemas.openxmlformats.org/officeDocument/2006/relationships/notesMaster" Target="/ppt/notesMasters/notesMaster1.xml" Id="R8258804beb3e49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eaefc6bc644ac3" /><Relationship Type="http://schemas.openxmlformats.org/officeDocument/2006/relationships/notesMaster" Target="/ppt/notesMasters/notesMaster1.xml" Id="Ra66caa9ea0594a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0367fe80154015" /><Relationship Type="http://schemas.openxmlformats.org/officeDocument/2006/relationships/notesMaster" Target="/ppt/notesMasters/notesMaster1.xml" Id="Rdc5adacb0e5f47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bc033409884b74" /><Relationship Type="http://schemas.openxmlformats.org/officeDocument/2006/relationships/notesMaster" Target="/ppt/notesMasters/notesMaster1.xml" Id="Raa49485e0dab4b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54eeac405f475f" /><Relationship Type="http://schemas.openxmlformats.org/officeDocument/2006/relationships/notesMaster" Target="/ppt/notesMasters/notesMaster1.xml" Id="R93de64d9376446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b47bfb28f546c9" /><Relationship Type="http://schemas.openxmlformats.org/officeDocument/2006/relationships/notesMaster" Target="/ppt/notesMasters/notesMaster1.xml" Id="R24c7d67db18e44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ccc2dfc4145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5c77a261247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04fd860e644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61943f652f44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20086dbe7045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b50eaa333458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1ad75aa724ab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fc7e71ab14ce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3651d0c9c458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86f5b158449b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5feee2f97436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88b68a4944b3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e402b2b5c41a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02e8b417342e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110f094a44c4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bfde2dabe4986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df5e35da1f4ccf" /><Relationship Type="http://schemas.openxmlformats.org/officeDocument/2006/relationships/slideLayout" Target="/ppt/slideLayouts/slideLayout1.xml" Id="Rbd426f392f1840a3" /><Relationship Type="http://schemas.openxmlformats.org/officeDocument/2006/relationships/slideLayout" Target="/ppt/slideLayouts/slideLayout2.xml" Id="Rdfd844cfd3994e14" /><Relationship Type="http://schemas.openxmlformats.org/officeDocument/2006/relationships/slideLayout" Target="/ppt/slideLayouts/slideLayout3.xml" Id="R9bcc0cb1436c46ed" /><Relationship Type="http://schemas.openxmlformats.org/officeDocument/2006/relationships/slideLayout" Target="/ppt/slideLayouts/slideLayout4.xml" Id="Ra5a71d35a2c640cb" /><Relationship Type="http://schemas.openxmlformats.org/officeDocument/2006/relationships/slideLayout" Target="/ppt/slideLayouts/slideLayout5.xml" Id="R0ee9066ad88047fc" /><Relationship Type="http://schemas.openxmlformats.org/officeDocument/2006/relationships/slideLayout" Target="/ppt/slideLayouts/slideLayout6.xml" Id="Rf291f2e8d9d34c67" /><Relationship Type="http://schemas.openxmlformats.org/officeDocument/2006/relationships/slideLayout" Target="/ppt/slideLayouts/slideLayout7.xml" Id="R43c00608474d4a96" /><Relationship Type="http://schemas.openxmlformats.org/officeDocument/2006/relationships/slideLayout" Target="/ppt/slideLayouts/slideLayout8.xml" Id="R2aee2659303d4ddb" /><Relationship Type="http://schemas.openxmlformats.org/officeDocument/2006/relationships/slideLayout" Target="/ppt/slideLayouts/slideLayout9.xml" Id="Rd98b08d465a1429a" /><Relationship Type="http://schemas.openxmlformats.org/officeDocument/2006/relationships/slideLayout" Target="/ppt/slideLayouts/slideLayout10.xml" Id="Rcd645eb8d63349ff" /><Relationship Type="http://schemas.openxmlformats.org/officeDocument/2006/relationships/slideLayout" Target="/ppt/slideLayouts/slideLayout11.xml" Id="R055123ad245c456d" /><Relationship Type="http://schemas.openxmlformats.org/officeDocument/2006/relationships/slideLayout" Target="/ppt/slideLayouts/slideLayout12.xml" Id="R543ddc463d9a48f9" /><Relationship Type="http://schemas.openxmlformats.org/officeDocument/2006/relationships/slideLayout" Target="/ppt/slideLayouts/slideLayout13.xml" Id="R99d265347db244a2" /><Relationship Type="http://schemas.openxmlformats.org/officeDocument/2006/relationships/slideLayout" Target="/ppt/slideLayouts/slideLayout14.xml" Id="R9dae0174171f473d" /><Relationship Type="http://schemas.openxmlformats.org/officeDocument/2006/relationships/slideLayout" Target="/ppt/slideLayouts/slideLayout15.xml" Id="Rbd799f5c174644f9" /><Relationship Type="http://schemas.openxmlformats.org/officeDocument/2006/relationships/slideLayout" Target="/ppt/slideLayouts/slideLayout16.xml" Id="R82af7c7f304146a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426f392f1840a3"/>
    <p:sldLayoutId xmlns:r="http://schemas.openxmlformats.org/officeDocument/2006/relationships" id="2147483650" r:id="Rdfd844cfd3994e14"/>
    <p:sldLayoutId xmlns:r="http://schemas.openxmlformats.org/officeDocument/2006/relationships" id="2147483651" r:id="R9bcc0cb1436c46ed"/>
    <p:sldLayoutId xmlns:r="http://schemas.openxmlformats.org/officeDocument/2006/relationships" id="2147483652" r:id="Ra5a71d35a2c640cb"/>
    <p:sldLayoutId xmlns:r="http://schemas.openxmlformats.org/officeDocument/2006/relationships" id="2147483653" r:id="R0ee9066ad88047fc"/>
    <p:sldLayoutId xmlns:r="http://schemas.openxmlformats.org/officeDocument/2006/relationships" id="2147483654" r:id="Rf291f2e8d9d34c67"/>
    <p:sldLayoutId xmlns:r="http://schemas.openxmlformats.org/officeDocument/2006/relationships" id="2147483655" r:id="R43c00608474d4a96"/>
    <p:sldLayoutId xmlns:r="http://schemas.openxmlformats.org/officeDocument/2006/relationships" id="2147483656" r:id="R2aee2659303d4ddb"/>
    <p:sldLayoutId xmlns:r="http://schemas.openxmlformats.org/officeDocument/2006/relationships" id="2147483657" r:id="Rd98b08d465a1429a"/>
    <p:sldLayoutId xmlns:r="http://schemas.openxmlformats.org/officeDocument/2006/relationships" id="2147483658" r:id="Rcd645eb8d63349ff"/>
    <p:sldLayoutId xmlns:r="http://schemas.openxmlformats.org/officeDocument/2006/relationships" id="2147483659" r:id="R055123ad245c456d"/>
    <p:sldLayoutId xmlns:r="http://schemas.openxmlformats.org/officeDocument/2006/relationships" id="2147483660" r:id="R543ddc463d9a48f9"/>
    <p:sldLayoutId xmlns:r="http://schemas.openxmlformats.org/officeDocument/2006/relationships" id="2147483661" r:id="R99d265347db244a2"/>
    <p:sldLayoutId xmlns:r="http://schemas.openxmlformats.org/officeDocument/2006/relationships" id="2147483662" r:id="R9dae0174171f473d"/>
    <p:sldLayoutId xmlns:r="http://schemas.openxmlformats.org/officeDocument/2006/relationships" id="2147483663" r:id="Rbd799f5c174644f9"/>
    <p:sldLayoutId xmlns:r="http://schemas.openxmlformats.org/officeDocument/2006/relationships" id="2147483664" r:id="R82af7c7f304146a0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13b5db8084827" /><Relationship Type="http://schemas.openxmlformats.org/officeDocument/2006/relationships/notesSlide" Target="/ppt/notesSlides/notesSlide1.xml" Id="R7c9d30e2355e44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f34c54f84d4476c" /><Relationship Type="http://schemas.openxmlformats.org/officeDocument/2006/relationships/image" Target="/ppt/media/image.png" Id="R0d0c8089c135425c" /><Relationship Type="http://schemas.openxmlformats.org/officeDocument/2006/relationships/image" Target="/ppt/media/image2.png" Id="R59ab7f887bad4054" /><Relationship Type="http://schemas.openxmlformats.org/officeDocument/2006/relationships/notesSlide" Target="/ppt/notesSlides/notesSlide2.xml" Id="R4b7cbc5f72e448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b98d31976734e85" /><Relationship Type="http://schemas.openxmlformats.org/officeDocument/2006/relationships/image" Target="/ppt/media/image3.png" Id="R243bc64748194b41" /><Relationship Type="http://schemas.openxmlformats.org/officeDocument/2006/relationships/image" Target="/ppt/media/image4.png" Id="R70b9dd46fa86410a" /><Relationship Type="http://schemas.openxmlformats.org/officeDocument/2006/relationships/notesSlide" Target="/ppt/notesSlides/notesSlide3.xml" Id="Rcbb4f41ec4b54b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7228a2013424922" /><Relationship Type="http://schemas.openxmlformats.org/officeDocument/2006/relationships/image" Target="/ppt/media/image5.png" Id="R13401567b4964e87" /><Relationship Type="http://schemas.openxmlformats.org/officeDocument/2006/relationships/notesSlide" Target="/ppt/notesSlides/notesSlide4.xml" Id="R778787536afa4e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038345ad61643fb" /><Relationship Type="http://schemas.openxmlformats.org/officeDocument/2006/relationships/image" Target="/ppt/media/image6.png" Id="Rfe1b2f42c8a04473" /><Relationship Type="http://schemas.openxmlformats.org/officeDocument/2006/relationships/image" Target="/ppt/media/image7.png" Id="Re9eb5c4d172c4a40" /><Relationship Type="http://schemas.openxmlformats.org/officeDocument/2006/relationships/image" Target="/ppt/media/image8.png" Id="R5fce9d91bf9840e1" /><Relationship Type="http://schemas.openxmlformats.org/officeDocument/2006/relationships/notesSlide" Target="/ppt/notesSlides/notesSlide5.xml" Id="R7260bffe43f04e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5f9e188f083424b" /><Relationship Type="http://schemas.openxmlformats.org/officeDocument/2006/relationships/image" Target="/ppt/media/image3.png" Id="Rea06e62217cc4397" /><Relationship Type="http://schemas.openxmlformats.org/officeDocument/2006/relationships/notesSlide" Target="/ppt/notesSlides/notesSlide6.xml" Id="Rd7bad4d5a4fd42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1e62655c2b54bb5" /><Relationship Type="http://schemas.openxmlformats.org/officeDocument/2006/relationships/notesSlide" Target="/ppt/notesSlides/notesSlide7.xml" Id="Ra5e79df950a24f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315309162b440c2" /><Relationship Type="http://schemas.openxmlformats.org/officeDocument/2006/relationships/image" Target="/ppt/media/image9.png" Id="R5c42a06a1c074eae" /><Relationship Type="http://schemas.openxmlformats.org/officeDocument/2006/relationships/notesSlide" Target="/ppt/notesSlides/notesSlide8.xml" Id="R673bc7fc569140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101ac13ee764160" /><Relationship Type="http://schemas.openxmlformats.org/officeDocument/2006/relationships/image" Target="/ppt/media/image9.png" Id="R124694b96292483e" /><Relationship Type="http://schemas.openxmlformats.org/officeDocument/2006/relationships/notesSlide" Target="/ppt/notesSlides/notesSlide9.xml" Id="R278d95d5a03e4f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Ακολουθιακή Δομή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1423BB4D-2482-440A-BEDE-A150D948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A.7.M4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0d0c8089c13542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346A02A7-45F7-40B4-BB64-AD010702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751CFFA7-1F15-4CF0-9D0F-783636D0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αναλύουμε δεδομένα και ζητούμενα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σχεδιάζουμε ακολουθιακό λογικό διάγραμμα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μετατρέπουμε τα βήματα σε Python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ελέγχουμε το πρόγραμμα με προκαταρκτική εκτέλεση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b7f887bad4054"/>
          <a:stretch xmlns:a="http://schemas.openxmlformats.org/drawingml/2006/main"/>
        </p:blipFill>
        <p:spPr>
          <a:xfrm xmlns:a="http://schemas.openxmlformats.org/drawingml/2006/main">
            <a:off x="8405547" y="1952625"/>
            <a:ext cx="1572156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6DA018F0-9A94-465C-BAA2-6719490D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Παράδειγμα ακολουθιακού λογικού διαγράμματος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Ακολουθιακή δομή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bc64748194b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0C713DA5-F4D2-44B3-B84E-516FFA4B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9FBAEC5E-D794-472B-9FAA-0264F4D7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εντολές εκτελούνται μία φορά, με τη σειρά που γράφονται.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Δεν υπάρχουν επιλογές ή επαναλήψεις.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9dd46fa86410a"/>
          <a:stretch xmlns:a="http://schemas.openxmlformats.org/drawingml/2006/main"/>
        </p:blipFill>
        <p:spPr>
          <a:xfrm xmlns:a="http://schemas.openxmlformats.org/drawingml/2006/main">
            <a:off x="7587512" y="1695450"/>
            <a:ext cx="2017600" cy="3667125"/>
          </a:xfrm>
          <a:prstGeom xmlns:a="http://schemas.openxmlformats.org/drawingml/2006/main" prst="rect">
            <a:avLst/>
          </a:prstGeom>
        </p:spPr>
      </p:pic>
      <p:sp>
        <p:nvSpPr>
          <p:cNvPr id="43" name="-caption">
            <a:extLst xmlns:a="http://schemas.openxmlformats.org/drawingml/2006/main">
              <a:ext uri="{FF2B5EF4-FFF2-40B4-BE49-F238E27FC236}">
                <a16:creationId xmlns:a16="http://schemas.microsoft.com/office/drawing/2014/main" id="{30A899A2-8751-4BD8-8B28-1C20B413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Παράδειγμα ακολουθιακού λογικού διαγράμματος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Δεδομένα και πληροφορίες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01567b4964e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AF9884B8-99B6-46EE-8942-FBDCA22E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A940A7C7-ADD5-4319-9FBD-D08D0AAB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Δεδομένα είναι οι τιμές που δίνουμε στο πρόγραμμα.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Πληροφορίες είναι τα αποτελέσματα που υπολογίζει.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Πριν τον κώδικα καταγράφουμε μεταβλητές και τύπους.</a:t>
            </a:r>
          </a:p>
        </p:txBody>
      </p:sp>
      <p:sp>
        <p:nvSpPr>
          <p:cNvPr id="6" name="Code background 3">
            <a:extLst xmlns:a="http://schemas.openxmlformats.org/drawingml/2006/main">
              <a:ext uri="{FF2B5EF4-FFF2-40B4-BE49-F238E27FC236}">
                <a16:creationId xmlns:a16="http://schemas.microsoft.com/office/drawing/2014/main" id="{748F3B43-32C1-4EF6-854F-B3BAFE6E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7" name="Code 4">
            <a:extLst xmlns:a="http://schemas.openxmlformats.org/drawingml/2006/main">
              <a:ext uri="{FF2B5EF4-FFF2-40B4-BE49-F238E27FC236}">
                <a16:creationId xmlns:a16="http://schemas.microsoft.com/office/drawing/2014/main" id="{0CDE3FD4-1244-44FA-9895-A5B57FCB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Δεδομένα: test, hwork, project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Πληροφορία: grade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Είσοδος, επεξεργασία, έξοδος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b2f42c8a04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b5c4d172c4a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32BB104C-FE9E-4894-A3BC-464999C8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262346B0-9F7E-4621-B1A2-DA17DC34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Είσοδος: διαβάζουμε τιμές.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Επεξεργασία: εφαρμόζουμε τύπους.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Έξοδος: παρουσιάζουμε το αποτέλεσμα.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ίδια σειρά εμφανίζεται στο λογικό διάγραμμα και στον κώδικα.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e9d91bf9840e1"/>
          <a:stretch xmlns:a="http://schemas.openxmlformats.org/drawingml/2006/main"/>
        </p:blipFill>
        <p:spPr>
          <a:xfrm xmlns:a="http://schemas.openxmlformats.org/drawingml/2006/main">
            <a:off x="7211470" y="1695450"/>
            <a:ext cx="2769685" cy="3667125"/>
          </a:xfrm>
          <a:prstGeom xmlns:a="http://schemas.openxmlformats.org/drawingml/2006/main" prst="rect">
            <a:avLst/>
          </a:prstGeom>
        </p:spPr>
      </p:pic>
      <p:sp>
        <p:nvSpPr>
          <p:cNvPr id="10" name="-caption">
            <a:extLst xmlns:a="http://schemas.openxmlformats.org/drawingml/2006/main">
              <a:ext uri="{FF2B5EF4-FFF2-40B4-BE49-F238E27FC236}">
                <a16:creationId xmlns:a16="http://schemas.microsoft.com/office/drawing/2014/main" id="{FC965FD1-63AA-481D-A22F-71070F1A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Ροή εισόδου, επεξεργασίας και εξόδου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Παράδειγμα υπολογισμού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6e62217cc43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054C118B-E057-4877-9B2C-A1ADCC80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3B0EB496-2E62-440A-A024-FF039F5F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τελικός βαθμός υπολογίζεται με βάρη 50%, 20% και 30%.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δεκαδικοί βαθμοί διαβάζονται ως float.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E344DC1A-4D82-484C-AD60-A1BCE68D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D79BAC98-0D92-479F-8C45-6871F36E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test = float(input())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hwork = float(input())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project = float(input())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grade = test*0.5 + hwork*0.2 + project*0.3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print(grade)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Έλεγχος αποτελέσματος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22FC2382-A446-4D95-A808-6D24A072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E77F6206-A7E8-4C26-9D31-8208A23E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προκαταρκτική εκτέλεση καταγράφει τις τιμές των μεταβλητών μετά από κάθε εντολή.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Χρησιμοποιούμε τιμές με γνωστό αποτέλεσμα και ελέγχουμε τύπο, σειρά πράξεων και έξοδο.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F0AF9F20-1109-4491-8EB0-394B1FDE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4DA300EF-5ED1-4B97-83D3-850499AF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test=18, hwork=16, project=18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grade=17.6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2a06a1c074e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A.7.M4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ED2A8F73-5060-42E7-BFE7-634CB95D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7D0D75D6-C38D-4F4E-AB58-606CED1B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Δραστηριότητα 1: κύκλος ανάπτυξης για τον υπολογισμό τελικού βαθμού.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694b9629248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A.7.M4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0CF1CE0B-B616-4818-B1E7-A5860BEA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A00C239D-8CCE-4DC9-9E4A-230B6AAC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4–5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2026-09-26T08:26:25.5830000Z</dcterms:created>
  <dcterms:modified xsi:type="dcterms:W3CDTF">2026-09-26T08:26:25.5830000Z</dcterms:modified>
</coreProperties>
</file>