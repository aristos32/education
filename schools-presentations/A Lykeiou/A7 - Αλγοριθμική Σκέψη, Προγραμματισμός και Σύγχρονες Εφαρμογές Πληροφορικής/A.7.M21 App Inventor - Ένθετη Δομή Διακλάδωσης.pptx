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fa3c4e62c4909" /><Relationship Type="http://schemas.openxmlformats.org/officeDocument/2006/relationships/extended-properties" Target="/docProps/app.xml" Id="Rc4e9205a070b4599" /><Relationship Type="http://schemas.openxmlformats.org/officeDocument/2006/relationships/officeDocument" Target="/ppt/presentation.xml" Id="R2d9044f4ab1f4e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b8d3c74c3a4656"/>
  </p:sldMasterIdLst>
  <p:notesMasterIdLst>
    <p:notesMasterId xmlns:r="http://schemas.openxmlformats.org/officeDocument/2006/relationships" r:id="R58b8a0de6af549d4"/>
  </p:notesMasterIdLst>
  <p:sldIdLst>
    <p:sldId xmlns:r="http://schemas.openxmlformats.org/officeDocument/2006/relationships" id="256" r:id="Re7873151fe094285"/>
    <p:sldId xmlns:r="http://schemas.openxmlformats.org/officeDocument/2006/relationships" id="257" r:id="R59198d45765d432d"/>
    <p:sldId xmlns:r="http://schemas.openxmlformats.org/officeDocument/2006/relationships" id="258" r:id="Rbec701ce9fda45bc"/>
    <p:sldId xmlns:r="http://schemas.openxmlformats.org/officeDocument/2006/relationships" id="259" r:id="Rf9dc464b0f034220"/>
    <p:sldId xmlns:r="http://schemas.openxmlformats.org/officeDocument/2006/relationships" id="260" r:id="R57f7d201cffa4c34"/>
    <p:sldId xmlns:r="http://schemas.openxmlformats.org/officeDocument/2006/relationships" id="261" r:id="R5d8d778d740c4b0b"/>
    <p:sldId xmlns:r="http://schemas.openxmlformats.org/officeDocument/2006/relationships" id="262" r:id="R5e59933dd8f04ca7"/>
    <p:sldId xmlns:r="http://schemas.openxmlformats.org/officeDocument/2006/relationships" id="263" r:id="Re8c24a67bdd843f0"/>
    <p:sldId xmlns:r="http://schemas.openxmlformats.org/officeDocument/2006/relationships" id="264" r:id="R6231473f3f6947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7d930322848fe" /><Relationship Type="http://schemas.openxmlformats.org/officeDocument/2006/relationships/slideMaster" Target="/ppt/slideMasters/slideMaster1.xml" Id="R97b8d3c74c3a4656" /><Relationship Type="http://schemas.openxmlformats.org/officeDocument/2006/relationships/notesMaster" Target="/ppt/notesMasters/notesMaster1.xml" Id="R58b8a0de6af549d4" /><Relationship Type="http://schemas.openxmlformats.org/officeDocument/2006/relationships/presProps" Target="/ppt/presProps.xml" Id="R32e53c91c44b4ada" /><Relationship Type="http://schemas.openxmlformats.org/officeDocument/2006/relationships/viewProps" Target="/ppt/viewProps.xml" Id="R73ad6e7ced0c4ab1" /><Relationship Type="http://schemas.openxmlformats.org/officeDocument/2006/relationships/tableStyles" Target="/ppt/tableStyles.xml" Id="R77113ae286364f3b" /><Relationship Type="http://schemas.openxmlformats.org/officeDocument/2006/relationships/slide" Target="/ppt/slides/slide1.xml" Id="Re7873151fe094285" /><Relationship Type="http://schemas.openxmlformats.org/officeDocument/2006/relationships/slide" Target="/ppt/slides/slide2.xml" Id="R59198d45765d432d" /><Relationship Type="http://schemas.openxmlformats.org/officeDocument/2006/relationships/slide" Target="/ppt/slides/slide3.xml" Id="Rbec701ce9fda45bc" /><Relationship Type="http://schemas.openxmlformats.org/officeDocument/2006/relationships/slide" Target="/ppt/slides/slide4.xml" Id="Rf9dc464b0f034220" /><Relationship Type="http://schemas.openxmlformats.org/officeDocument/2006/relationships/slide" Target="/ppt/slides/slide5.xml" Id="R57f7d201cffa4c34" /><Relationship Type="http://schemas.openxmlformats.org/officeDocument/2006/relationships/slide" Target="/ppt/slides/slide6.xml" Id="R5d8d778d740c4b0b" /><Relationship Type="http://schemas.openxmlformats.org/officeDocument/2006/relationships/slide" Target="/ppt/slides/slide7.xml" Id="R5e59933dd8f04ca7" /><Relationship Type="http://schemas.openxmlformats.org/officeDocument/2006/relationships/slide" Target="/ppt/slides/slide8.xml" Id="Re8c24a67bdd843f0" /><Relationship Type="http://schemas.openxmlformats.org/officeDocument/2006/relationships/slide" Target="/ppt/slides/slide9.xml" Id="R6231473f3f69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2a1b052a5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d236865ca54b42" /><Relationship Type="http://schemas.openxmlformats.org/officeDocument/2006/relationships/notesMaster" Target="/ppt/notesMasters/notesMaster1.xml" Id="R94746c9d220947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507a8bd9c423f" /><Relationship Type="http://schemas.openxmlformats.org/officeDocument/2006/relationships/notesMaster" Target="/ppt/notesMasters/notesMaster1.xml" Id="Rc47357394655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038792c304459" /><Relationship Type="http://schemas.openxmlformats.org/officeDocument/2006/relationships/notesMaster" Target="/ppt/notesMasters/notesMaster1.xml" Id="R9c79bb3a2fa945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59af89928468a" /><Relationship Type="http://schemas.openxmlformats.org/officeDocument/2006/relationships/notesMaster" Target="/ppt/notesMasters/notesMaster1.xml" Id="R745a391589784b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9104ca34644de" /><Relationship Type="http://schemas.openxmlformats.org/officeDocument/2006/relationships/notesMaster" Target="/ppt/notesMasters/notesMaster1.xml" Id="R73309e6282c344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3d302817a426f" /><Relationship Type="http://schemas.openxmlformats.org/officeDocument/2006/relationships/notesMaster" Target="/ppt/notesMasters/notesMaster1.xml" Id="R9e2c7064543c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f06d52e07c4ce4" /><Relationship Type="http://schemas.openxmlformats.org/officeDocument/2006/relationships/notesMaster" Target="/ppt/notesMasters/notesMaster1.xml" Id="R856cbc09b9ac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87fe46e714bcf" /><Relationship Type="http://schemas.openxmlformats.org/officeDocument/2006/relationships/notesMaster" Target="/ppt/notesMasters/notesMaster1.xml" Id="R690360e072fe4a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09c29627bf4df2" /><Relationship Type="http://schemas.openxmlformats.org/officeDocument/2006/relationships/notesMaster" Target="/ppt/notesMasters/notesMaster1.xml" Id="R7821022434c644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bf2c2e7394b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4ac41547534b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553267ab346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a0d8811a34e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f0617e1ba4d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99a1bdcbb45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ef2ac47fd45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95033a5a049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48f2eeffb545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202d892a347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bba72c8554df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ae75ca2b14a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ceaa167b8492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e74f3b49240b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b3f7945d2484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c38df82624829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0576d3f5a48e1" /><Relationship Type="http://schemas.openxmlformats.org/officeDocument/2006/relationships/slideLayout" Target="/ppt/slideLayouts/slideLayout1.xml" Id="R4eb92cc460ee4c0d" /><Relationship Type="http://schemas.openxmlformats.org/officeDocument/2006/relationships/slideLayout" Target="/ppt/slideLayouts/slideLayout2.xml" Id="R7a4d973816104e54" /><Relationship Type="http://schemas.openxmlformats.org/officeDocument/2006/relationships/slideLayout" Target="/ppt/slideLayouts/slideLayout3.xml" Id="R72b8fef4238740e3" /><Relationship Type="http://schemas.openxmlformats.org/officeDocument/2006/relationships/slideLayout" Target="/ppt/slideLayouts/slideLayout4.xml" Id="R528ac2109bb14bb5" /><Relationship Type="http://schemas.openxmlformats.org/officeDocument/2006/relationships/slideLayout" Target="/ppt/slideLayouts/slideLayout5.xml" Id="R537aee9336734eed" /><Relationship Type="http://schemas.openxmlformats.org/officeDocument/2006/relationships/slideLayout" Target="/ppt/slideLayouts/slideLayout6.xml" Id="R4da6c5b0ad6a4798" /><Relationship Type="http://schemas.openxmlformats.org/officeDocument/2006/relationships/slideLayout" Target="/ppt/slideLayouts/slideLayout7.xml" Id="Rba8dbd1a8c6741d6" /><Relationship Type="http://schemas.openxmlformats.org/officeDocument/2006/relationships/slideLayout" Target="/ppt/slideLayouts/slideLayout8.xml" Id="R2d61834fa3e04f04" /><Relationship Type="http://schemas.openxmlformats.org/officeDocument/2006/relationships/slideLayout" Target="/ppt/slideLayouts/slideLayout9.xml" Id="R8d6ab2b8db7b41e9" /><Relationship Type="http://schemas.openxmlformats.org/officeDocument/2006/relationships/slideLayout" Target="/ppt/slideLayouts/slideLayout10.xml" Id="Rf4af3e149d8b437f" /><Relationship Type="http://schemas.openxmlformats.org/officeDocument/2006/relationships/slideLayout" Target="/ppt/slideLayouts/slideLayout11.xml" Id="Rfebed72a71de4826" /><Relationship Type="http://schemas.openxmlformats.org/officeDocument/2006/relationships/slideLayout" Target="/ppt/slideLayouts/slideLayout12.xml" Id="Rabfc9cf48b5d4195" /><Relationship Type="http://schemas.openxmlformats.org/officeDocument/2006/relationships/slideLayout" Target="/ppt/slideLayouts/slideLayout13.xml" Id="R17cb25ae42634004" /><Relationship Type="http://schemas.openxmlformats.org/officeDocument/2006/relationships/slideLayout" Target="/ppt/slideLayouts/slideLayout14.xml" Id="R773cf90d07c349a9" /><Relationship Type="http://schemas.openxmlformats.org/officeDocument/2006/relationships/slideLayout" Target="/ppt/slideLayouts/slideLayout15.xml" Id="Ref242900c9624554" /><Relationship Type="http://schemas.openxmlformats.org/officeDocument/2006/relationships/slideLayout" Target="/ppt/slideLayouts/slideLayout16.xml" Id="Ra2cbf403c58c48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92cc460ee4c0d"/>
    <p:sldLayoutId xmlns:r="http://schemas.openxmlformats.org/officeDocument/2006/relationships" id="2147483650" r:id="R7a4d973816104e54"/>
    <p:sldLayoutId xmlns:r="http://schemas.openxmlformats.org/officeDocument/2006/relationships" id="2147483651" r:id="R72b8fef4238740e3"/>
    <p:sldLayoutId xmlns:r="http://schemas.openxmlformats.org/officeDocument/2006/relationships" id="2147483652" r:id="R528ac2109bb14bb5"/>
    <p:sldLayoutId xmlns:r="http://schemas.openxmlformats.org/officeDocument/2006/relationships" id="2147483653" r:id="R537aee9336734eed"/>
    <p:sldLayoutId xmlns:r="http://schemas.openxmlformats.org/officeDocument/2006/relationships" id="2147483654" r:id="R4da6c5b0ad6a4798"/>
    <p:sldLayoutId xmlns:r="http://schemas.openxmlformats.org/officeDocument/2006/relationships" id="2147483655" r:id="Rba8dbd1a8c6741d6"/>
    <p:sldLayoutId xmlns:r="http://schemas.openxmlformats.org/officeDocument/2006/relationships" id="2147483656" r:id="R2d61834fa3e04f04"/>
    <p:sldLayoutId xmlns:r="http://schemas.openxmlformats.org/officeDocument/2006/relationships" id="2147483657" r:id="R8d6ab2b8db7b41e9"/>
    <p:sldLayoutId xmlns:r="http://schemas.openxmlformats.org/officeDocument/2006/relationships" id="2147483658" r:id="Rf4af3e149d8b437f"/>
    <p:sldLayoutId xmlns:r="http://schemas.openxmlformats.org/officeDocument/2006/relationships" id="2147483659" r:id="Rfebed72a71de4826"/>
    <p:sldLayoutId xmlns:r="http://schemas.openxmlformats.org/officeDocument/2006/relationships" id="2147483660" r:id="Rabfc9cf48b5d4195"/>
    <p:sldLayoutId xmlns:r="http://schemas.openxmlformats.org/officeDocument/2006/relationships" id="2147483661" r:id="R17cb25ae42634004"/>
    <p:sldLayoutId xmlns:r="http://schemas.openxmlformats.org/officeDocument/2006/relationships" id="2147483662" r:id="R773cf90d07c349a9"/>
    <p:sldLayoutId xmlns:r="http://schemas.openxmlformats.org/officeDocument/2006/relationships" id="2147483663" r:id="Ref242900c9624554"/>
    <p:sldLayoutId xmlns:r="http://schemas.openxmlformats.org/officeDocument/2006/relationships" id="2147483664" r:id="Ra2cbf403c58c4817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4ed8b04aa4a4d" /><Relationship Type="http://schemas.openxmlformats.org/officeDocument/2006/relationships/notesSlide" Target="/ppt/notesSlides/notesSlide1.xml" Id="Reca0e96f09ce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28e37745c6145e0" /><Relationship Type="http://schemas.openxmlformats.org/officeDocument/2006/relationships/image" Target="/ppt/media/image.png" Id="R07d6e92dcf894d2a" /><Relationship Type="http://schemas.openxmlformats.org/officeDocument/2006/relationships/image" Target="/ppt/media/image2.png" Id="Re3f987f81e144beb" /><Relationship Type="http://schemas.openxmlformats.org/officeDocument/2006/relationships/notesSlide" Target="/ppt/notesSlides/notesSlide2.xml" Id="Rf22bb0279f4d42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3753c5fb9c843f6" /><Relationship Type="http://schemas.openxmlformats.org/officeDocument/2006/relationships/image" Target="/ppt/media/image3.png" Id="R2a0ad05019c14e0a" /><Relationship Type="http://schemas.openxmlformats.org/officeDocument/2006/relationships/image" Target="/ppt/media/image4.png" Id="Ra9ee6cefd97342a3" /><Relationship Type="http://schemas.openxmlformats.org/officeDocument/2006/relationships/notesSlide" Target="/ppt/notesSlides/notesSlide3.xml" Id="R556482b432ef4f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229de6383f4db5" /><Relationship Type="http://schemas.openxmlformats.org/officeDocument/2006/relationships/image" Target="/ppt/media/image5.png" Id="Rd269264d8ada4a05" /><Relationship Type="http://schemas.openxmlformats.org/officeDocument/2006/relationships/image" Target="/ppt/media/image6.png" Id="R2276ae0f10894cbf" /><Relationship Type="http://schemas.openxmlformats.org/officeDocument/2006/relationships/notesSlide" Target="/ppt/notesSlides/notesSlide4.xml" Id="Rf2b5db9d2adf45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9937afe6cc342de" /><Relationship Type="http://schemas.openxmlformats.org/officeDocument/2006/relationships/image" Target="/ppt/media/image7.png" Id="R61fa234f1f2d449c" /><Relationship Type="http://schemas.openxmlformats.org/officeDocument/2006/relationships/image" Target="/ppt/media/image8.png" Id="Rc200203f0b0e40a3" /><Relationship Type="http://schemas.openxmlformats.org/officeDocument/2006/relationships/notesSlide" Target="/ppt/notesSlides/notesSlide5.xml" Id="Rebee3482f0c7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c56ae86aa084620" /><Relationship Type="http://schemas.openxmlformats.org/officeDocument/2006/relationships/image" Target="/ppt/media/image3.png" Id="R1c989b166e864de0" /><Relationship Type="http://schemas.openxmlformats.org/officeDocument/2006/relationships/notesSlide" Target="/ppt/notesSlides/notesSlide6.xml" Id="R301c9f252ac140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545919b0774726" /><Relationship Type="http://schemas.openxmlformats.org/officeDocument/2006/relationships/image" Target="/ppt/media/image9.png" Id="Rae95550ffc6d452c" /><Relationship Type="http://schemas.openxmlformats.org/officeDocument/2006/relationships/notesSlide" Target="/ppt/notesSlides/notesSlide7.xml" Id="Rcb46423784f8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fe9999540c4ca7" /><Relationship Type="http://schemas.openxmlformats.org/officeDocument/2006/relationships/image" Target="/ppt/media/image10.png" Id="R0f40dce3e3b94774" /><Relationship Type="http://schemas.openxmlformats.org/officeDocument/2006/relationships/notesSlide" Target="/ppt/notesSlides/notesSlide8.xml" Id="R69d8cdde005547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5d6d20244f4d58" /><Relationship Type="http://schemas.openxmlformats.org/officeDocument/2006/relationships/image" Target="/ppt/media/image10.png" Id="R3d87d4f1ab484d81" /><Relationship Type="http://schemas.openxmlformats.org/officeDocument/2006/relationships/notesSlide" Target="/ppt/notesSlides/notesSlide9.xml" Id="R57f4d591aec444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App Inventor - Ένθετη Δομή Διακλάδωσης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B2E510D9-E3D5-4D7C-AC09-E86E94B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A.7.M21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07d6e92dcf894d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F077B04C-6B49-45A1-B1DD-94B8CC1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85B365DB-DCE3-44B9-ABD0-1DF964AC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εξηγούμε την ένθετη διακλάδωση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ταξινομούμε τιμές σε πολλές κατηγορίες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οργανώνουμε όρια χωρίς κενά ή επικάλυψη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δημιουργούμε εφαρμογή υπολογισμού BMI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987f81e144beb"/>
          <a:stretch xmlns:a="http://schemas.openxmlformats.org/drawingml/2006/main"/>
        </p:blipFill>
        <p:spPr>
          <a:xfrm xmlns:a="http://schemas.openxmlformats.org/drawingml/2006/main">
            <a:off x="7593883" y="1952625"/>
            <a:ext cx="3195484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A7B946F2-E9E5-473D-9D87-5B8EC83B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ένθετης διακλάδωσης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Ένθετη διακλάδωση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ad05019c1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A448FC7A-5290-4369-A76C-083AC37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1F9865DE-00C2-4DED-8626-192891A6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 if μπορεί να βρίσκεται μέσα σε κλάδο άλλου 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επόμενος έλεγχος εκτελείται μόνο όταν η ροή φτάσει στον αντίστοιχο κλάδο.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e6cefd97342a3"/>
          <a:stretch xmlns:a="http://schemas.openxmlformats.org/drawingml/2006/main"/>
        </p:blipFill>
        <p:spPr>
          <a:xfrm xmlns:a="http://schemas.openxmlformats.org/drawingml/2006/main">
            <a:off x="6545877" y="1695450"/>
            <a:ext cx="4100871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6EA8165B-FC29-4E6D-AAF7-0BA13B9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ένθετης διακλάδωσης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Πολλές κατηγορίες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9264d8ada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3254548A-536B-4FBF-88DC-8F246FD0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ADD8C27E-5669-4C6F-87F0-EF6D4B0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ταξινόμηση σε διαστήματα, ελέγχουμε τα όρια με σταθερή σειρά.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Μόλις βρεθεί η σωστή κατηγορία, εμφανίζεται ο αντίστοιχος χαρακτηρισμός.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6ae0f10894cbf"/>
          <a:stretch xmlns:a="http://schemas.openxmlformats.org/drawingml/2006/main"/>
        </p:blipFill>
        <p:spPr>
          <a:xfrm xmlns:a="http://schemas.openxmlformats.org/drawingml/2006/main">
            <a:off x="6937600" y="1695450"/>
            <a:ext cx="331742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78F65C06-079E-403E-B37C-5F8EA076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Διαδοχικοί έλεγχοι ορίων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Υπολογισμός BMI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a234f1f2d44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0203f0b0e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C79A1116-A155-413C-B133-46DEDD9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FE8C4C60-62BB-47FC-8E57-6A81FD2B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BMI = βάρος / ύψος²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Δεδομένα είναι το βάρος και το ύψος. Πληροφορίες είναι η τιμή BMI και ο χαρακτηρισμός.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5A1B2ADC-0017-4BD5-880F-641B16D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8A72EF9A-752C-4644-8841-8A51F5E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BMI = B / (H ** 2)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Σειρά ορίων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89b166e86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D6114091-A717-4806-BA06-D17A63F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B1E8CA5F-5F0C-44D3-B2D3-CF395BB2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από το μικρότερο προς το μεγαλύτερο όριο: &lt;19, &lt;=25, &lt;=29, &lt;=34 και τέλος &gt;34.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επόμενος έλεγχος γνωρίζει ότι τα προηγούμενα όρια δεν ισχύουν.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78047E6F-7E90-4E61-BB6A-24F08A80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5792F949-A099-4D82-AB84-125FAC2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bmi &lt; 19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 if bmi &lt;= 25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 if bmi &lt;= 29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 if bmi &lt;= 34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else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Σχεδίαση εφαρμογής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D09E313A-C794-4DD8-ABB1-7208162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21513007-2438-413A-90A4-1792B8B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Χρειάζονται δύο TextBoxes για βάρος και ύψος, Button για υπολογισμό και Labels για BMI και χαρακτηρισμό.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τιμές κοντά σε κάθε όριο και ελέγχουμε ότι το ύψος δεν είναι 0.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5550ffc6d452c"/>
          <a:stretch xmlns:a="http://schemas.openxmlformats.org/drawingml/2006/main"/>
        </p:blipFill>
        <p:spPr>
          <a:xfrm xmlns:a="http://schemas.openxmlformats.org/drawingml/2006/main">
            <a:off x="6191250" y="2520793"/>
            <a:ext cx="4810125" cy="201644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8E6C6ADC-795C-46BD-9775-AAE9C8A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Blocks εφαρμογής με διακλάδωση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0dce3e3b9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A5E5F539-CFFE-44AC-B45C-BD543948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4DA8B3AC-EA46-4964-9986-7F98F644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εφαρμογή BMI, από δεδομένα και λογικό διάγραμμα μέχρι blocks και δοκιμή.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7d4f1ab48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A.7.M21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55DB6AB3-37C2-4265-91B8-D7541921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0ABE8907-6A6F-4D1F-B80B-9394F27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 (Planets)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Δεν υπάρχουν δραστηριότητες για το σπίτι.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2026-09-26T08:30:47.4120000Z</dcterms:created>
  <dcterms:modified xsi:type="dcterms:W3CDTF">2026-09-26T08:30:47.4120000Z</dcterms:modified>
</coreProperties>
</file>