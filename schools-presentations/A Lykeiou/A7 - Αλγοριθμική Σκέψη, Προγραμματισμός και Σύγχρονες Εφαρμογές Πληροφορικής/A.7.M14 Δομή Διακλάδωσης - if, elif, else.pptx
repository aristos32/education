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2809e27197417a" /><Relationship Type="http://schemas.openxmlformats.org/officeDocument/2006/relationships/extended-properties" Target="/docProps/app.xml" Id="R64034531423d4956" /><Relationship Type="http://schemas.openxmlformats.org/officeDocument/2006/relationships/officeDocument" Target="/ppt/presentation.xml" Id="R55cfc130fb2140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b318ac2f8c4cf5"/>
  </p:sldMasterIdLst>
  <p:notesMasterIdLst>
    <p:notesMasterId xmlns:r="http://schemas.openxmlformats.org/officeDocument/2006/relationships" r:id="R885c0a16cfad4224"/>
  </p:notesMasterIdLst>
  <p:sldIdLst>
    <p:sldId xmlns:r="http://schemas.openxmlformats.org/officeDocument/2006/relationships" id="256" r:id="Rd52b0d5771054d8f"/>
    <p:sldId xmlns:r="http://schemas.openxmlformats.org/officeDocument/2006/relationships" id="257" r:id="Rb6034d48c58c4b97"/>
    <p:sldId xmlns:r="http://schemas.openxmlformats.org/officeDocument/2006/relationships" id="258" r:id="R358c23c60a504127"/>
    <p:sldId xmlns:r="http://schemas.openxmlformats.org/officeDocument/2006/relationships" id="259" r:id="R25dbd73887034a65"/>
    <p:sldId xmlns:r="http://schemas.openxmlformats.org/officeDocument/2006/relationships" id="260" r:id="R4f32fa27f18e4072"/>
    <p:sldId xmlns:r="http://schemas.openxmlformats.org/officeDocument/2006/relationships" id="261" r:id="R7e9f653c247342e9"/>
    <p:sldId xmlns:r="http://schemas.openxmlformats.org/officeDocument/2006/relationships" id="262" r:id="R64e9e2feae6e46d4"/>
    <p:sldId xmlns:r="http://schemas.openxmlformats.org/officeDocument/2006/relationships" id="263" r:id="Rfb74eb3b31ef459a"/>
    <p:sldId xmlns:r="http://schemas.openxmlformats.org/officeDocument/2006/relationships" id="264" r:id="R7657f2e1eb4646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62c4bff4d84e7b" /><Relationship Type="http://schemas.openxmlformats.org/officeDocument/2006/relationships/slideMaster" Target="/ppt/slideMasters/slideMaster1.xml" Id="Rccb318ac2f8c4cf5" /><Relationship Type="http://schemas.openxmlformats.org/officeDocument/2006/relationships/notesMaster" Target="/ppt/notesMasters/notesMaster1.xml" Id="R885c0a16cfad4224" /><Relationship Type="http://schemas.openxmlformats.org/officeDocument/2006/relationships/presProps" Target="/ppt/presProps.xml" Id="R173f80a0b6364150" /><Relationship Type="http://schemas.openxmlformats.org/officeDocument/2006/relationships/viewProps" Target="/ppt/viewProps.xml" Id="R6aa11af1dfdf4a43" /><Relationship Type="http://schemas.openxmlformats.org/officeDocument/2006/relationships/tableStyles" Target="/ppt/tableStyles.xml" Id="R181dcea17c614550" /><Relationship Type="http://schemas.openxmlformats.org/officeDocument/2006/relationships/slide" Target="/ppt/slides/slide1.xml" Id="Rd52b0d5771054d8f" /><Relationship Type="http://schemas.openxmlformats.org/officeDocument/2006/relationships/slide" Target="/ppt/slides/slide2.xml" Id="Rb6034d48c58c4b97" /><Relationship Type="http://schemas.openxmlformats.org/officeDocument/2006/relationships/slide" Target="/ppt/slides/slide3.xml" Id="R358c23c60a504127" /><Relationship Type="http://schemas.openxmlformats.org/officeDocument/2006/relationships/slide" Target="/ppt/slides/slide4.xml" Id="R25dbd73887034a65" /><Relationship Type="http://schemas.openxmlformats.org/officeDocument/2006/relationships/slide" Target="/ppt/slides/slide5.xml" Id="R4f32fa27f18e4072" /><Relationship Type="http://schemas.openxmlformats.org/officeDocument/2006/relationships/slide" Target="/ppt/slides/slide6.xml" Id="R7e9f653c247342e9" /><Relationship Type="http://schemas.openxmlformats.org/officeDocument/2006/relationships/slide" Target="/ppt/slides/slide7.xml" Id="R64e9e2feae6e46d4" /><Relationship Type="http://schemas.openxmlformats.org/officeDocument/2006/relationships/slide" Target="/ppt/slides/slide8.xml" Id="Rfb74eb3b31ef459a" /><Relationship Type="http://schemas.openxmlformats.org/officeDocument/2006/relationships/slide" Target="/ppt/slides/slide9.xml" Id="R7657f2e1eb46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6a97f2d2141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482976889a4270" /><Relationship Type="http://schemas.openxmlformats.org/officeDocument/2006/relationships/notesMaster" Target="/ppt/notesMasters/notesMaster1.xml" Id="R94e0b175354043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7fb7124d084bdd" /><Relationship Type="http://schemas.openxmlformats.org/officeDocument/2006/relationships/notesMaster" Target="/ppt/notesMasters/notesMaster1.xml" Id="Rebefefab18b947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9acdef45754f74" /><Relationship Type="http://schemas.openxmlformats.org/officeDocument/2006/relationships/notesMaster" Target="/ppt/notesMasters/notesMaster1.xml" Id="R39a5dd6c19dd49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82dc5d93344b0" /><Relationship Type="http://schemas.openxmlformats.org/officeDocument/2006/relationships/notesMaster" Target="/ppt/notesMasters/notesMaster1.xml" Id="R619bde04fe2544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4f7fb63f67423f" /><Relationship Type="http://schemas.openxmlformats.org/officeDocument/2006/relationships/notesMaster" Target="/ppt/notesMasters/notesMaster1.xml" Id="Rb7c510e521b548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22da08aff0437a" /><Relationship Type="http://schemas.openxmlformats.org/officeDocument/2006/relationships/notesMaster" Target="/ppt/notesMasters/notesMaster1.xml" Id="R690a38f8bf9d4d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85a4b914f64c86" /><Relationship Type="http://schemas.openxmlformats.org/officeDocument/2006/relationships/notesMaster" Target="/ppt/notesMasters/notesMaster1.xml" Id="R1df14f64286b43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70f22338124186" /><Relationship Type="http://schemas.openxmlformats.org/officeDocument/2006/relationships/notesMaster" Target="/ppt/notesMasters/notesMaster1.xml" Id="R34fe729eea064f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edf044139f42fe" /><Relationship Type="http://schemas.openxmlformats.org/officeDocument/2006/relationships/notesMaster" Target="/ppt/notesMasters/notesMaster1.xml" Id="R132436c75b3d4a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90bae3aa549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407185f9947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e14b4ad034d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352187a1d40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e6625dee24f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f7217f5d64d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0a9f7f3aa4b9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eba1b772b47c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d470f7a5446c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1613a9eae45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9892bf78b40d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22a1820bb46c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3bf12a5a94a8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a6f99a8ed46c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176ea75eb434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5de84a82242c3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b9fce461c14581" /><Relationship Type="http://schemas.openxmlformats.org/officeDocument/2006/relationships/slideLayout" Target="/ppt/slideLayouts/slideLayout1.xml" Id="Re33071723b344a06" /><Relationship Type="http://schemas.openxmlformats.org/officeDocument/2006/relationships/slideLayout" Target="/ppt/slideLayouts/slideLayout2.xml" Id="R216b9a12278b492b" /><Relationship Type="http://schemas.openxmlformats.org/officeDocument/2006/relationships/slideLayout" Target="/ppt/slideLayouts/slideLayout3.xml" Id="R1335b3d9120f46e1" /><Relationship Type="http://schemas.openxmlformats.org/officeDocument/2006/relationships/slideLayout" Target="/ppt/slideLayouts/slideLayout4.xml" Id="Rb0c7d8c2fd454eea" /><Relationship Type="http://schemas.openxmlformats.org/officeDocument/2006/relationships/slideLayout" Target="/ppt/slideLayouts/slideLayout5.xml" Id="R789759ddde42417d" /><Relationship Type="http://schemas.openxmlformats.org/officeDocument/2006/relationships/slideLayout" Target="/ppt/slideLayouts/slideLayout6.xml" Id="R0e0c7aec131d4a8b" /><Relationship Type="http://schemas.openxmlformats.org/officeDocument/2006/relationships/slideLayout" Target="/ppt/slideLayouts/slideLayout7.xml" Id="R8549eddbdf0f458d" /><Relationship Type="http://schemas.openxmlformats.org/officeDocument/2006/relationships/slideLayout" Target="/ppt/slideLayouts/slideLayout8.xml" Id="R1037ff3472d342ec" /><Relationship Type="http://schemas.openxmlformats.org/officeDocument/2006/relationships/slideLayout" Target="/ppt/slideLayouts/slideLayout9.xml" Id="Rd7aac68f70194151" /><Relationship Type="http://schemas.openxmlformats.org/officeDocument/2006/relationships/slideLayout" Target="/ppt/slideLayouts/slideLayout10.xml" Id="Rf077dcf58f574fed" /><Relationship Type="http://schemas.openxmlformats.org/officeDocument/2006/relationships/slideLayout" Target="/ppt/slideLayouts/slideLayout11.xml" Id="R0350f9a7398f4da8" /><Relationship Type="http://schemas.openxmlformats.org/officeDocument/2006/relationships/slideLayout" Target="/ppt/slideLayouts/slideLayout12.xml" Id="R43b61d562a5d4b2f" /><Relationship Type="http://schemas.openxmlformats.org/officeDocument/2006/relationships/slideLayout" Target="/ppt/slideLayouts/slideLayout13.xml" Id="Rb90f43ce8d0c4ad5" /><Relationship Type="http://schemas.openxmlformats.org/officeDocument/2006/relationships/slideLayout" Target="/ppt/slideLayouts/slideLayout14.xml" Id="Rafa9512364b143f0" /><Relationship Type="http://schemas.openxmlformats.org/officeDocument/2006/relationships/slideLayout" Target="/ppt/slideLayouts/slideLayout15.xml" Id="Ra4cb4a0ea9f0460d" /><Relationship Type="http://schemas.openxmlformats.org/officeDocument/2006/relationships/slideLayout" Target="/ppt/slideLayouts/slideLayout16.xml" Id="Rf0d6b483979d492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3071723b344a06"/>
    <p:sldLayoutId xmlns:r="http://schemas.openxmlformats.org/officeDocument/2006/relationships" id="2147483650" r:id="R216b9a12278b492b"/>
    <p:sldLayoutId xmlns:r="http://schemas.openxmlformats.org/officeDocument/2006/relationships" id="2147483651" r:id="R1335b3d9120f46e1"/>
    <p:sldLayoutId xmlns:r="http://schemas.openxmlformats.org/officeDocument/2006/relationships" id="2147483652" r:id="Rb0c7d8c2fd454eea"/>
    <p:sldLayoutId xmlns:r="http://schemas.openxmlformats.org/officeDocument/2006/relationships" id="2147483653" r:id="R789759ddde42417d"/>
    <p:sldLayoutId xmlns:r="http://schemas.openxmlformats.org/officeDocument/2006/relationships" id="2147483654" r:id="R0e0c7aec131d4a8b"/>
    <p:sldLayoutId xmlns:r="http://schemas.openxmlformats.org/officeDocument/2006/relationships" id="2147483655" r:id="R8549eddbdf0f458d"/>
    <p:sldLayoutId xmlns:r="http://schemas.openxmlformats.org/officeDocument/2006/relationships" id="2147483656" r:id="R1037ff3472d342ec"/>
    <p:sldLayoutId xmlns:r="http://schemas.openxmlformats.org/officeDocument/2006/relationships" id="2147483657" r:id="Rd7aac68f70194151"/>
    <p:sldLayoutId xmlns:r="http://schemas.openxmlformats.org/officeDocument/2006/relationships" id="2147483658" r:id="Rf077dcf58f574fed"/>
    <p:sldLayoutId xmlns:r="http://schemas.openxmlformats.org/officeDocument/2006/relationships" id="2147483659" r:id="R0350f9a7398f4da8"/>
    <p:sldLayoutId xmlns:r="http://schemas.openxmlformats.org/officeDocument/2006/relationships" id="2147483660" r:id="R43b61d562a5d4b2f"/>
    <p:sldLayoutId xmlns:r="http://schemas.openxmlformats.org/officeDocument/2006/relationships" id="2147483661" r:id="Rb90f43ce8d0c4ad5"/>
    <p:sldLayoutId xmlns:r="http://schemas.openxmlformats.org/officeDocument/2006/relationships" id="2147483662" r:id="Rafa9512364b143f0"/>
    <p:sldLayoutId xmlns:r="http://schemas.openxmlformats.org/officeDocument/2006/relationships" id="2147483663" r:id="Ra4cb4a0ea9f0460d"/>
    <p:sldLayoutId xmlns:r="http://schemas.openxmlformats.org/officeDocument/2006/relationships" id="2147483664" r:id="Rf0d6b483979d4924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00ac9a81c4934" /><Relationship Type="http://schemas.openxmlformats.org/officeDocument/2006/relationships/notesSlide" Target="/ppt/notesSlides/notesSlide1.xml" Id="Rfd81fb9c37b9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a631a5d0ad9423d" /><Relationship Type="http://schemas.openxmlformats.org/officeDocument/2006/relationships/image" Target="/ppt/media/image.png" Id="R76ad6df805da489a" /><Relationship Type="http://schemas.openxmlformats.org/officeDocument/2006/relationships/notesSlide" Target="/ppt/notesSlides/notesSlide2.xml" Id="R587f9854ce5d4d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8646639c736464a" /><Relationship Type="http://schemas.openxmlformats.org/officeDocument/2006/relationships/image" Target="/ppt/media/image2.png" Id="R717f56bbdd324ab9" /><Relationship Type="http://schemas.openxmlformats.org/officeDocument/2006/relationships/notesSlide" Target="/ppt/notesSlides/notesSlide3.xml" Id="R78a120f2b2704f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5d27d6f9a5c4ca9" /><Relationship Type="http://schemas.openxmlformats.org/officeDocument/2006/relationships/image" Target="/ppt/media/image3.png" Id="R985114f282cf4cfa" /><Relationship Type="http://schemas.openxmlformats.org/officeDocument/2006/relationships/notesSlide" Target="/ppt/notesSlides/notesSlide4.xml" Id="R8f8d4075238a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2ce9dcf3cb5492c" /><Relationship Type="http://schemas.openxmlformats.org/officeDocument/2006/relationships/image" Target="/ppt/media/image4.png" Id="R44e9705ebca6453f" /><Relationship Type="http://schemas.openxmlformats.org/officeDocument/2006/relationships/image" Target="/ppt/media/image5.png" Id="R269d44ffa16a4811" /><Relationship Type="http://schemas.openxmlformats.org/officeDocument/2006/relationships/image" Target="/ppt/media/image6.png" Id="Refcca66523624640" /><Relationship Type="http://schemas.openxmlformats.org/officeDocument/2006/relationships/notesSlide" Target="/ppt/notesSlides/notesSlide5.xml" Id="R6ff877d9452849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66997f7cb0d43f0" /><Relationship Type="http://schemas.openxmlformats.org/officeDocument/2006/relationships/image" Target="/ppt/media/image2.png" Id="R9f61e2554b33440d" /><Relationship Type="http://schemas.openxmlformats.org/officeDocument/2006/relationships/notesSlide" Target="/ppt/notesSlides/notesSlide6.xml" Id="Re787a8baef8e49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075af8d107443bb" /><Relationship Type="http://schemas.openxmlformats.org/officeDocument/2006/relationships/image" Target="/ppt/media/image7.png" Id="R87fc5caffd89472d" /><Relationship Type="http://schemas.openxmlformats.org/officeDocument/2006/relationships/notesSlide" Target="/ppt/notesSlides/notesSlide7.xml" Id="R236c48b30ecc4a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e355d2243c47ba" /><Relationship Type="http://schemas.openxmlformats.org/officeDocument/2006/relationships/image" Target="/ppt/media/image8.png" Id="R11af586cea2344f3" /><Relationship Type="http://schemas.openxmlformats.org/officeDocument/2006/relationships/notesSlide" Target="/ppt/notesSlides/notesSlide8.xml" Id="Ra06b5bd16db242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df099fee9d4433" /><Relationship Type="http://schemas.openxmlformats.org/officeDocument/2006/relationships/image" Target="/ppt/media/image8.png" Id="R8cc72ad37baf4ffd" /><Relationship Type="http://schemas.openxmlformats.org/officeDocument/2006/relationships/notesSlide" Target="/ppt/notesSlides/notesSlide9.xml" Id="R5ba22b70ac344d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Διακλάδωσης - if, elif, else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E9249911-8A1E-4F52-BFF7-D91605E7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A.7.M14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76ad6df805da48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0F17FBF1-FB86-4F56-84D8-AA88246E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A7C14592-42D2-4930-A8E0-B0ED99BB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συγκρίνουμε αλφαριθμητικές τιμές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συνδυάζουμε ονόματα με 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ταξινομούμε είσοδο σε κατηγορίες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χειριζόμαστε λανθασμένη είσοδο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875F386C-943A-4E26-9C00-EAC0F07E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B8E29094-1D14-4DB9-A034-8A8AF87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3067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planet == 'Mercury'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Σύγκριση κειμένου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f56bbdd324a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3EAA68B5-6C39-4027-95AD-B626CB40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FD93D493-E3F9-4071-8BB4-FABFE109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Τα ονόματα πλανητών είναι τιμές τύπου str και γράφονται σε εισαγωγικά.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σύγκριση είναι ακριβής και επηρεάζεται από κεφαλαία, πεζά και ορθογραφία.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5197F7B4-23DB-4784-9E5A-E4784D4E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6289D4EE-C807-4202-8A2A-014E17D4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planet == 'Mercury'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Ομαδοποίηση με or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114f282cf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91A58AFD-0369-45B2-80F7-FB9C2859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40C2D927-90CB-4687-975D-C5B822C4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Μία κατηγορία μπορεί να περιλαμβάνει περισσότερες τιμές. Συνδέουμε τις συγκρίσεις με or.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7505844A-5AC8-49AC-A176-2214B0A7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0F3A215C-988B-4DF1-BD37-A262B440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planet == 'Mercury' or planet == 'Venus'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Κατηγορίες πλανητών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9705ebca645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d44ffa16a4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5E3D4D3E-5259-4EFC-BA80-45405947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EDB384A1-C9C2-42FF-BA3D-EF6DEEE8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Κατηγορία A: Mercury, Venus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Κατηγορία B: Earth, Mars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Κατηγορία C: Jupiter, Saturn, Uranus, Neptune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σωστό όνομα αντιστοιχεί σε μία κατηγορία.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ca66523624640"/>
          <a:stretch xmlns:a="http://schemas.openxmlformats.org/drawingml/2006/main"/>
        </p:blipFill>
        <p:spPr>
          <a:xfrm xmlns:a="http://schemas.openxmlformats.org/drawingml/2006/main">
            <a:off x="6937600" y="1695450"/>
            <a:ext cx="3317425" cy="3667125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39D58891-10AA-40DE-AD17-828461E3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Αλυσιδωτή επιλογή κατηγορίας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Χειρισμός λάθους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1e2554b33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E85D0344-E060-4470-9660-347EC44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C9C919B9-FDB1-4B66-BA91-EE538795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τελικό else καλύπτει κάθε όνομα που δεν αναγνωρίστηκε και παρουσιάζει Wrong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Έτσι το πρόγραμμα έχει καθορισμένη έξοδο για κάθε είσοδο.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157D754C-0C19-41CC-BC60-5C39C0EC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6CE3D424-9DA8-40FD-9EBC-0B0CF2C1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print('Wrong input')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εισόδων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8388047A-3E24-4735-99A4-E6C392A2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F32679F1-0994-4651-B577-BD87FFBB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Δοκιμάζουμε ένα όνομα από κάθε κατηγορία, καθώς και άγνωστο όνομα.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επίσης διαφορετική χρήση κεφαλαίων για να γνωρίζουμε τη συμπεριφορά του προγράμματος.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c5caffd89472d"/>
          <a:stretch xmlns:a="http://schemas.openxmlformats.org/drawingml/2006/main"/>
        </p:blipFill>
        <p:spPr>
          <a:xfrm xmlns:a="http://schemas.openxmlformats.org/drawingml/2006/main">
            <a:off x="6191250" y="2262148"/>
            <a:ext cx="4810125" cy="2533728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0E88CAE9-8ECE-43F4-A579-B4DD0554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Κάθε συνθήκη οδηγεί στον αντίστοιχο κλάδο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f586cea2344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A.7.M14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3C963B3D-9FA6-4346-9961-D1469EF6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653B5D9D-AB6C-446A-A0DD-464E6AE3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πρόγραμμα κατηγοριοποίησης πλανητών και μήνυμα Wrong input.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72ad37baf4f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A.7.M14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47975552-05EF-4930-AB02-FF1FDE31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22B804D8-D8A1-4E9D-9AF3-B771182A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Δεν υπάρχουν επιπρόσθετες δραστηριότητες.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Δεν υπάρχουν δραστηριότητες για το σπίτι.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2026-09-26T08:26:58.2870000Z</dcterms:created>
  <dcterms:modified xsi:type="dcterms:W3CDTF">2026-09-26T08:26:58.2870000Z</dcterms:modified>
</coreProperties>
</file>