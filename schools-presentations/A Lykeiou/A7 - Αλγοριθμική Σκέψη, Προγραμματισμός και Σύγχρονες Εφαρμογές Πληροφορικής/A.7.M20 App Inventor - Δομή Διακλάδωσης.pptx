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f86dad8514ced" /><Relationship Type="http://schemas.openxmlformats.org/officeDocument/2006/relationships/extended-properties" Target="/docProps/app.xml" Id="R08d79be673284dc0" /><Relationship Type="http://schemas.openxmlformats.org/officeDocument/2006/relationships/officeDocument" Target="/ppt/presentation.xml" Id="R5ceaa115f196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6a8ef081d438f"/>
  </p:sldMasterIdLst>
  <p:notesMasterIdLst>
    <p:notesMasterId xmlns:r="http://schemas.openxmlformats.org/officeDocument/2006/relationships" r:id="Rf15eb547f24b4721"/>
  </p:notesMasterIdLst>
  <p:sldIdLst>
    <p:sldId xmlns:r="http://schemas.openxmlformats.org/officeDocument/2006/relationships" id="256" r:id="Rbd052e5bdede4c52"/>
    <p:sldId xmlns:r="http://schemas.openxmlformats.org/officeDocument/2006/relationships" id="257" r:id="R8efc5400d71342d7"/>
    <p:sldId xmlns:r="http://schemas.openxmlformats.org/officeDocument/2006/relationships" id="258" r:id="R23308c8560ae46fb"/>
    <p:sldId xmlns:r="http://schemas.openxmlformats.org/officeDocument/2006/relationships" id="259" r:id="Ra36fdbf48d04448a"/>
    <p:sldId xmlns:r="http://schemas.openxmlformats.org/officeDocument/2006/relationships" id="260" r:id="R33b78afedf104821"/>
    <p:sldId xmlns:r="http://schemas.openxmlformats.org/officeDocument/2006/relationships" id="261" r:id="R0eb0650aeaab42f4"/>
    <p:sldId xmlns:r="http://schemas.openxmlformats.org/officeDocument/2006/relationships" id="262" r:id="R6c5bd1d6c81a4ccf"/>
    <p:sldId xmlns:r="http://schemas.openxmlformats.org/officeDocument/2006/relationships" id="263" r:id="Rafa29cdf53994208"/>
    <p:sldId xmlns:r="http://schemas.openxmlformats.org/officeDocument/2006/relationships" id="264" r:id="R597947a0fc5e4c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e608308774626" /><Relationship Type="http://schemas.openxmlformats.org/officeDocument/2006/relationships/slideMaster" Target="/ppt/slideMasters/slideMaster1.xml" Id="R5af6a8ef081d438f" /><Relationship Type="http://schemas.openxmlformats.org/officeDocument/2006/relationships/notesMaster" Target="/ppt/notesMasters/notesMaster1.xml" Id="Rf15eb547f24b4721" /><Relationship Type="http://schemas.openxmlformats.org/officeDocument/2006/relationships/presProps" Target="/ppt/presProps.xml" Id="Rc6df0fbf81a644b3" /><Relationship Type="http://schemas.openxmlformats.org/officeDocument/2006/relationships/viewProps" Target="/ppt/viewProps.xml" Id="Rbff0f87af17749a7" /><Relationship Type="http://schemas.openxmlformats.org/officeDocument/2006/relationships/tableStyles" Target="/ppt/tableStyles.xml" Id="Rbd69a3543a7f4b2b" /><Relationship Type="http://schemas.openxmlformats.org/officeDocument/2006/relationships/slide" Target="/ppt/slides/slide1.xml" Id="Rbd052e5bdede4c52" /><Relationship Type="http://schemas.openxmlformats.org/officeDocument/2006/relationships/slide" Target="/ppt/slides/slide2.xml" Id="R8efc5400d71342d7" /><Relationship Type="http://schemas.openxmlformats.org/officeDocument/2006/relationships/slide" Target="/ppt/slides/slide3.xml" Id="R23308c8560ae46fb" /><Relationship Type="http://schemas.openxmlformats.org/officeDocument/2006/relationships/slide" Target="/ppt/slides/slide4.xml" Id="Ra36fdbf48d04448a" /><Relationship Type="http://schemas.openxmlformats.org/officeDocument/2006/relationships/slide" Target="/ppt/slides/slide5.xml" Id="R33b78afedf104821" /><Relationship Type="http://schemas.openxmlformats.org/officeDocument/2006/relationships/slide" Target="/ppt/slides/slide6.xml" Id="R0eb0650aeaab42f4" /><Relationship Type="http://schemas.openxmlformats.org/officeDocument/2006/relationships/slide" Target="/ppt/slides/slide7.xml" Id="R6c5bd1d6c81a4ccf" /><Relationship Type="http://schemas.openxmlformats.org/officeDocument/2006/relationships/slide" Target="/ppt/slides/slide8.xml" Id="Rafa29cdf53994208" /><Relationship Type="http://schemas.openxmlformats.org/officeDocument/2006/relationships/slide" Target="/ppt/slides/slide9.xml" Id="R597947a0fc5e4c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e3ada0ee0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401bbfd494a87" /><Relationship Type="http://schemas.openxmlformats.org/officeDocument/2006/relationships/notesMaster" Target="/ppt/notesMasters/notesMaster1.xml" Id="R82891634868d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efe5ab2c64f8b" /><Relationship Type="http://schemas.openxmlformats.org/officeDocument/2006/relationships/notesMaster" Target="/ppt/notesMasters/notesMaster1.xml" Id="R74dcca1b99f340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106db517842a8" /><Relationship Type="http://schemas.openxmlformats.org/officeDocument/2006/relationships/notesMaster" Target="/ppt/notesMasters/notesMaster1.xml" Id="R7f362b45c1be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fe662390fd4aa5" /><Relationship Type="http://schemas.openxmlformats.org/officeDocument/2006/relationships/notesMaster" Target="/ppt/notesMasters/notesMaster1.xml" Id="R8849add83772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a0eb7c5a44fc0" /><Relationship Type="http://schemas.openxmlformats.org/officeDocument/2006/relationships/notesMaster" Target="/ppt/notesMasters/notesMaster1.xml" Id="Rba9bed33ee3740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47112cf3bc4825" /><Relationship Type="http://schemas.openxmlformats.org/officeDocument/2006/relationships/notesMaster" Target="/ppt/notesMasters/notesMaster1.xml" Id="R28bfdc22d2b6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b6b3958ad147ca" /><Relationship Type="http://schemas.openxmlformats.org/officeDocument/2006/relationships/notesMaster" Target="/ppt/notesMasters/notesMaster1.xml" Id="R743f9b03a21842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789a0dd5294b55" /><Relationship Type="http://schemas.openxmlformats.org/officeDocument/2006/relationships/notesMaster" Target="/ppt/notesMasters/notesMaster1.xml" Id="R7a581fec08e74b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359bf08d8c4eba" /><Relationship Type="http://schemas.openxmlformats.org/officeDocument/2006/relationships/notesMaster" Target="/ppt/notesMasters/notesMaster1.xml" Id="R2ae84171847b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4eec4404346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2808c796447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873f14f0e46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7ce3a65b244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36c813a3941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18eaed71844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48356a92642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d8a4af65d48c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e8c6890e54b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df3bc3aa144f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2f325735b41b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cda6241a5410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5926ed92a4b6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9a22a8f1b496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23c3abfd04c4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24fdaf1de4dd2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0ddf610264510" /><Relationship Type="http://schemas.openxmlformats.org/officeDocument/2006/relationships/slideLayout" Target="/ppt/slideLayouts/slideLayout1.xml" Id="R870e110fe46e4852" /><Relationship Type="http://schemas.openxmlformats.org/officeDocument/2006/relationships/slideLayout" Target="/ppt/slideLayouts/slideLayout2.xml" Id="Rfdd07276f6fe4ffa" /><Relationship Type="http://schemas.openxmlformats.org/officeDocument/2006/relationships/slideLayout" Target="/ppt/slideLayouts/slideLayout3.xml" Id="R225ea6b9b43644b6" /><Relationship Type="http://schemas.openxmlformats.org/officeDocument/2006/relationships/slideLayout" Target="/ppt/slideLayouts/slideLayout4.xml" Id="R4b5aa9e9452d42f8" /><Relationship Type="http://schemas.openxmlformats.org/officeDocument/2006/relationships/slideLayout" Target="/ppt/slideLayouts/slideLayout5.xml" Id="R55282c19d5d44cce" /><Relationship Type="http://schemas.openxmlformats.org/officeDocument/2006/relationships/slideLayout" Target="/ppt/slideLayouts/slideLayout6.xml" Id="R5ff7888003d94b37" /><Relationship Type="http://schemas.openxmlformats.org/officeDocument/2006/relationships/slideLayout" Target="/ppt/slideLayouts/slideLayout7.xml" Id="Rebc784f762994e86" /><Relationship Type="http://schemas.openxmlformats.org/officeDocument/2006/relationships/slideLayout" Target="/ppt/slideLayouts/slideLayout8.xml" Id="R4b65ab514ad04913" /><Relationship Type="http://schemas.openxmlformats.org/officeDocument/2006/relationships/slideLayout" Target="/ppt/slideLayouts/slideLayout9.xml" Id="Ree533ca774a243a8" /><Relationship Type="http://schemas.openxmlformats.org/officeDocument/2006/relationships/slideLayout" Target="/ppt/slideLayouts/slideLayout10.xml" Id="R8809caa27fce41d7" /><Relationship Type="http://schemas.openxmlformats.org/officeDocument/2006/relationships/slideLayout" Target="/ppt/slideLayouts/slideLayout11.xml" Id="Ra38ea691c2534c4d" /><Relationship Type="http://schemas.openxmlformats.org/officeDocument/2006/relationships/slideLayout" Target="/ppt/slideLayouts/slideLayout12.xml" Id="R6b848df9eaa7492b" /><Relationship Type="http://schemas.openxmlformats.org/officeDocument/2006/relationships/slideLayout" Target="/ppt/slideLayouts/slideLayout13.xml" Id="R16ed95621edc45fb" /><Relationship Type="http://schemas.openxmlformats.org/officeDocument/2006/relationships/slideLayout" Target="/ppt/slideLayouts/slideLayout14.xml" Id="R0aac57dd52ce4085" /><Relationship Type="http://schemas.openxmlformats.org/officeDocument/2006/relationships/slideLayout" Target="/ppt/slideLayouts/slideLayout15.xml" Id="R9066c77a452e46c2" /><Relationship Type="http://schemas.openxmlformats.org/officeDocument/2006/relationships/slideLayout" Target="/ppt/slideLayouts/slideLayout16.xml" Id="R66f49b93e7054e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e110fe46e4852"/>
    <p:sldLayoutId xmlns:r="http://schemas.openxmlformats.org/officeDocument/2006/relationships" id="2147483650" r:id="Rfdd07276f6fe4ffa"/>
    <p:sldLayoutId xmlns:r="http://schemas.openxmlformats.org/officeDocument/2006/relationships" id="2147483651" r:id="R225ea6b9b43644b6"/>
    <p:sldLayoutId xmlns:r="http://schemas.openxmlformats.org/officeDocument/2006/relationships" id="2147483652" r:id="R4b5aa9e9452d42f8"/>
    <p:sldLayoutId xmlns:r="http://schemas.openxmlformats.org/officeDocument/2006/relationships" id="2147483653" r:id="R55282c19d5d44cce"/>
    <p:sldLayoutId xmlns:r="http://schemas.openxmlformats.org/officeDocument/2006/relationships" id="2147483654" r:id="R5ff7888003d94b37"/>
    <p:sldLayoutId xmlns:r="http://schemas.openxmlformats.org/officeDocument/2006/relationships" id="2147483655" r:id="Rebc784f762994e86"/>
    <p:sldLayoutId xmlns:r="http://schemas.openxmlformats.org/officeDocument/2006/relationships" id="2147483656" r:id="R4b65ab514ad04913"/>
    <p:sldLayoutId xmlns:r="http://schemas.openxmlformats.org/officeDocument/2006/relationships" id="2147483657" r:id="Ree533ca774a243a8"/>
    <p:sldLayoutId xmlns:r="http://schemas.openxmlformats.org/officeDocument/2006/relationships" id="2147483658" r:id="R8809caa27fce41d7"/>
    <p:sldLayoutId xmlns:r="http://schemas.openxmlformats.org/officeDocument/2006/relationships" id="2147483659" r:id="Ra38ea691c2534c4d"/>
    <p:sldLayoutId xmlns:r="http://schemas.openxmlformats.org/officeDocument/2006/relationships" id="2147483660" r:id="R6b848df9eaa7492b"/>
    <p:sldLayoutId xmlns:r="http://schemas.openxmlformats.org/officeDocument/2006/relationships" id="2147483661" r:id="R16ed95621edc45fb"/>
    <p:sldLayoutId xmlns:r="http://schemas.openxmlformats.org/officeDocument/2006/relationships" id="2147483662" r:id="R0aac57dd52ce4085"/>
    <p:sldLayoutId xmlns:r="http://schemas.openxmlformats.org/officeDocument/2006/relationships" id="2147483663" r:id="R9066c77a452e46c2"/>
    <p:sldLayoutId xmlns:r="http://schemas.openxmlformats.org/officeDocument/2006/relationships" id="2147483664" r:id="R66f49b93e7054e0b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6ec6f35f04ab4" /><Relationship Type="http://schemas.openxmlformats.org/officeDocument/2006/relationships/notesSlide" Target="/ppt/notesSlides/notesSlide1.xml" Id="R7f662e11b50847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42bd91b88dc422a" /><Relationship Type="http://schemas.openxmlformats.org/officeDocument/2006/relationships/image" Target="/ppt/media/image.png" Id="R636b59b3e9274348" /><Relationship Type="http://schemas.openxmlformats.org/officeDocument/2006/relationships/image" Target="/ppt/media/image2.png" Id="R4b855a6327b34e62" /><Relationship Type="http://schemas.openxmlformats.org/officeDocument/2006/relationships/notesSlide" Target="/ppt/notesSlides/notesSlide2.xml" Id="R2c645151c7c644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70ef8471064060" /><Relationship Type="http://schemas.openxmlformats.org/officeDocument/2006/relationships/image" Target="/ppt/media/image3.png" Id="R5f769144980b4214" /><Relationship Type="http://schemas.openxmlformats.org/officeDocument/2006/relationships/image" Target="/ppt/media/image4.png" Id="R181ee523e50747ed" /><Relationship Type="http://schemas.openxmlformats.org/officeDocument/2006/relationships/notesSlide" Target="/ppt/notesSlides/notesSlide3.xml" Id="R01877f6892714e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aadc7ef827243bc" /><Relationship Type="http://schemas.openxmlformats.org/officeDocument/2006/relationships/image" Target="/ppt/media/image5.png" Id="R3d5da95a0a86416e" /><Relationship Type="http://schemas.openxmlformats.org/officeDocument/2006/relationships/image" Target="/ppt/media/image6.png" Id="Rb6f2fd49526d4a67" /><Relationship Type="http://schemas.openxmlformats.org/officeDocument/2006/relationships/notesSlide" Target="/ppt/notesSlides/notesSlide4.xml" Id="R4cadbba2192f46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b3ce61c86ae4135" /><Relationship Type="http://schemas.openxmlformats.org/officeDocument/2006/relationships/image" Target="/ppt/media/image7.png" Id="R77cec309a5e54de6" /><Relationship Type="http://schemas.openxmlformats.org/officeDocument/2006/relationships/image" Target="/ppt/media/image8.png" Id="R0390ab77629e4a1b" /><Relationship Type="http://schemas.openxmlformats.org/officeDocument/2006/relationships/image" Target="/ppt/media/image9.png" Id="Rf252e2bcc8b743f4" /><Relationship Type="http://schemas.openxmlformats.org/officeDocument/2006/relationships/notesSlide" Target="/ppt/notesSlides/notesSlide5.xml" Id="R2048a2a9673b4e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a58372fb9894889" /><Relationship Type="http://schemas.openxmlformats.org/officeDocument/2006/relationships/image" Target="/ppt/media/image3.png" Id="Rd2be641ccf1945d5" /><Relationship Type="http://schemas.openxmlformats.org/officeDocument/2006/relationships/image" Target="/ppt/media/image10.png" Id="R8a5687231ce74fe3" /><Relationship Type="http://schemas.openxmlformats.org/officeDocument/2006/relationships/notesSlide" Target="/ppt/notesSlides/notesSlide6.xml" Id="R4653207364a847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256f7940a254f78" /><Relationship Type="http://schemas.openxmlformats.org/officeDocument/2006/relationships/image" Target="/ppt/media/image11.png" Id="R61bae33b89774c97" /><Relationship Type="http://schemas.openxmlformats.org/officeDocument/2006/relationships/notesSlide" Target="/ppt/notesSlides/notesSlide7.xml" Id="Rc2baed7526174f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903a4489924f9f" /><Relationship Type="http://schemas.openxmlformats.org/officeDocument/2006/relationships/image" Target="/ppt/media/image12.png" Id="R2a8f0da51fd7473d" /><Relationship Type="http://schemas.openxmlformats.org/officeDocument/2006/relationships/notesSlide" Target="/ppt/notesSlides/notesSlide8.xml" Id="Rbc80a728e85f46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b7005fc048a433a" /><Relationship Type="http://schemas.openxmlformats.org/officeDocument/2006/relationships/image" Target="/ppt/media/image12.png" Id="R43f4c2a14c75454d" /><Relationship Type="http://schemas.openxmlformats.org/officeDocument/2006/relationships/notesSlide" Target="/ppt/notesSlides/notesSlide9.xml" Id="Ra6f4c2dfc27a41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App Inventor - Δομή Διακλάδωσης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ABD66F73-4261-4BFB-B98B-5D78199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A.7.M20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636b59b3e927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CCB767E1-7F2E-4702-AF4C-AB263248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E0CB8425-9939-451B-9FAD-8B0A8529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block if-else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σχηματίζουμε συνθήκη ελέγχου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εμφανίζουμε διαφορετικό αποτέλεσμα ανά κλάδο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δοκιμάζουμε αρνητικές και μη αρνητικές τιμές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55a6327b34e62"/>
          <a:stretch xmlns:a="http://schemas.openxmlformats.org/drawingml/2006/main"/>
        </p:blipFill>
        <p:spPr>
          <a:xfrm xmlns:a="http://schemas.openxmlformats.org/drawingml/2006/main">
            <a:off x="7768853" y="1952625"/>
            <a:ext cx="2845544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92BBB11A-A262-4E42-BB47-6DA11FE5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Block if-then-else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Διακλάδωση στο App Inventor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69144980b4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D23CBB2F-4C70-45DF-86FA-4A6D80A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4F06716F-B76C-4533-8D3F-8367AE0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block if-then-else επιλέγει ποια ομάδα blocks θα εκτελεστεί.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συνθήκη τοποθετείται στην υποδοχή if και πρέπει να δίνει True ή False.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ee523e50747ed"/>
          <a:stretch xmlns:a="http://schemas.openxmlformats.org/drawingml/2006/main"/>
        </p:blipFill>
        <p:spPr>
          <a:xfrm xmlns:a="http://schemas.openxmlformats.org/drawingml/2006/main">
            <a:off x="6770422" y="1695450"/>
            <a:ext cx="3651781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1521A9DC-E1CB-41D2-9AAF-1763F24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Block if-then-else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πριν τον υπολογισμό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da95a0a8641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5CDCD5C1-625D-4106-8D07-BBCBAD7E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820E28F2-DA3D-4505-A40E-BD9FA84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τετραγωνική ρίζα υπολογίζεται μόνο όταν ο αριθμός είναι μεγαλύτερος ή ίσος με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αρνητική είσοδο παρουσιάζεται το μήνυμα Error.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2fd49526d4a67"/>
          <a:stretch xmlns:a="http://schemas.openxmlformats.org/drawingml/2006/main"/>
        </p:blipFill>
        <p:spPr>
          <a:xfrm xmlns:a="http://schemas.openxmlformats.org/drawingml/2006/main">
            <a:off x="6579829" y="1695450"/>
            <a:ext cx="403296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C5CF4E4D-137E-4C19-AAEE-92007E6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Λογικό διάγραμμα ελέγχου τετραγωνικής ρίζας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Δεδομένα και χειριστήρια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ec309a5e5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0ab77629e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3DE641BC-ADD4-47E7-B583-ED4FB122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7C2841C2-01EC-4C63-B2EF-FB018AF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Δεδομένο: αριθμός a από TextBox.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Πληροφορία: ρίζα x ή μήνυμα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Χρειαζόμαστε TextBox, Button και Label αποτελέσματος.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2e2bcc8b743f4"/>
          <a:stretch xmlns:a="http://schemas.openxmlformats.org/drawingml/2006/main"/>
        </p:blipFill>
        <p:spPr>
          <a:xfrm xmlns:a="http://schemas.openxmlformats.org/drawingml/2006/main">
            <a:off x="6191250" y="2085975"/>
            <a:ext cx="4810125" cy="2886075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E875B86B-33DC-4F34-915F-4E8823A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οθόνης εφαρμογής με εισόδους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Μεταβλητές και condition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e641ccf19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43B6E085-8689-4DC4-9101-5F080B23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20776882-723F-452A-9E45-4968FEF3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Αρχικοποιούμε τις αριθμητικές μεταβλητές με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 event του Button διαβάζουμε την είσοδο και ελέγχουμε a&gt;=0.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687231ce74fe3"/>
          <a:stretch xmlns:a="http://schemas.openxmlformats.org/drawingml/2006/main"/>
        </p:blipFill>
        <p:spPr>
          <a:xfrm xmlns:a="http://schemas.openxmlformats.org/drawingml/2006/main">
            <a:off x="6191250" y="2592865"/>
            <a:ext cx="4810125" cy="187229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48086E9B-609B-49B7-8B23-7DB03769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Αρχή block if με σύγκριση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Οι δύο κλάδοι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3CAEEB3E-AB08-4E95-80E1-1BE4DD20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BE99E073-F6AB-4CB7-82FB-DD8B24BF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Then: υπολογισμός της ρίζας και εμφάνιση αποτελέσματος.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Else: εμφάνιση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Δοκιμάζουμε αρνητικό αριθμό, 0 και θετικό αριθμό.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ae33b89774c97"/>
          <a:stretch xmlns:a="http://schemas.openxmlformats.org/drawingml/2006/main"/>
        </p:blipFill>
        <p:spPr>
          <a:xfrm xmlns:a="http://schemas.openxmlformats.org/drawingml/2006/main">
            <a:off x="6191250" y="3180805"/>
            <a:ext cx="4810125" cy="696415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0116BCDC-758B-4034-AA03-1615C67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Block εμφάνισης μηνύματος Error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f0da51fd7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A.7.M20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9B2289C2-027C-4A74-BDE6-2A935A1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1D4340FF-1C99-48F3-B883-C7B26B52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εφαρμογή SQRT με λογικό διάγραμμα, χειριστήρια, μεταβλητές, if-else και δοκιμή.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4c2a14c75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A.7.M20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9A7FF6A5-DDE5-45E8-A630-C4A7BD46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7D9831B0-5423-4B36-A808-9EDA74A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 (Call και SMS)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δραστηριότητες για το σπίτι.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2026-09-26T08:27:17.3750000Z</dcterms:created>
  <dcterms:modified xsi:type="dcterms:W3CDTF">2026-09-26T08:27:17.3750000Z</dcterms:modified>
</coreProperties>
</file>