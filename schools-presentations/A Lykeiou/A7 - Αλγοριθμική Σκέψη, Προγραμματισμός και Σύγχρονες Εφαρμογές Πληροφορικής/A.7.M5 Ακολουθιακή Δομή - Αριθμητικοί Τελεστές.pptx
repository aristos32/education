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4e91ae3d1f44cd" /><Relationship Type="http://schemas.openxmlformats.org/officeDocument/2006/relationships/extended-properties" Target="/docProps/app.xml" Id="R0fc492f4fdd4419d" /><Relationship Type="http://schemas.openxmlformats.org/officeDocument/2006/relationships/officeDocument" Target="/ppt/presentation.xml" Id="Rc6cf1e34ccaf4e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9acd33f4914287"/>
  </p:sldMasterIdLst>
  <p:notesMasterIdLst>
    <p:notesMasterId xmlns:r="http://schemas.openxmlformats.org/officeDocument/2006/relationships" r:id="R44072984872e4567"/>
  </p:notesMasterIdLst>
  <p:sldIdLst>
    <p:sldId xmlns:r="http://schemas.openxmlformats.org/officeDocument/2006/relationships" id="256" r:id="Red576f319aa141e7"/>
    <p:sldId xmlns:r="http://schemas.openxmlformats.org/officeDocument/2006/relationships" id="257" r:id="Ra38e0ae4fdfb487a"/>
    <p:sldId xmlns:r="http://schemas.openxmlformats.org/officeDocument/2006/relationships" id="258" r:id="Ra168438ef1d040ad"/>
    <p:sldId xmlns:r="http://schemas.openxmlformats.org/officeDocument/2006/relationships" id="259" r:id="Rd10a422ff5054c05"/>
    <p:sldId xmlns:r="http://schemas.openxmlformats.org/officeDocument/2006/relationships" id="260" r:id="Rdfaac6e659c84099"/>
    <p:sldId xmlns:r="http://schemas.openxmlformats.org/officeDocument/2006/relationships" id="261" r:id="Raf1951e97aad4d79"/>
    <p:sldId xmlns:r="http://schemas.openxmlformats.org/officeDocument/2006/relationships" id="262" r:id="Ra7b7a226a40c46b8"/>
    <p:sldId xmlns:r="http://schemas.openxmlformats.org/officeDocument/2006/relationships" id="263" r:id="Reae2a403e1d54908"/>
    <p:sldId xmlns:r="http://schemas.openxmlformats.org/officeDocument/2006/relationships" id="264" r:id="Red163fbb82f44e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10656e85534a10" /><Relationship Type="http://schemas.openxmlformats.org/officeDocument/2006/relationships/slideMaster" Target="/ppt/slideMasters/slideMaster1.xml" Id="Rae9acd33f4914287" /><Relationship Type="http://schemas.openxmlformats.org/officeDocument/2006/relationships/notesMaster" Target="/ppt/notesMasters/notesMaster1.xml" Id="R44072984872e4567" /><Relationship Type="http://schemas.openxmlformats.org/officeDocument/2006/relationships/presProps" Target="/ppt/presProps.xml" Id="R65f0a786e4414f27" /><Relationship Type="http://schemas.openxmlformats.org/officeDocument/2006/relationships/viewProps" Target="/ppt/viewProps.xml" Id="R6f864663f2c2491b" /><Relationship Type="http://schemas.openxmlformats.org/officeDocument/2006/relationships/tableStyles" Target="/ppt/tableStyles.xml" Id="R685e88966d564a3d" /><Relationship Type="http://schemas.openxmlformats.org/officeDocument/2006/relationships/slide" Target="/ppt/slides/slide1.xml" Id="Red576f319aa141e7" /><Relationship Type="http://schemas.openxmlformats.org/officeDocument/2006/relationships/slide" Target="/ppt/slides/slide2.xml" Id="Ra38e0ae4fdfb487a" /><Relationship Type="http://schemas.openxmlformats.org/officeDocument/2006/relationships/slide" Target="/ppt/slides/slide3.xml" Id="Ra168438ef1d040ad" /><Relationship Type="http://schemas.openxmlformats.org/officeDocument/2006/relationships/slide" Target="/ppt/slides/slide4.xml" Id="Rd10a422ff5054c05" /><Relationship Type="http://schemas.openxmlformats.org/officeDocument/2006/relationships/slide" Target="/ppt/slides/slide5.xml" Id="Rdfaac6e659c84099" /><Relationship Type="http://schemas.openxmlformats.org/officeDocument/2006/relationships/slide" Target="/ppt/slides/slide6.xml" Id="Raf1951e97aad4d79" /><Relationship Type="http://schemas.openxmlformats.org/officeDocument/2006/relationships/slide" Target="/ppt/slides/slide7.xml" Id="Ra7b7a226a40c46b8" /><Relationship Type="http://schemas.openxmlformats.org/officeDocument/2006/relationships/slide" Target="/ppt/slides/slide8.xml" Id="Reae2a403e1d54908" /><Relationship Type="http://schemas.openxmlformats.org/officeDocument/2006/relationships/slide" Target="/ppt/slides/slide9.xml" Id="Red163fbb82f44e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c69faba2f247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6d01887a024eae" /><Relationship Type="http://schemas.openxmlformats.org/officeDocument/2006/relationships/notesMaster" Target="/ppt/notesMasters/notesMaster1.xml" Id="Rd0dec0f9ad4c46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565c103ee246e3" /><Relationship Type="http://schemas.openxmlformats.org/officeDocument/2006/relationships/notesMaster" Target="/ppt/notesMasters/notesMaster1.xml" Id="R5ab8ed7a81f645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4b4a1888e84863" /><Relationship Type="http://schemas.openxmlformats.org/officeDocument/2006/relationships/notesMaster" Target="/ppt/notesMasters/notesMaster1.xml" Id="Rb7dc284107084b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944279c5f1452f" /><Relationship Type="http://schemas.openxmlformats.org/officeDocument/2006/relationships/notesMaster" Target="/ppt/notesMasters/notesMaster1.xml" Id="R75b273f02a3a4a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e5b06cec5d49f0" /><Relationship Type="http://schemas.openxmlformats.org/officeDocument/2006/relationships/notesMaster" Target="/ppt/notesMasters/notesMaster1.xml" Id="Rbd0a6cf14cfe49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be4a1e91234739" /><Relationship Type="http://schemas.openxmlformats.org/officeDocument/2006/relationships/notesMaster" Target="/ppt/notesMasters/notesMaster1.xml" Id="R99c3359d58df4c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84059a4c6a44a4" /><Relationship Type="http://schemas.openxmlformats.org/officeDocument/2006/relationships/notesMaster" Target="/ppt/notesMasters/notesMaster1.xml" Id="R32fa4b6118bc4e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ff6cdb2d0f4565" /><Relationship Type="http://schemas.openxmlformats.org/officeDocument/2006/relationships/notesMaster" Target="/ppt/notesMasters/notesMaster1.xml" Id="Rf0ad25dc8bb443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87c11693aa4dd5" /><Relationship Type="http://schemas.openxmlformats.org/officeDocument/2006/relationships/notesMaster" Target="/ppt/notesMasters/notesMaster1.xml" Id="R4916a6f8721745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a8485a4ee41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717cf1e714a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b6f671bce4e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be8e163864a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157b9c8a04a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1b34ed638473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a7178a5374e6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a1e7ee168428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bde5ba91f4bd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3b4471fef472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da51db931425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ef17e3a37461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74a5b7bc141d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e4f4b5bcb4ea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0aba9394340b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be26994b142c6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c5f375ba9d4051" /><Relationship Type="http://schemas.openxmlformats.org/officeDocument/2006/relationships/slideLayout" Target="/ppt/slideLayouts/slideLayout1.xml" Id="R5c0823a7f20e4680" /><Relationship Type="http://schemas.openxmlformats.org/officeDocument/2006/relationships/slideLayout" Target="/ppt/slideLayouts/slideLayout2.xml" Id="R171eebce819b47ad" /><Relationship Type="http://schemas.openxmlformats.org/officeDocument/2006/relationships/slideLayout" Target="/ppt/slideLayouts/slideLayout3.xml" Id="R7ce3ac95081944fa" /><Relationship Type="http://schemas.openxmlformats.org/officeDocument/2006/relationships/slideLayout" Target="/ppt/slideLayouts/slideLayout4.xml" Id="R09a4c3def134411a" /><Relationship Type="http://schemas.openxmlformats.org/officeDocument/2006/relationships/slideLayout" Target="/ppt/slideLayouts/slideLayout5.xml" Id="R9b826242340d4e10" /><Relationship Type="http://schemas.openxmlformats.org/officeDocument/2006/relationships/slideLayout" Target="/ppt/slideLayouts/slideLayout6.xml" Id="R0713f99e29f94617" /><Relationship Type="http://schemas.openxmlformats.org/officeDocument/2006/relationships/slideLayout" Target="/ppt/slideLayouts/slideLayout7.xml" Id="Rb207cc374789473d" /><Relationship Type="http://schemas.openxmlformats.org/officeDocument/2006/relationships/slideLayout" Target="/ppt/slideLayouts/slideLayout8.xml" Id="R7b7c1d420bd6432a" /><Relationship Type="http://schemas.openxmlformats.org/officeDocument/2006/relationships/slideLayout" Target="/ppt/slideLayouts/slideLayout9.xml" Id="R7c82766aadd5437d" /><Relationship Type="http://schemas.openxmlformats.org/officeDocument/2006/relationships/slideLayout" Target="/ppt/slideLayouts/slideLayout10.xml" Id="R8c9025cd26c24ced" /><Relationship Type="http://schemas.openxmlformats.org/officeDocument/2006/relationships/slideLayout" Target="/ppt/slideLayouts/slideLayout11.xml" Id="R956b35a1f1794547" /><Relationship Type="http://schemas.openxmlformats.org/officeDocument/2006/relationships/slideLayout" Target="/ppt/slideLayouts/slideLayout12.xml" Id="Ra7965d4cc7814861" /><Relationship Type="http://schemas.openxmlformats.org/officeDocument/2006/relationships/slideLayout" Target="/ppt/slideLayouts/slideLayout13.xml" Id="R9d84a97a96504dac" /><Relationship Type="http://schemas.openxmlformats.org/officeDocument/2006/relationships/slideLayout" Target="/ppt/slideLayouts/slideLayout14.xml" Id="Rc7ef6eddabff468c" /><Relationship Type="http://schemas.openxmlformats.org/officeDocument/2006/relationships/slideLayout" Target="/ppt/slideLayouts/slideLayout15.xml" Id="Rd542ead50c2f42f4" /><Relationship Type="http://schemas.openxmlformats.org/officeDocument/2006/relationships/slideLayout" Target="/ppt/slideLayouts/slideLayout16.xml" Id="Rcd360ab5b90144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0823a7f20e4680"/>
    <p:sldLayoutId xmlns:r="http://schemas.openxmlformats.org/officeDocument/2006/relationships" id="2147483650" r:id="R171eebce819b47ad"/>
    <p:sldLayoutId xmlns:r="http://schemas.openxmlformats.org/officeDocument/2006/relationships" id="2147483651" r:id="R7ce3ac95081944fa"/>
    <p:sldLayoutId xmlns:r="http://schemas.openxmlformats.org/officeDocument/2006/relationships" id="2147483652" r:id="R09a4c3def134411a"/>
    <p:sldLayoutId xmlns:r="http://schemas.openxmlformats.org/officeDocument/2006/relationships" id="2147483653" r:id="R9b826242340d4e10"/>
    <p:sldLayoutId xmlns:r="http://schemas.openxmlformats.org/officeDocument/2006/relationships" id="2147483654" r:id="R0713f99e29f94617"/>
    <p:sldLayoutId xmlns:r="http://schemas.openxmlformats.org/officeDocument/2006/relationships" id="2147483655" r:id="Rb207cc374789473d"/>
    <p:sldLayoutId xmlns:r="http://schemas.openxmlformats.org/officeDocument/2006/relationships" id="2147483656" r:id="R7b7c1d420bd6432a"/>
    <p:sldLayoutId xmlns:r="http://schemas.openxmlformats.org/officeDocument/2006/relationships" id="2147483657" r:id="R7c82766aadd5437d"/>
    <p:sldLayoutId xmlns:r="http://schemas.openxmlformats.org/officeDocument/2006/relationships" id="2147483658" r:id="R8c9025cd26c24ced"/>
    <p:sldLayoutId xmlns:r="http://schemas.openxmlformats.org/officeDocument/2006/relationships" id="2147483659" r:id="R956b35a1f1794547"/>
    <p:sldLayoutId xmlns:r="http://schemas.openxmlformats.org/officeDocument/2006/relationships" id="2147483660" r:id="Ra7965d4cc7814861"/>
    <p:sldLayoutId xmlns:r="http://schemas.openxmlformats.org/officeDocument/2006/relationships" id="2147483661" r:id="R9d84a97a96504dac"/>
    <p:sldLayoutId xmlns:r="http://schemas.openxmlformats.org/officeDocument/2006/relationships" id="2147483662" r:id="Rc7ef6eddabff468c"/>
    <p:sldLayoutId xmlns:r="http://schemas.openxmlformats.org/officeDocument/2006/relationships" id="2147483663" r:id="Rd542ead50c2f42f4"/>
    <p:sldLayoutId xmlns:r="http://schemas.openxmlformats.org/officeDocument/2006/relationships" id="2147483664" r:id="Rcd360ab5b90144ae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144089e3d4f00" /><Relationship Type="http://schemas.openxmlformats.org/officeDocument/2006/relationships/notesSlide" Target="/ppt/notesSlides/notesSlide1.xml" Id="Re4e623b116b74c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c51f4529ed24a12" /><Relationship Type="http://schemas.openxmlformats.org/officeDocument/2006/relationships/image" Target="/ppt/media/image.png" Id="Red449b974d2a4eb9" /><Relationship Type="http://schemas.openxmlformats.org/officeDocument/2006/relationships/notesSlide" Target="/ppt/notesSlides/notesSlide2.xml" Id="R711f122e7c204e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d25cb6d3a044083" /><Relationship Type="http://schemas.openxmlformats.org/officeDocument/2006/relationships/image" Target="/ppt/media/image2.png" Id="R71daa666fd7b4a65" /><Relationship Type="http://schemas.openxmlformats.org/officeDocument/2006/relationships/notesSlide" Target="/ppt/notesSlides/notesSlide3.xml" Id="Ra202bb31409841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bc7390694d44a80" /><Relationship Type="http://schemas.openxmlformats.org/officeDocument/2006/relationships/image" Target="/ppt/media/image3.png" Id="Rc42c9c97c0f54bd6" /><Relationship Type="http://schemas.openxmlformats.org/officeDocument/2006/relationships/image" Target="/ppt/media/image4.png" Id="R5b458a37f0b74ee6" /><Relationship Type="http://schemas.openxmlformats.org/officeDocument/2006/relationships/notesSlide" Target="/ppt/notesSlides/notesSlide4.xml" Id="Rff1ac356b04c4b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2f0fd6b8c3a40e7" /><Relationship Type="http://schemas.openxmlformats.org/officeDocument/2006/relationships/image" Target="/ppt/media/image5.png" Id="R4fe31e2b92f6433f" /><Relationship Type="http://schemas.openxmlformats.org/officeDocument/2006/relationships/image" Target="/ppt/media/image6.png" Id="R202af336d2d04e0e" /><Relationship Type="http://schemas.openxmlformats.org/officeDocument/2006/relationships/notesSlide" Target="/ppt/notesSlides/notesSlide5.xml" Id="R97fcc87a586f4c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f5011368b634f93" /><Relationship Type="http://schemas.openxmlformats.org/officeDocument/2006/relationships/image" Target="/ppt/media/image2.png" Id="R90f805a46c474e59" /><Relationship Type="http://schemas.openxmlformats.org/officeDocument/2006/relationships/notesSlide" Target="/ppt/notesSlides/notesSlide6.xml" Id="R72f92cc458bb48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37d2966f5ec49d4" /><Relationship Type="http://schemas.openxmlformats.org/officeDocument/2006/relationships/notesSlide" Target="/ppt/notesSlides/notesSlide7.xml" Id="R130ee7498bba4c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0a7c26a9ef4d6b" /><Relationship Type="http://schemas.openxmlformats.org/officeDocument/2006/relationships/image" Target="/ppt/media/image7.png" Id="R17902c347a3644af" /><Relationship Type="http://schemas.openxmlformats.org/officeDocument/2006/relationships/notesSlide" Target="/ppt/notesSlides/notesSlide8.xml" Id="Rbb70ecc494ab4c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9e7436fe384a80" /><Relationship Type="http://schemas.openxmlformats.org/officeDocument/2006/relationships/image" Target="/ppt/media/image7.png" Id="Re8733abfc6004140" /><Relationship Type="http://schemas.openxmlformats.org/officeDocument/2006/relationships/notesSlide" Target="/ppt/notesSlides/notesSlide9.xml" Id="R92884de0a94c48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Ακολουθιακή Δομή - Αριθμητικοί Τελεστές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8D593F68-F97B-4575-9C43-D2C1B933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A.7.M5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ed449b974d2a4e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A06714EC-5B14-4178-98D6-A54B7AF1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784AED1D-38EC-4505-BF9A-8FD14861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αναγνωρίζουμε αριθμητικούς τελεστές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εφαρμόζουμε την προτεραιότητα πράξεων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δυνάμεις και τετραγωνική ρίζα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μετατρέπουμε μαθηματικούς τύπους σε Python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5CF07A51-E27B-4848-AD97-B6C7A691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A2EA0ECF-3949-4F22-AAAB-25AF224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76475"/>
            <a:ext cx="3067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 + b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 - b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 * b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 / b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 ** b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Αριθμητικοί τελεστές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aa666fd7b4a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1C31114D-9C5B-4968-97F4-10D4E579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D73E555A-3F92-40F0-9598-FFE0CC14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+ πρόσθεση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- αφαίρεση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* πολλαπλασιασμός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/ διαίρεση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** δύναμη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τελεστές σχηματίζουν αριθμητικές εκφράσεις.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E28ABA5A-79BC-4602-9AB0-E9574FE7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C24B3AEB-3433-4816-9AD8-F3AE6FCB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 + b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 - b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 * b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 / b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 ** b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Προτεραιότητα πράξεων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c9c97c0f54b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0646C4B0-F709-4789-B53E-A04EF00D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60AD55B2-21B0-499A-95AC-07568246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1. Παρενθέσεις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2. Δυνάμεις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3. Πολλαπλασιασμός και διαίρεση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4. Πρόσθεση και αφαίρεση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Στο ίδιο επίπεδο ακολουθείται η σειρά από αριστερά προς τα δεξιά.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58a37f0b74ee6"/>
          <a:stretch xmlns:a="http://schemas.openxmlformats.org/drawingml/2006/main"/>
        </p:blipFill>
        <p:spPr>
          <a:xfrm xmlns:a="http://schemas.openxmlformats.org/drawingml/2006/main">
            <a:off x="6762750" y="1695450"/>
            <a:ext cx="366712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-caption">
            <a:extLst xmlns:a="http://schemas.openxmlformats.org/drawingml/2006/main">
              <a:ext uri="{FF2B5EF4-FFF2-40B4-BE49-F238E27FC236}">
                <a16:creationId xmlns:a16="http://schemas.microsoft.com/office/drawing/2014/main" id="{0D056FDA-FA6C-49C4-9840-A9AEA29A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Οι εκφράσεις εκτελούνται από την Python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Δύναμη και ρίζα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31e2b92f643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af336d2d04e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CB6BEF2A-63FF-4FA1-8353-0F7339D7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2108CA0B-2E41-4D9D-9573-2229AFD4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Στην Python η δύναμη γράφεται με **.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τετραγωνική ρίζα ενός θετικού αριθμού μπορεί να γραφτεί ως δύναμη 0.5.</a:t>
            </a:r>
          </a:p>
        </p:txBody>
      </p:sp>
      <p:sp>
        <p:nvSpPr>
          <p:cNvPr id="9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2BFBEEE1-0DC8-4463-BA42-12D0CAE4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10" name="Code 5">
            <a:extLst xmlns:a="http://schemas.openxmlformats.org/drawingml/2006/main">
              <a:ext uri="{FF2B5EF4-FFF2-40B4-BE49-F238E27FC236}">
                <a16:creationId xmlns:a16="http://schemas.microsoft.com/office/drawing/2014/main" id="{BF721167-BFB0-4C66-BC8B-AD49236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 ** 3      # 8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16 ** 0.5   # 4.0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Χρήση παρενθέσεων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805a46c474e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203447BC-BDE5-4AE8-ABED-92D79685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44E45751-0D8C-481D-98B0-EE953DFD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παρενθέσεις κάνουν τη σειρά υπολογισμού σαφή και μεταφέρουν σωστά έναν μαθηματικό τύπο στον κώδικα.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Ελέγχουμε ότι αριθμητής και παρονομαστής έχουν ομαδοποιηθεί σωστά.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13008043-66AA-419B-9770-B733BAA5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5A472B12-7FE2-456E-B0D2-B63F5878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(a + b) / 2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((x2 - x1)**2 + (y2 - y1)**2) ** 0.5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Παράδειγμα κινητικής ενέργειας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ECDCFBE6-E96C-487E-80F2-A6753885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C48C65F6-683C-4C59-9ACA-FFC4ACC3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E = ½mU², δεδομένα είναι η μάζα m και η ταχύτητα U. Πληροφορία είναι η ενέργεια E.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81AE9557-F2C1-4C4E-9AC7-A75ECE6A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DE69A278-6D27-4204-BAAA-B90FA383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 = float(input())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u = float(input())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 = 0.5 * m * u ** 2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print(e)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02c347a3644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A.7.M5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5E3077BB-2D84-4E05-9974-88D20055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1F488896-48C6-46F6-823E-6C894309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Δραστηριότητες 1–2: υπολογισμός εκφράσεων και πρόγραμμα κινητικής ενέργειας.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33abfc60041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A.7.M5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FEB460F1-3A0D-46A8-A74E-BBCA3417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8D2E50E9-1040-48C8-994E-C77D79D5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5–6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2026-09-26T08:26:28.8720000Z</dcterms:created>
  <dcterms:modified xsi:type="dcterms:W3CDTF">2026-09-26T08:26:28.8720000Z</dcterms:modified>
</coreProperties>
</file>