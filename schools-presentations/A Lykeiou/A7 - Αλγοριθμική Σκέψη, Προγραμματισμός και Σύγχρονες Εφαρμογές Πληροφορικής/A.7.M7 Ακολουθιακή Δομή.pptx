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9a6da76bee4ee5" /><Relationship Type="http://schemas.openxmlformats.org/officeDocument/2006/relationships/extended-properties" Target="/docProps/app.xml" Id="R6140bc04d27d4fa2" /><Relationship Type="http://schemas.openxmlformats.org/officeDocument/2006/relationships/officeDocument" Target="/ppt/presentation.xml" Id="Rc3cc1bf55f3b4a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ed36f373641c8"/>
  </p:sldMasterIdLst>
  <p:notesMasterIdLst>
    <p:notesMasterId xmlns:r="http://schemas.openxmlformats.org/officeDocument/2006/relationships" r:id="R5f937cb2b3a14703"/>
  </p:notesMasterIdLst>
  <p:sldIdLst>
    <p:sldId xmlns:r="http://schemas.openxmlformats.org/officeDocument/2006/relationships" id="256" r:id="R6f4998b209e943af"/>
    <p:sldId xmlns:r="http://schemas.openxmlformats.org/officeDocument/2006/relationships" id="257" r:id="Rcedba7e6eea64038"/>
    <p:sldId xmlns:r="http://schemas.openxmlformats.org/officeDocument/2006/relationships" id="258" r:id="Rf1a31a2b704a46a3"/>
    <p:sldId xmlns:r="http://schemas.openxmlformats.org/officeDocument/2006/relationships" id="259" r:id="Rcc16c5ae6e9b49c0"/>
    <p:sldId xmlns:r="http://schemas.openxmlformats.org/officeDocument/2006/relationships" id="260" r:id="R29c50768b56d412d"/>
    <p:sldId xmlns:r="http://schemas.openxmlformats.org/officeDocument/2006/relationships" id="261" r:id="R2f87eb6713564fea"/>
    <p:sldId xmlns:r="http://schemas.openxmlformats.org/officeDocument/2006/relationships" id="262" r:id="Re6756553b33b45fa"/>
    <p:sldId xmlns:r="http://schemas.openxmlformats.org/officeDocument/2006/relationships" id="263" r:id="Rde35219985b744aa"/>
    <p:sldId xmlns:r="http://schemas.openxmlformats.org/officeDocument/2006/relationships" id="264" r:id="R61dfdca2d6e74d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d8f44e65cc4a86" /><Relationship Type="http://schemas.openxmlformats.org/officeDocument/2006/relationships/slideMaster" Target="/ppt/slideMasters/slideMaster1.xml" Id="R27fed36f373641c8" /><Relationship Type="http://schemas.openxmlformats.org/officeDocument/2006/relationships/notesMaster" Target="/ppt/notesMasters/notesMaster1.xml" Id="R5f937cb2b3a14703" /><Relationship Type="http://schemas.openxmlformats.org/officeDocument/2006/relationships/presProps" Target="/ppt/presProps.xml" Id="Ra85b5bf7157d49c9" /><Relationship Type="http://schemas.openxmlformats.org/officeDocument/2006/relationships/viewProps" Target="/ppt/viewProps.xml" Id="Rdf2ac77669d74466" /><Relationship Type="http://schemas.openxmlformats.org/officeDocument/2006/relationships/tableStyles" Target="/ppt/tableStyles.xml" Id="R3903fea3993f4719" /><Relationship Type="http://schemas.openxmlformats.org/officeDocument/2006/relationships/slide" Target="/ppt/slides/slide1.xml" Id="R6f4998b209e943af" /><Relationship Type="http://schemas.openxmlformats.org/officeDocument/2006/relationships/slide" Target="/ppt/slides/slide2.xml" Id="Rcedba7e6eea64038" /><Relationship Type="http://schemas.openxmlformats.org/officeDocument/2006/relationships/slide" Target="/ppt/slides/slide3.xml" Id="Rf1a31a2b704a46a3" /><Relationship Type="http://schemas.openxmlformats.org/officeDocument/2006/relationships/slide" Target="/ppt/slides/slide4.xml" Id="Rcc16c5ae6e9b49c0" /><Relationship Type="http://schemas.openxmlformats.org/officeDocument/2006/relationships/slide" Target="/ppt/slides/slide5.xml" Id="R29c50768b56d412d" /><Relationship Type="http://schemas.openxmlformats.org/officeDocument/2006/relationships/slide" Target="/ppt/slides/slide6.xml" Id="R2f87eb6713564fea" /><Relationship Type="http://schemas.openxmlformats.org/officeDocument/2006/relationships/slide" Target="/ppt/slides/slide7.xml" Id="Re6756553b33b45fa" /><Relationship Type="http://schemas.openxmlformats.org/officeDocument/2006/relationships/slide" Target="/ppt/slides/slide8.xml" Id="Rde35219985b744aa" /><Relationship Type="http://schemas.openxmlformats.org/officeDocument/2006/relationships/slide" Target="/ppt/slides/slide9.xml" Id="R61dfdca2d6e74d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c8e3d5a1ee48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1cc5a1ff3f40c8" /><Relationship Type="http://schemas.openxmlformats.org/officeDocument/2006/relationships/notesMaster" Target="/ppt/notesMasters/notesMaster1.xml" Id="R992eebb3791944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e89f5ce4c24ef0" /><Relationship Type="http://schemas.openxmlformats.org/officeDocument/2006/relationships/notesMaster" Target="/ppt/notesMasters/notesMaster1.xml" Id="R5d1847d56331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83f36c50564fcb" /><Relationship Type="http://schemas.openxmlformats.org/officeDocument/2006/relationships/notesMaster" Target="/ppt/notesMasters/notesMaster1.xml" Id="R0629b919ee394b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d9e30c0710478e" /><Relationship Type="http://schemas.openxmlformats.org/officeDocument/2006/relationships/notesMaster" Target="/ppt/notesMasters/notesMaster1.xml" Id="R0a99b20c004942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1aef1b507f4bd5" /><Relationship Type="http://schemas.openxmlformats.org/officeDocument/2006/relationships/notesMaster" Target="/ppt/notesMasters/notesMaster1.xml" Id="Rde3ccc4ae73a42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acec6197ac43f7" /><Relationship Type="http://schemas.openxmlformats.org/officeDocument/2006/relationships/notesMaster" Target="/ppt/notesMasters/notesMaster1.xml" Id="R90a237c785944c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92ca7b842f4539" /><Relationship Type="http://schemas.openxmlformats.org/officeDocument/2006/relationships/notesMaster" Target="/ppt/notesMasters/notesMaster1.xml" Id="Rfd325355ac354b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63891cfc844ec8" /><Relationship Type="http://schemas.openxmlformats.org/officeDocument/2006/relationships/notesMaster" Target="/ppt/notesMasters/notesMaster1.xml" Id="R65ebe15a99ca45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80ddd42e764dea" /><Relationship Type="http://schemas.openxmlformats.org/officeDocument/2006/relationships/notesMaster" Target="/ppt/notesMasters/notesMaster1.xml" Id="Rdd94ba14ad6b4b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202ee36274e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8c49556684f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a415b2e6841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fae6b83474a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04412b5644d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f3f6b4e474e2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a7289529449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3c238af2d4c1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23f18a1c24d9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119750fcd4bc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7c0296ee14d2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ec31b3ca843c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38bb221e5410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c18164fd64fa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765428c3b4a4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962d247ba427a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664937079b4d79" /><Relationship Type="http://schemas.openxmlformats.org/officeDocument/2006/relationships/slideLayout" Target="/ppt/slideLayouts/slideLayout1.xml" Id="R8915f108d35e4f8d" /><Relationship Type="http://schemas.openxmlformats.org/officeDocument/2006/relationships/slideLayout" Target="/ppt/slideLayouts/slideLayout2.xml" Id="Ra3fbb09ee80f466f" /><Relationship Type="http://schemas.openxmlformats.org/officeDocument/2006/relationships/slideLayout" Target="/ppt/slideLayouts/slideLayout3.xml" Id="Rc76ba5b565fd4b4d" /><Relationship Type="http://schemas.openxmlformats.org/officeDocument/2006/relationships/slideLayout" Target="/ppt/slideLayouts/slideLayout4.xml" Id="R9f2e2cd2ab284e15" /><Relationship Type="http://schemas.openxmlformats.org/officeDocument/2006/relationships/slideLayout" Target="/ppt/slideLayouts/slideLayout5.xml" Id="R6ef4a70d3ac8454b" /><Relationship Type="http://schemas.openxmlformats.org/officeDocument/2006/relationships/slideLayout" Target="/ppt/slideLayouts/slideLayout6.xml" Id="R7fcc2d77333a4103" /><Relationship Type="http://schemas.openxmlformats.org/officeDocument/2006/relationships/slideLayout" Target="/ppt/slideLayouts/slideLayout7.xml" Id="Rb26c85a437d1444c" /><Relationship Type="http://schemas.openxmlformats.org/officeDocument/2006/relationships/slideLayout" Target="/ppt/slideLayouts/slideLayout8.xml" Id="Rfa21e79900d041c4" /><Relationship Type="http://schemas.openxmlformats.org/officeDocument/2006/relationships/slideLayout" Target="/ppt/slideLayouts/slideLayout9.xml" Id="R1fa60b7730ef405c" /><Relationship Type="http://schemas.openxmlformats.org/officeDocument/2006/relationships/slideLayout" Target="/ppt/slideLayouts/slideLayout10.xml" Id="R0e46164bf76a4c29" /><Relationship Type="http://schemas.openxmlformats.org/officeDocument/2006/relationships/slideLayout" Target="/ppt/slideLayouts/slideLayout11.xml" Id="R3f8cfac1b83a4010" /><Relationship Type="http://schemas.openxmlformats.org/officeDocument/2006/relationships/slideLayout" Target="/ppt/slideLayouts/slideLayout12.xml" Id="R30389e6ebb67428c" /><Relationship Type="http://schemas.openxmlformats.org/officeDocument/2006/relationships/slideLayout" Target="/ppt/slideLayouts/slideLayout13.xml" Id="Ra32b0b134f064bb9" /><Relationship Type="http://schemas.openxmlformats.org/officeDocument/2006/relationships/slideLayout" Target="/ppt/slideLayouts/slideLayout14.xml" Id="Rcba38be36a4e48db" /><Relationship Type="http://schemas.openxmlformats.org/officeDocument/2006/relationships/slideLayout" Target="/ppt/slideLayouts/slideLayout15.xml" Id="Rbe5f3b1cbe754951" /><Relationship Type="http://schemas.openxmlformats.org/officeDocument/2006/relationships/slideLayout" Target="/ppt/slideLayouts/slideLayout16.xml" Id="Ra6a938bdd4fc4f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15f108d35e4f8d"/>
    <p:sldLayoutId xmlns:r="http://schemas.openxmlformats.org/officeDocument/2006/relationships" id="2147483650" r:id="Ra3fbb09ee80f466f"/>
    <p:sldLayoutId xmlns:r="http://schemas.openxmlformats.org/officeDocument/2006/relationships" id="2147483651" r:id="Rc76ba5b565fd4b4d"/>
    <p:sldLayoutId xmlns:r="http://schemas.openxmlformats.org/officeDocument/2006/relationships" id="2147483652" r:id="R9f2e2cd2ab284e15"/>
    <p:sldLayoutId xmlns:r="http://schemas.openxmlformats.org/officeDocument/2006/relationships" id="2147483653" r:id="R6ef4a70d3ac8454b"/>
    <p:sldLayoutId xmlns:r="http://schemas.openxmlformats.org/officeDocument/2006/relationships" id="2147483654" r:id="R7fcc2d77333a4103"/>
    <p:sldLayoutId xmlns:r="http://schemas.openxmlformats.org/officeDocument/2006/relationships" id="2147483655" r:id="Rb26c85a437d1444c"/>
    <p:sldLayoutId xmlns:r="http://schemas.openxmlformats.org/officeDocument/2006/relationships" id="2147483656" r:id="Rfa21e79900d041c4"/>
    <p:sldLayoutId xmlns:r="http://schemas.openxmlformats.org/officeDocument/2006/relationships" id="2147483657" r:id="R1fa60b7730ef405c"/>
    <p:sldLayoutId xmlns:r="http://schemas.openxmlformats.org/officeDocument/2006/relationships" id="2147483658" r:id="R0e46164bf76a4c29"/>
    <p:sldLayoutId xmlns:r="http://schemas.openxmlformats.org/officeDocument/2006/relationships" id="2147483659" r:id="R3f8cfac1b83a4010"/>
    <p:sldLayoutId xmlns:r="http://schemas.openxmlformats.org/officeDocument/2006/relationships" id="2147483660" r:id="R30389e6ebb67428c"/>
    <p:sldLayoutId xmlns:r="http://schemas.openxmlformats.org/officeDocument/2006/relationships" id="2147483661" r:id="Ra32b0b134f064bb9"/>
    <p:sldLayoutId xmlns:r="http://schemas.openxmlformats.org/officeDocument/2006/relationships" id="2147483662" r:id="Rcba38be36a4e48db"/>
    <p:sldLayoutId xmlns:r="http://schemas.openxmlformats.org/officeDocument/2006/relationships" id="2147483663" r:id="Rbe5f3b1cbe754951"/>
    <p:sldLayoutId xmlns:r="http://schemas.openxmlformats.org/officeDocument/2006/relationships" id="2147483664" r:id="Ra6a938bdd4fc4f4a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fe3ee0cc34271" /><Relationship Type="http://schemas.openxmlformats.org/officeDocument/2006/relationships/notesSlide" Target="/ppt/notesSlides/notesSlide1.xml" Id="R8afef6b25b774d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29f320bdae04767" /><Relationship Type="http://schemas.openxmlformats.org/officeDocument/2006/relationships/image" Target="/ppt/media/image.png" Id="R423b42c5b41044b6" /><Relationship Type="http://schemas.openxmlformats.org/officeDocument/2006/relationships/image" Target="/ppt/media/image2.png" Id="Re77d20e4c8b14782" /><Relationship Type="http://schemas.openxmlformats.org/officeDocument/2006/relationships/notesSlide" Target="/ppt/notesSlides/notesSlide2.xml" Id="Rdbd6954fa0fa4e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2e5cbc4c9b34dc3" /><Relationship Type="http://schemas.openxmlformats.org/officeDocument/2006/relationships/image" Target="/ppt/media/image3.png" Id="R0fc8c93eeede4e5a" /><Relationship Type="http://schemas.openxmlformats.org/officeDocument/2006/relationships/image" Target="/ppt/media/image4.png" Id="R9272e3ad438f4a0e" /><Relationship Type="http://schemas.openxmlformats.org/officeDocument/2006/relationships/notesSlide" Target="/ppt/notesSlides/notesSlide3.xml" Id="Re0180932aafd46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b3acdbda29b4329" /><Relationship Type="http://schemas.openxmlformats.org/officeDocument/2006/relationships/image" Target="/ppt/media/image5.png" Id="Rc991e311d1994524" /><Relationship Type="http://schemas.openxmlformats.org/officeDocument/2006/relationships/notesSlide" Target="/ppt/notesSlides/notesSlide4.xml" Id="Rf0887d674f2841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65d914d2cd14080" /><Relationship Type="http://schemas.openxmlformats.org/officeDocument/2006/relationships/image" Target="/ppt/media/image6.png" Id="R5969490c01fb4824" /><Relationship Type="http://schemas.openxmlformats.org/officeDocument/2006/relationships/image" Target="/ppt/media/image7.png" Id="R7fbe10da2bc04419" /><Relationship Type="http://schemas.openxmlformats.org/officeDocument/2006/relationships/notesSlide" Target="/ppt/notesSlides/notesSlide5.xml" Id="R1228af6e8be442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303f9d50d0f4023" /><Relationship Type="http://schemas.openxmlformats.org/officeDocument/2006/relationships/image" Target="/ppt/media/image3.png" Id="Rd5e8a830580f41ff" /><Relationship Type="http://schemas.openxmlformats.org/officeDocument/2006/relationships/notesSlide" Target="/ppt/notesSlides/notesSlide6.xml" Id="Rff20614a111b47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d08132bf67b4e3c" /><Relationship Type="http://schemas.openxmlformats.org/officeDocument/2006/relationships/notesSlide" Target="/ppt/notesSlides/notesSlide7.xml" Id="Rcb7c30f172c940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0ed36c93284584" /><Relationship Type="http://schemas.openxmlformats.org/officeDocument/2006/relationships/image" Target="/ppt/media/image8.png" Id="Rc21df3b6842b46b4" /><Relationship Type="http://schemas.openxmlformats.org/officeDocument/2006/relationships/notesSlide" Target="/ppt/notesSlides/notesSlide8.xml" Id="R7632d6c69ef64e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b475137f764469" /><Relationship Type="http://schemas.openxmlformats.org/officeDocument/2006/relationships/image" Target="/ppt/media/image8.png" Id="R48e10de297ef4945" /><Relationship Type="http://schemas.openxmlformats.org/officeDocument/2006/relationships/notesSlide" Target="/ppt/notesSlides/notesSlide9.xml" Id="R18f75718cb6442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Ακολουθιακή Δομή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908C3A5E-1066-4C8A-9A89-8F370DEE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A.7.M7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423b42c5b41044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81BB60DF-EB77-47DB-B051-FE6B3A46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B5F750D0-E574-443B-A7E7-7BC1320D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εφαρμόζουμε ολόκληρο τον κύκλο ανάπτυξης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αναλύουμε τετραψήφιο αριθμό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// και % συνδυαστικά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ελέγχουμε με πίνακα προκαταρκτικής εκτέλεσης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d20e4c8b14782"/>
          <a:stretch xmlns:a="http://schemas.openxmlformats.org/drawingml/2006/main"/>
        </p:blipFill>
        <p:spPr>
          <a:xfrm xmlns:a="http://schemas.openxmlformats.org/drawingml/2006/main">
            <a:off x="8348357" y="1952625"/>
            <a:ext cx="1686537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9FAFA1DF-0D16-42A4-8994-B8B2FDE4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ανάλυσης ψηφίων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Ανάλυση προβλήματος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8c93eeede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3DC304CE-5E17-4F51-B04C-3F813F2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78281B88-1F45-48F0-9BB0-1E4BE8B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Δεδομένο: ένας τετραψήφιος ακέραιος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Πληροφορίες: χιλιάδες, εκατοντάδες, δεκάδες και μονάδες.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ψηφίο απομονώνεται με ακέραια διαίρεση και υπόλοιπο.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2e3ad438f4a0e"/>
          <a:stretch xmlns:a="http://schemas.openxmlformats.org/drawingml/2006/main"/>
        </p:blipFill>
        <p:spPr>
          <a:xfrm xmlns:a="http://schemas.openxmlformats.org/drawingml/2006/main">
            <a:off x="7514118" y="1695450"/>
            <a:ext cx="2164389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2165D079-5E9A-40C6-934F-D5B1063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ανάλυσης ψηφίων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Χιλιάδες και εκατοντάδες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1e311d199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9696383F-8AC2-45BF-A1E1-7C91478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7A2A2C62-6F56-4A4D-BC6F-E591D8B3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χιλιάδες βρίσκονται με N // 1000.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τις εκατοντάδες αφαιρούμε πρώτα τις χιλιάδες ή χρησιμοποιούμε (N // 100) % 10.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5493F946-DE37-4C5F-821D-FDB41B0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7914B06C-197E-41B2-8D17-9C193F53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xil = n // 1000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ekat = (n // 100) % 10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Δεκάδες και μονάδες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9490c01fb4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e10da2bc04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ADE1B4E3-44C5-4D2C-9349-37F84D27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A40FE552-345C-4A01-8925-A698E745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δεκάδες βρίσκονται με (N // 10) % 10.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μονάδες με N %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τύποι λειτουργούν επειδή κάθε θέση έχει δύναμη του 10.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78480BF-4C71-485A-B378-0E644CC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9C5F94A5-5D4C-4621-A1AA-3F94A5D5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dek = (n // 10) % 10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mon = n % 10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Ολοκληρωμένο πρόγραμμα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8a830580f41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FC802F3F-AF6B-481C-B25D-0C7F8101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EC67150D-DBCB-4E66-A401-CD4E2F2A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πρόγραμμα διαβάζει, υπολογίζει και παρουσιάζει τα τέσσερα ψηφία με ευδιάκριτες ετικέτες.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BABD7224-FFA4-491B-8FB5-623C1FF5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28D621BC-C29E-46B1-B9E8-F1E070B4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 = int(input('Τετραψήφιος: '))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print('Χιλιάδες:', n//1000)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print('Εκατοντάδες:', (n//100)%10)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print('Δεκάδες:', (n//10)%10)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print('Μονάδες:', n%10)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Προκαταρκτική εκτέλεση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BC747EB2-D4A2-4DFF-92D3-3E6439D1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924309F3-CE8C-4617-A25D-37FD6A3D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N=3851 καταγράφουμε κάθε μεταβλητή και την αντίστοιχη παρουσίαση.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έλεγχος επιβεβαιώνει ότι τα ψηφία εμφανίζονται με τη σωστή σειρά.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D9FC65D-3B58-44DD-83B2-D6CBEE1F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402323FA-1119-42AB-92D2-D247AB43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N=3851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χιλιάδες=3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εκατοντάδες=8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δεκάδες=5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μονάδες=1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df3b6842b46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A.7.M7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6098142F-7C64-499A-AE2F-613CA54B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D368E6AA-0FB0-49C0-971A-A30A3775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ανάλυση τετραψήφιου αριθμού και προκαταρκτική εκτέλεση.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10de297ef4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A.7.M7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A1CA11CE-6975-42BF-8B65-E098CB06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133278FD-AC85-4BB4-A08F-E2DBC143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3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2026-09-26T08:26:35.3540000Z</dcterms:created>
  <dcterms:modified xsi:type="dcterms:W3CDTF">2026-09-26T08:26:35.3540000Z</dcterms:modified>
</coreProperties>
</file>