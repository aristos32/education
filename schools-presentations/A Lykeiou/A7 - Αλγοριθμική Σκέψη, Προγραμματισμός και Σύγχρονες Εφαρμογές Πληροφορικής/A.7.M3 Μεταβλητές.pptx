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89cd5179e49ed" /><Relationship Type="http://schemas.openxmlformats.org/officeDocument/2006/relationships/extended-properties" Target="/docProps/app.xml" Id="R12ecc5020a3c47c8" /><Relationship Type="http://schemas.openxmlformats.org/officeDocument/2006/relationships/officeDocument" Target="/ppt/presentation.xml" Id="Rad58f04e5e3a47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f350dfbf1e4d8b"/>
  </p:sldMasterIdLst>
  <p:notesMasterIdLst>
    <p:notesMasterId xmlns:r="http://schemas.openxmlformats.org/officeDocument/2006/relationships" r:id="Rc3e011f176e04053"/>
  </p:notesMasterIdLst>
  <p:sldIdLst>
    <p:sldId xmlns:r="http://schemas.openxmlformats.org/officeDocument/2006/relationships" id="256" r:id="R6a4dc5ace34e4b00"/>
    <p:sldId xmlns:r="http://schemas.openxmlformats.org/officeDocument/2006/relationships" id="257" r:id="R821d5f14e4bc464d"/>
    <p:sldId xmlns:r="http://schemas.openxmlformats.org/officeDocument/2006/relationships" id="258" r:id="R7804253a72494b77"/>
    <p:sldId xmlns:r="http://schemas.openxmlformats.org/officeDocument/2006/relationships" id="259" r:id="Rcb93cb6d239a4a5c"/>
    <p:sldId xmlns:r="http://schemas.openxmlformats.org/officeDocument/2006/relationships" id="260" r:id="R181493a2a134492e"/>
    <p:sldId xmlns:r="http://schemas.openxmlformats.org/officeDocument/2006/relationships" id="261" r:id="R24f6b2f42a284a7c"/>
    <p:sldId xmlns:r="http://schemas.openxmlformats.org/officeDocument/2006/relationships" id="262" r:id="R8f963b8e494c4c59"/>
    <p:sldId xmlns:r="http://schemas.openxmlformats.org/officeDocument/2006/relationships" id="263" r:id="Rd78e7ea9001a4900"/>
    <p:sldId xmlns:r="http://schemas.openxmlformats.org/officeDocument/2006/relationships" id="264" r:id="Re3399bb987714c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b94afd2877498e" /><Relationship Type="http://schemas.openxmlformats.org/officeDocument/2006/relationships/slideMaster" Target="/ppt/slideMasters/slideMaster1.xml" Id="Rbaf350dfbf1e4d8b" /><Relationship Type="http://schemas.openxmlformats.org/officeDocument/2006/relationships/notesMaster" Target="/ppt/notesMasters/notesMaster1.xml" Id="Rc3e011f176e04053" /><Relationship Type="http://schemas.openxmlformats.org/officeDocument/2006/relationships/presProps" Target="/ppt/presProps.xml" Id="R8670c9df37354f8e" /><Relationship Type="http://schemas.openxmlformats.org/officeDocument/2006/relationships/viewProps" Target="/ppt/viewProps.xml" Id="R42c69f9ee2ad4462" /><Relationship Type="http://schemas.openxmlformats.org/officeDocument/2006/relationships/tableStyles" Target="/ppt/tableStyles.xml" Id="R9d5de4aae9284474" /><Relationship Type="http://schemas.openxmlformats.org/officeDocument/2006/relationships/slide" Target="/ppt/slides/slide1.xml" Id="R6a4dc5ace34e4b00" /><Relationship Type="http://schemas.openxmlformats.org/officeDocument/2006/relationships/slide" Target="/ppt/slides/slide2.xml" Id="R821d5f14e4bc464d" /><Relationship Type="http://schemas.openxmlformats.org/officeDocument/2006/relationships/slide" Target="/ppt/slides/slide3.xml" Id="R7804253a72494b77" /><Relationship Type="http://schemas.openxmlformats.org/officeDocument/2006/relationships/slide" Target="/ppt/slides/slide4.xml" Id="Rcb93cb6d239a4a5c" /><Relationship Type="http://schemas.openxmlformats.org/officeDocument/2006/relationships/slide" Target="/ppt/slides/slide5.xml" Id="R181493a2a134492e" /><Relationship Type="http://schemas.openxmlformats.org/officeDocument/2006/relationships/slide" Target="/ppt/slides/slide6.xml" Id="R24f6b2f42a284a7c" /><Relationship Type="http://schemas.openxmlformats.org/officeDocument/2006/relationships/slide" Target="/ppt/slides/slide7.xml" Id="R8f963b8e494c4c59" /><Relationship Type="http://schemas.openxmlformats.org/officeDocument/2006/relationships/slide" Target="/ppt/slides/slide8.xml" Id="Rd78e7ea9001a4900" /><Relationship Type="http://schemas.openxmlformats.org/officeDocument/2006/relationships/slide" Target="/ppt/slides/slide9.xml" Id="Re3399bb98771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ddbb6cfcae49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a39e6d7d64c89" /><Relationship Type="http://schemas.openxmlformats.org/officeDocument/2006/relationships/notesMaster" Target="/ppt/notesMasters/notesMaster1.xml" Id="Rd9e8e4a0f42a48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b44c6eef1e476a" /><Relationship Type="http://schemas.openxmlformats.org/officeDocument/2006/relationships/notesMaster" Target="/ppt/notesMasters/notesMaster1.xml" Id="Ra025bcbc6a9b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853de7f9f64006" /><Relationship Type="http://schemas.openxmlformats.org/officeDocument/2006/relationships/notesMaster" Target="/ppt/notesMasters/notesMaster1.xml" Id="Rf5413ef9549448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128c16e34c4f5c" /><Relationship Type="http://schemas.openxmlformats.org/officeDocument/2006/relationships/notesMaster" Target="/ppt/notesMasters/notesMaster1.xml" Id="R67693213c84649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cccf0f6e9e4d4a" /><Relationship Type="http://schemas.openxmlformats.org/officeDocument/2006/relationships/notesMaster" Target="/ppt/notesMasters/notesMaster1.xml" Id="R268abab6935c4e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19cdb3aaf84812" /><Relationship Type="http://schemas.openxmlformats.org/officeDocument/2006/relationships/notesMaster" Target="/ppt/notesMasters/notesMaster1.xml" Id="Rc4efb528544d41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d63fb24651427a" /><Relationship Type="http://schemas.openxmlformats.org/officeDocument/2006/relationships/notesMaster" Target="/ppt/notesMasters/notesMaster1.xml" Id="Rb90198f1c4774e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3d789e78f64908" /><Relationship Type="http://schemas.openxmlformats.org/officeDocument/2006/relationships/notesMaster" Target="/ppt/notesMasters/notesMaster1.xml" Id="R2d12aea24f5548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cb038ce965422e" /><Relationship Type="http://schemas.openxmlformats.org/officeDocument/2006/relationships/notesMaster" Target="/ppt/notesMasters/notesMaster1.xml" Id="R65b78cd2a796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56f644ea142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aa47371944a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fd68d95514c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a9867347d4d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a491dbd544e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f650f8ec04e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1fe72ae054b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d2d27095747b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614292aa94c2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373805964499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b3ec20748406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8b0033f4843b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70b280fb7446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07ed792d9411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899e7dbcf411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f6ca2c4944b46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58b06f4884552" /><Relationship Type="http://schemas.openxmlformats.org/officeDocument/2006/relationships/slideLayout" Target="/ppt/slideLayouts/slideLayout1.xml" Id="R69d30f496364461c" /><Relationship Type="http://schemas.openxmlformats.org/officeDocument/2006/relationships/slideLayout" Target="/ppt/slideLayouts/slideLayout2.xml" Id="R8e866baedb3e491d" /><Relationship Type="http://schemas.openxmlformats.org/officeDocument/2006/relationships/slideLayout" Target="/ppt/slideLayouts/slideLayout3.xml" Id="R47f854698ff049be" /><Relationship Type="http://schemas.openxmlformats.org/officeDocument/2006/relationships/slideLayout" Target="/ppt/slideLayouts/slideLayout4.xml" Id="R56071c3fe68042ef" /><Relationship Type="http://schemas.openxmlformats.org/officeDocument/2006/relationships/slideLayout" Target="/ppt/slideLayouts/slideLayout5.xml" Id="Rabd3912154a14f48" /><Relationship Type="http://schemas.openxmlformats.org/officeDocument/2006/relationships/slideLayout" Target="/ppt/slideLayouts/slideLayout6.xml" Id="Ra24f227d5eae4149" /><Relationship Type="http://schemas.openxmlformats.org/officeDocument/2006/relationships/slideLayout" Target="/ppt/slideLayouts/slideLayout7.xml" Id="R15f536d4e4064f8d" /><Relationship Type="http://schemas.openxmlformats.org/officeDocument/2006/relationships/slideLayout" Target="/ppt/slideLayouts/slideLayout8.xml" Id="Re436e0d655f54430" /><Relationship Type="http://schemas.openxmlformats.org/officeDocument/2006/relationships/slideLayout" Target="/ppt/slideLayouts/slideLayout9.xml" Id="Rdc77b00130be454d" /><Relationship Type="http://schemas.openxmlformats.org/officeDocument/2006/relationships/slideLayout" Target="/ppt/slideLayouts/slideLayout10.xml" Id="Rf2acaa613cc9473a" /><Relationship Type="http://schemas.openxmlformats.org/officeDocument/2006/relationships/slideLayout" Target="/ppt/slideLayouts/slideLayout11.xml" Id="R6d1a1242c005400a" /><Relationship Type="http://schemas.openxmlformats.org/officeDocument/2006/relationships/slideLayout" Target="/ppt/slideLayouts/slideLayout12.xml" Id="Rc52134d5b5504843" /><Relationship Type="http://schemas.openxmlformats.org/officeDocument/2006/relationships/slideLayout" Target="/ppt/slideLayouts/slideLayout13.xml" Id="R6f1205351c524ebd" /><Relationship Type="http://schemas.openxmlformats.org/officeDocument/2006/relationships/slideLayout" Target="/ppt/slideLayouts/slideLayout14.xml" Id="R60a6776a72df45f7" /><Relationship Type="http://schemas.openxmlformats.org/officeDocument/2006/relationships/slideLayout" Target="/ppt/slideLayouts/slideLayout15.xml" Id="R6053dc71f44549c3" /><Relationship Type="http://schemas.openxmlformats.org/officeDocument/2006/relationships/slideLayout" Target="/ppt/slideLayouts/slideLayout16.xml" Id="R66d4a3a60d374b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30f496364461c"/>
    <p:sldLayoutId xmlns:r="http://schemas.openxmlformats.org/officeDocument/2006/relationships" id="2147483650" r:id="R8e866baedb3e491d"/>
    <p:sldLayoutId xmlns:r="http://schemas.openxmlformats.org/officeDocument/2006/relationships" id="2147483651" r:id="R47f854698ff049be"/>
    <p:sldLayoutId xmlns:r="http://schemas.openxmlformats.org/officeDocument/2006/relationships" id="2147483652" r:id="R56071c3fe68042ef"/>
    <p:sldLayoutId xmlns:r="http://schemas.openxmlformats.org/officeDocument/2006/relationships" id="2147483653" r:id="Rabd3912154a14f48"/>
    <p:sldLayoutId xmlns:r="http://schemas.openxmlformats.org/officeDocument/2006/relationships" id="2147483654" r:id="Ra24f227d5eae4149"/>
    <p:sldLayoutId xmlns:r="http://schemas.openxmlformats.org/officeDocument/2006/relationships" id="2147483655" r:id="R15f536d4e4064f8d"/>
    <p:sldLayoutId xmlns:r="http://schemas.openxmlformats.org/officeDocument/2006/relationships" id="2147483656" r:id="Re436e0d655f54430"/>
    <p:sldLayoutId xmlns:r="http://schemas.openxmlformats.org/officeDocument/2006/relationships" id="2147483657" r:id="Rdc77b00130be454d"/>
    <p:sldLayoutId xmlns:r="http://schemas.openxmlformats.org/officeDocument/2006/relationships" id="2147483658" r:id="Rf2acaa613cc9473a"/>
    <p:sldLayoutId xmlns:r="http://schemas.openxmlformats.org/officeDocument/2006/relationships" id="2147483659" r:id="R6d1a1242c005400a"/>
    <p:sldLayoutId xmlns:r="http://schemas.openxmlformats.org/officeDocument/2006/relationships" id="2147483660" r:id="Rc52134d5b5504843"/>
    <p:sldLayoutId xmlns:r="http://schemas.openxmlformats.org/officeDocument/2006/relationships" id="2147483661" r:id="R6f1205351c524ebd"/>
    <p:sldLayoutId xmlns:r="http://schemas.openxmlformats.org/officeDocument/2006/relationships" id="2147483662" r:id="R60a6776a72df45f7"/>
    <p:sldLayoutId xmlns:r="http://schemas.openxmlformats.org/officeDocument/2006/relationships" id="2147483663" r:id="R6053dc71f44549c3"/>
    <p:sldLayoutId xmlns:r="http://schemas.openxmlformats.org/officeDocument/2006/relationships" id="2147483664" r:id="R66d4a3a60d374b37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37745d9994023" /><Relationship Type="http://schemas.openxmlformats.org/officeDocument/2006/relationships/notesSlide" Target="/ppt/notesSlides/notesSlide1.xml" Id="R2ebd42ac2e98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7f6b36c2cfd4d79" /><Relationship Type="http://schemas.openxmlformats.org/officeDocument/2006/relationships/image" Target="/ppt/media/image.png" Id="R646de013e0974d38" /><Relationship Type="http://schemas.openxmlformats.org/officeDocument/2006/relationships/notesSlide" Target="/ppt/notesSlides/notesSlide2.xml" Id="R7e0c2ae05ef540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ed15f22c2694e3f" /><Relationship Type="http://schemas.openxmlformats.org/officeDocument/2006/relationships/image" Target="/ppt/media/image2.png" Id="R7c90cda6d1814a96" /><Relationship Type="http://schemas.openxmlformats.org/officeDocument/2006/relationships/notesSlide" Target="/ppt/notesSlides/notesSlide3.xml" Id="R037c97e8abf44f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0db15f2e39435c" /><Relationship Type="http://schemas.openxmlformats.org/officeDocument/2006/relationships/image" Target="/ppt/media/image3.png" Id="Rdb0e11243a33423b" /><Relationship Type="http://schemas.openxmlformats.org/officeDocument/2006/relationships/notesSlide" Target="/ppt/notesSlides/notesSlide4.xml" Id="R441c463fff9b41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ad75cc1c92348df" /><Relationship Type="http://schemas.openxmlformats.org/officeDocument/2006/relationships/image" Target="/ppt/media/image4.png" Id="R987f24508e054a44" /><Relationship Type="http://schemas.openxmlformats.org/officeDocument/2006/relationships/image" Target="/ppt/media/image5.png" Id="R6117eaacc6f64dda" /><Relationship Type="http://schemas.openxmlformats.org/officeDocument/2006/relationships/image" Target="/ppt/media/image6.png" Id="Rb9e639814195464b" /><Relationship Type="http://schemas.openxmlformats.org/officeDocument/2006/relationships/notesSlide" Target="/ppt/notesSlides/notesSlide5.xml" Id="R912193da2eb24a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4bbddb084d94b50" /><Relationship Type="http://schemas.openxmlformats.org/officeDocument/2006/relationships/image" Target="/ppt/media/image2.png" Id="R7e78e1eec36e4161" /><Relationship Type="http://schemas.openxmlformats.org/officeDocument/2006/relationships/notesSlide" Target="/ppt/notesSlides/notesSlide6.xml" Id="Rc48d4657569447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af75aec4b814285" /><Relationship Type="http://schemas.openxmlformats.org/officeDocument/2006/relationships/notesSlide" Target="/ppt/notesSlides/notesSlide7.xml" Id="R6b874a9585a243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ee930c2811044cc" /><Relationship Type="http://schemas.openxmlformats.org/officeDocument/2006/relationships/image" Target="/ppt/media/image7.png" Id="R75c068f12e81491b" /><Relationship Type="http://schemas.openxmlformats.org/officeDocument/2006/relationships/notesSlide" Target="/ppt/notesSlides/notesSlide8.xml" Id="R0514a93a033f49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585d8296a248ad" /><Relationship Type="http://schemas.openxmlformats.org/officeDocument/2006/relationships/image" Target="/ppt/media/image7.png" Id="Re64db8a49840413f" /><Relationship Type="http://schemas.openxmlformats.org/officeDocument/2006/relationships/notesSlide" Target="/ppt/notesSlides/notesSlide9.xml" Id="R40a5f031fcea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Μεταβλητές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6A0BB927-7869-4833-9E56-5689351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A.7.M3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646de013e097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85B33384-E260-499F-BFDC-ADD191C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A6CB51AF-D78D-472D-8E4B-DAF4115F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εξηγούμε τον ρόλο των μεταβλητών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int, float και str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εφαρμόζουμε τους κανόνες ονομασίας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εκχώρηση τιμής και input()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0802B1E8-2306-4DED-AD9E-3F83E9D8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87ACF3E9-900B-48DB-B149-72DB0403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067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age = 15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age = age + 1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Έννοια μεταβλητής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0cda6d1814a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2A548225-F51A-4BAC-AA3C-D524551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800FC0F3-B71A-448B-A7B1-39A461A2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Μια μεταβλητή είναι μια ονομασμένη θέση όπου το πρόγραμμα αποθηκεύει μια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τιμή μπορεί να αλλάξει κατά την εκτέλεση.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B2F2BA44-55E1-473A-B46B-1E95AB30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BC9D7581-9653-415D-BA90-AFAE1FC3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age = 15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age = age + 1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Εκχώρηση τιμής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e11243a3342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E95798A0-930F-4F5D-828F-494BEC5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E458FD47-BD53-4212-AA3B-62D8A413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σύμβολο = εκχωρεί την τιμή της δεξιάς έκφρασης στη μεταβλητή αριστερά.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Δεν σημαίνει μαθηματική ισότητα.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5EB340E7-D24C-45D5-863D-2D6D3511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45B3DA2E-1CB7-4118-9663-588EF016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plevra = 4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embadon = plevra ** 2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Τύποι δεδομένων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f24508e054a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7eaacc6f64d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D5368F84-F1CD-426F-BD7C-108A8316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2CDE5F76-26C7-45A3-8B19-94FED5A7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int: ακέραιοι αριθμοί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float: πραγματικοί αριθμοί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str: κείμενο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επιλογή τύπου εξαρτάται από το περιεχόμενο και τις πράξεις που θα γίνουν.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639814195464b"/>
          <a:stretch xmlns:a="http://schemas.openxmlformats.org/drawingml/2006/main"/>
        </p:blipFill>
        <p:spPr>
          <a:xfrm xmlns:a="http://schemas.openxmlformats.org/drawingml/2006/main">
            <a:off x="6762750" y="1695450"/>
            <a:ext cx="3667125" cy="3667125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BE3EB940-2487-432A-A5EF-4A380D2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Η Python χρησιμοποιεί διαφορετικούς τύπους δεδομένων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Ονόματα μεταβλητών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8e1eec36e4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81CF2762-F642-4E92-AD8E-4E003A73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6540D6CB-F3D8-434F-840B-168D63E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Ξεκινούν με γράμμα ή κάτω παύλα.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Περιέχουν γράμματα, αριθμούς και _.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Δεν περιέχουν κενά ή παύλες.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Τα πεζά διαφέρουν από τα κεφαλαία.</a:t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Αποφεύγουμε δεσμευμένες λέξεις όπως print και float.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75183EE9-1482-423E-A10C-324802B3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CAA92E1F-C564-4B49-AE7C-7B9A05E6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school_name   ✓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_number       ✓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2Lessons     ✗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my name      ✗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Είσοδος και μετατροπή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0235749F-10A0-478F-AB23-9B88B343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83E18B01-5485-486E-AE73-2F73BAC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input() επιστρέφει κείμενο. Για αριθμητικές πράξεις μετατρέπουμε την είσοδο με int() ή float().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Χρησιμοποιούμε ονόματα που περιγράφουν το περιεχόμενο.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74D3643-D85C-49E9-9283-759933C9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718BAB9F-B79D-4DDB-8CC8-EF719E24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num = int(input('Ακέραιος: '))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price = float(input('Τιμή: '))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name = input('Όνομα: ')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068f12e8149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A.7.M3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010D7D3F-E683-476D-BB94-BE78CE4F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BCEA9CE7-ACE2-4889-9B12-7B9D045B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1–3: έλεγχος αναγνωριστικών, επιλογή τύπων και πρόγραμμα για το δεκαπλάσιο.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db8a4984041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A.7.M3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5D850768-320C-4272-9E6D-04A0A6FB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7A5139A9-82C6-41A6-97D9-62B2B9D5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7–8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2026-09-26T08:26:22.1150000Z</dcterms:created>
  <dcterms:modified xsi:type="dcterms:W3CDTF">2026-09-26T08:26:22.1150000Z</dcterms:modified>
</coreProperties>
</file>