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4b2f383295495d" /><Relationship Type="http://schemas.openxmlformats.org/officeDocument/2006/relationships/extended-properties" Target="/docProps/app.xml" Id="Rff027610ab974a7c" /><Relationship Type="http://schemas.openxmlformats.org/officeDocument/2006/relationships/officeDocument" Target="/ppt/presentation.xml" Id="R883fe2c459cb43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ed079259ab4fe0"/>
  </p:sldMasterIdLst>
  <p:notesMasterIdLst>
    <p:notesMasterId xmlns:r="http://schemas.openxmlformats.org/officeDocument/2006/relationships" r:id="R1d386d575060491c"/>
  </p:notesMasterIdLst>
  <p:sldIdLst>
    <p:sldId xmlns:r="http://schemas.openxmlformats.org/officeDocument/2006/relationships" id="256" r:id="R23aec468eec3462c"/>
    <p:sldId xmlns:r="http://schemas.openxmlformats.org/officeDocument/2006/relationships" id="257" r:id="R57fc59ef90174e76"/>
    <p:sldId xmlns:r="http://schemas.openxmlformats.org/officeDocument/2006/relationships" id="258" r:id="R46181dfa66e04282"/>
    <p:sldId xmlns:r="http://schemas.openxmlformats.org/officeDocument/2006/relationships" id="259" r:id="R2c5a51e23f334c68"/>
    <p:sldId xmlns:r="http://schemas.openxmlformats.org/officeDocument/2006/relationships" id="260" r:id="Rb1caf9482f6d439b"/>
    <p:sldId xmlns:r="http://schemas.openxmlformats.org/officeDocument/2006/relationships" id="261" r:id="R64aa0145176d4d41"/>
    <p:sldId xmlns:r="http://schemas.openxmlformats.org/officeDocument/2006/relationships" id="262" r:id="R3d17a05c2a9445be"/>
    <p:sldId xmlns:r="http://schemas.openxmlformats.org/officeDocument/2006/relationships" id="263" r:id="R9cfc1ccfbfce497b"/>
    <p:sldId xmlns:r="http://schemas.openxmlformats.org/officeDocument/2006/relationships" id="264" r:id="R7cc36fa8103042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c6504124a44dc3" /><Relationship Type="http://schemas.openxmlformats.org/officeDocument/2006/relationships/slideMaster" Target="/ppt/slideMasters/slideMaster1.xml" Id="R95ed079259ab4fe0" /><Relationship Type="http://schemas.openxmlformats.org/officeDocument/2006/relationships/notesMaster" Target="/ppt/notesMasters/notesMaster1.xml" Id="R1d386d575060491c" /><Relationship Type="http://schemas.openxmlformats.org/officeDocument/2006/relationships/presProps" Target="/ppt/presProps.xml" Id="R1536c183139a4818" /><Relationship Type="http://schemas.openxmlformats.org/officeDocument/2006/relationships/viewProps" Target="/ppt/viewProps.xml" Id="Rc0ba8a7cb97a44ca" /><Relationship Type="http://schemas.openxmlformats.org/officeDocument/2006/relationships/tableStyles" Target="/ppt/tableStyles.xml" Id="R03bdb9bd1d544ad7" /><Relationship Type="http://schemas.openxmlformats.org/officeDocument/2006/relationships/slide" Target="/ppt/slides/slide1.xml" Id="R23aec468eec3462c" /><Relationship Type="http://schemas.openxmlformats.org/officeDocument/2006/relationships/slide" Target="/ppt/slides/slide2.xml" Id="R57fc59ef90174e76" /><Relationship Type="http://schemas.openxmlformats.org/officeDocument/2006/relationships/slide" Target="/ppt/slides/slide3.xml" Id="R46181dfa66e04282" /><Relationship Type="http://schemas.openxmlformats.org/officeDocument/2006/relationships/slide" Target="/ppt/slides/slide4.xml" Id="R2c5a51e23f334c68" /><Relationship Type="http://schemas.openxmlformats.org/officeDocument/2006/relationships/slide" Target="/ppt/slides/slide5.xml" Id="Rb1caf9482f6d439b" /><Relationship Type="http://schemas.openxmlformats.org/officeDocument/2006/relationships/slide" Target="/ppt/slides/slide6.xml" Id="R64aa0145176d4d41" /><Relationship Type="http://schemas.openxmlformats.org/officeDocument/2006/relationships/slide" Target="/ppt/slides/slide7.xml" Id="R3d17a05c2a9445be" /><Relationship Type="http://schemas.openxmlformats.org/officeDocument/2006/relationships/slide" Target="/ppt/slides/slide8.xml" Id="R9cfc1ccfbfce497b" /><Relationship Type="http://schemas.openxmlformats.org/officeDocument/2006/relationships/slide" Target="/ppt/slides/slide9.xml" Id="R7cc36fa8103042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b305a5a67046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47165d48ba4f42" /><Relationship Type="http://schemas.openxmlformats.org/officeDocument/2006/relationships/notesMaster" Target="/ppt/notesMasters/notesMaster1.xml" Id="R37860c61896541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227d9c18e64ba9" /><Relationship Type="http://schemas.openxmlformats.org/officeDocument/2006/relationships/notesMaster" Target="/ppt/notesMasters/notesMaster1.xml" Id="R0a97fc571ee943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5188d8ad85483a" /><Relationship Type="http://schemas.openxmlformats.org/officeDocument/2006/relationships/notesMaster" Target="/ppt/notesMasters/notesMaster1.xml" Id="R4b25dbcb4e7c46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34c216e01647f9" /><Relationship Type="http://schemas.openxmlformats.org/officeDocument/2006/relationships/notesMaster" Target="/ppt/notesMasters/notesMaster1.xml" Id="R6d155426bbad40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b211c847374124" /><Relationship Type="http://schemas.openxmlformats.org/officeDocument/2006/relationships/notesMaster" Target="/ppt/notesMasters/notesMaster1.xml" Id="Ra8fa4a62a5c54f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2d983a93ec4295" /><Relationship Type="http://schemas.openxmlformats.org/officeDocument/2006/relationships/notesMaster" Target="/ppt/notesMasters/notesMaster1.xml" Id="Rdf9a1d4311e141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b5dcfa73de472a" /><Relationship Type="http://schemas.openxmlformats.org/officeDocument/2006/relationships/notesMaster" Target="/ppt/notesMasters/notesMaster1.xml" Id="Rce89a5e6154a4b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f278d8eb7a4c1c" /><Relationship Type="http://schemas.openxmlformats.org/officeDocument/2006/relationships/notesMaster" Target="/ppt/notesMasters/notesMaster1.xml" Id="R6803a5904d6748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4c272974354285" /><Relationship Type="http://schemas.openxmlformats.org/officeDocument/2006/relationships/notesMaster" Target="/ppt/notesMasters/notesMaster1.xml" Id="Rc1e16fc220a94d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8584fe0a74b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542d0b42e45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67948048c4f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b7d25acbe4f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1afc8a7d24c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1ba454807467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10d6cfb604a4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34351a73a46a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7b959d7d8471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bdd8a9cf349a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65d8a1bc6452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21492c571461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96a72121049b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129f4bbf64a0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4beb76fb649b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72cbb85a94374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76959b15b745cb" /><Relationship Type="http://schemas.openxmlformats.org/officeDocument/2006/relationships/slideLayout" Target="/ppt/slideLayouts/slideLayout1.xml" Id="Rb5258b7bd12c4854" /><Relationship Type="http://schemas.openxmlformats.org/officeDocument/2006/relationships/slideLayout" Target="/ppt/slideLayouts/slideLayout2.xml" Id="R21d5da31b9fc4d72" /><Relationship Type="http://schemas.openxmlformats.org/officeDocument/2006/relationships/slideLayout" Target="/ppt/slideLayouts/slideLayout3.xml" Id="Racb9d65b599d4c57" /><Relationship Type="http://schemas.openxmlformats.org/officeDocument/2006/relationships/slideLayout" Target="/ppt/slideLayouts/slideLayout4.xml" Id="R339fdcdab4c748ea" /><Relationship Type="http://schemas.openxmlformats.org/officeDocument/2006/relationships/slideLayout" Target="/ppt/slideLayouts/slideLayout5.xml" Id="R3c5835dc6ba048aa" /><Relationship Type="http://schemas.openxmlformats.org/officeDocument/2006/relationships/slideLayout" Target="/ppt/slideLayouts/slideLayout6.xml" Id="R03dee9c08a9344f0" /><Relationship Type="http://schemas.openxmlformats.org/officeDocument/2006/relationships/slideLayout" Target="/ppt/slideLayouts/slideLayout7.xml" Id="Re9702694eea24c4a" /><Relationship Type="http://schemas.openxmlformats.org/officeDocument/2006/relationships/slideLayout" Target="/ppt/slideLayouts/slideLayout8.xml" Id="R63469c88c4fb4e9a" /><Relationship Type="http://schemas.openxmlformats.org/officeDocument/2006/relationships/slideLayout" Target="/ppt/slideLayouts/slideLayout9.xml" Id="Rcc7e3194c87345b1" /><Relationship Type="http://schemas.openxmlformats.org/officeDocument/2006/relationships/slideLayout" Target="/ppt/slideLayouts/slideLayout10.xml" Id="Rbcc1ca179ff341a5" /><Relationship Type="http://schemas.openxmlformats.org/officeDocument/2006/relationships/slideLayout" Target="/ppt/slideLayouts/slideLayout11.xml" Id="R195fc2a25faa4d04" /><Relationship Type="http://schemas.openxmlformats.org/officeDocument/2006/relationships/slideLayout" Target="/ppt/slideLayouts/slideLayout12.xml" Id="R585b2ac5033d439e" /><Relationship Type="http://schemas.openxmlformats.org/officeDocument/2006/relationships/slideLayout" Target="/ppt/slideLayouts/slideLayout13.xml" Id="R7d6e11247d4e4ac6" /><Relationship Type="http://schemas.openxmlformats.org/officeDocument/2006/relationships/slideLayout" Target="/ppt/slideLayouts/slideLayout14.xml" Id="Rb4b3c56d1bc843f4" /><Relationship Type="http://schemas.openxmlformats.org/officeDocument/2006/relationships/slideLayout" Target="/ppt/slideLayouts/slideLayout15.xml" Id="R3e9d11cc25d64db2" /><Relationship Type="http://schemas.openxmlformats.org/officeDocument/2006/relationships/slideLayout" Target="/ppt/slideLayouts/slideLayout16.xml" Id="R198a7a300e2a481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258b7bd12c4854"/>
    <p:sldLayoutId xmlns:r="http://schemas.openxmlformats.org/officeDocument/2006/relationships" id="2147483650" r:id="R21d5da31b9fc4d72"/>
    <p:sldLayoutId xmlns:r="http://schemas.openxmlformats.org/officeDocument/2006/relationships" id="2147483651" r:id="Racb9d65b599d4c57"/>
    <p:sldLayoutId xmlns:r="http://schemas.openxmlformats.org/officeDocument/2006/relationships" id="2147483652" r:id="R339fdcdab4c748ea"/>
    <p:sldLayoutId xmlns:r="http://schemas.openxmlformats.org/officeDocument/2006/relationships" id="2147483653" r:id="R3c5835dc6ba048aa"/>
    <p:sldLayoutId xmlns:r="http://schemas.openxmlformats.org/officeDocument/2006/relationships" id="2147483654" r:id="R03dee9c08a9344f0"/>
    <p:sldLayoutId xmlns:r="http://schemas.openxmlformats.org/officeDocument/2006/relationships" id="2147483655" r:id="Re9702694eea24c4a"/>
    <p:sldLayoutId xmlns:r="http://schemas.openxmlformats.org/officeDocument/2006/relationships" id="2147483656" r:id="R63469c88c4fb4e9a"/>
    <p:sldLayoutId xmlns:r="http://schemas.openxmlformats.org/officeDocument/2006/relationships" id="2147483657" r:id="Rcc7e3194c87345b1"/>
    <p:sldLayoutId xmlns:r="http://schemas.openxmlformats.org/officeDocument/2006/relationships" id="2147483658" r:id="Rbcc1ca179ff341a5"/>
    <p:sldLayoutId xmlns:r="http://schemas.openxmlformats.org/officeDocument/2006/relationships" id="2147483659" r:id="R195fc2a25faa4d04"/>
    <p:sldLayoutId xmlns:r="http://schemas.openxmlformats.org/officeDocument/2006/relationships" id="2147483660" r:id="R585b2ac5033d439e"/>
    <p:sldLayoutId xmlns:r="http://schemas.openxmlformats.org/officeDocument/2006/relationships" id="2147483661" r:id="R7d6e11247d4e4ac6"/>
    <p:sldLayoutId xmlns:r="http://schemas.openxmlformats.org/officeDocument/2006/relationships" id="2147483662" r:id="Rb4b3c56d1bc843f4"/>
    <p:sldLayoutId xmlns:r="http://schemas.openxmlformats.org/officeDocument/2006/relationships" id="2147483663" r:id="R3e9d11cc25d64db2"/>
    <p:sldLayoutId xmlns:r="http://schemas.openxmlformats.org/officeDocument/2006/relationships" id="2147483664" r:id="R198a7a300e2a481c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88b5f485841e3" /><Relationship Type="http://schemas.openxmlformats.org/officeDocument/2006/relationships/notesSlide" Target="/ppt/notesSlides/notesSlide1.xml" Id="Rac579f3dfac845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2fb117bf64340cc" /><Relationship Type="http://schemas.openxmlformats.org/officeDocument/2006/relationships/image" Target="/ppt/media/image.png" Id="R9acfa4ce47ee4c50" /><Relationship Type="http://schemas.openxmlformats.org/officeDocument/2006/relationships/notesSlide" Target="/ppt/notesSlides/notesSlide2.xml" Id="R6367f5dc6a4a4d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a8f70282ef34fc1" /><Relationship Type="http://schemas.openxmlformats.org/officeDocument/2006/relationships/image" Target="/ppt/media/image2.png" Id="R8e7b273db3de4efc" /><Relationship Type="http://schemas.openxmlformats.org/officeDocument/2006/relationships/notesSlide" Target="/ppt/notesSlides/notesSlide3.xml" Id="Rdf73b444082349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9a0d012a0384d00" /><Relationship Type="http://schemas.openxmlformats.org/officeDocument/2006/relationships/image" Target="/ppt/media/image3.png" Id="R9c8f41e2354349b4" /><Relationship Type="http://schemas.openxmlformats.org/officeDocument/2006/relationships/notesSlide" Target="/ppt/notesSlides/notesSlide4.xml" Id="Rccebdfdc6f1447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407626eee344e17" /><Relationship Type="http://schemas.openxmlformats.org/officeDocument/2006/relationships/image" Target="/ppt/media/image4.png" Id="R44b42ac9d29f48d7" /><Relationship Type="http://schemas.openxmlformats.org/officeDocument/2006/relationships/image" Target="/ppt/media/image5.png" Id="Ra46b18f7104c4a81" /><Relationship Type="http://schemas.openxmlformats.org/officeDocument/2006/relationships/image" Target="/ppt/media/image6.png" Id="R9cc71f5484b44877" /><Relationship Type="http://schemas.openxmlformats.org/officeDocument/2006/relationships/notesSlide" Target="/ppt/notesSlides/notesSlide5.xml" Id="R792eaf96caf841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50e5a6adb6644a7" /><Relationship Type="http://schemas.openxmlformats.org/officeDocument/2006/relationships/image" Target="/ppt/media/image2.png" Id="R20a33f2246d5471e" /><Relationship Type="http://schemas.openxmlformats.org/officeDocument/2006/relationships/notesSlide" Target="/ppt/notesSlides/notesSlide6.xml" Id="Rbb1f218037a143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8c35c5c268e4948" /><Relationship Type="http://schemas.openxmlformats.org/officeDocument/2006/relationships/notesSlide" Target="/ppt/notesSlides/notesSlide7.xml" Id="Rbdd7fdc51f1c40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d85f020272456b" /><Relationship Type="http://schemas.openxmlformats.org/officeDocument/2006/relationships/image" Target="/ppt/media/image7.png" Id="R56e1a9ada3b34546" /><Relationship Type="http://schemas.openxmlformats.org/officeDocument/2006/relationships/notesSlide" Target="/ppt/notesSlides/notesSlide8.xml" Id="R5fdf8ac222e046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e90099d2f074eb2" /><Relationship Type="http://schemas.openxmlformats.org/officeDocument/2006/relationships/image" Target="/ppt/media/image7.png" Id="R74c1e5b687734084" /><Relationship Type="http://schemas.openxmlformats.org/officeDocument/2006/relationships/notesSlide" Target="/ppt/notesSlides/notesSlide9.xml" Id="R6a2ea0a1a90b4c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Ακολουθιακή Δομή - Αριθμητικοί Τελεστές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789C36A2-4DAC-4D5D-AB31-B0161867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A.7.M6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9acfa4ce47ee4c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57573736-3E88-415A-8825-46B35A0E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DE5B630B-2789-48B5-8B22-C6D4B66B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ακέραια διαίρεση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το υπόλοιπο διαίρεσης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απομονώνουμε ψηφία αριθμού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ελέγχουμε εκφράσεις με // και %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44F5C4A4-6D55-4021-982E-26F8689A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F498BA10-5EDF-4C5D-A197-4DC621A5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76475"/>
            <a:ext cx="3067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15 // 10   # 1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15 // 6    # 2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Ακέραια διαίρεση //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b273db3de4e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C215CE78-AC89-4711-AEE8-79788632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5B51C1B3-A83B-4FDC-929F-8670C918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τελεστής // επιστρέφει το ακέραιο μέρος του πηλίκου.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Χρησιμοποιείται όταν μας ενδιαφέρει πόσες ολόκληρες φορές χωρά ένας αριθμός σε άλλον.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4F4C0563-77BF-421D-96DA-2156F57C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CC0A35C5-9056-43F1-B2E8-26D17012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15 // 10   # 1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15 // 6    # 2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Υπόλοιπο %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f41e2354349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3155B0EC-28D4-45E7-906E-489EE9E2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931E320C-0FB1-4442-8E18-3B9C22AC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τελεστής % επιστρέφει το υπόλοιπο της ακέραιας διαίρεσης.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Χρησιμοποιείται για ψηφία, άρτιους αριθμούς και μετατροπές μονάδων.</a:t>
            </a:r>
          </a:p>
        </p:txBody>
      </p:sp>
      <p:sp>
        <p:nvSpPr>
          <p:cNvPr id="6" name="Code background 3">
            <a:extLst xmlns:a="http://schemas.openxmlformats.org/drawingml/2006/main">
              <a:ext uri="{FF2B5EF4-FFF2-40B4-BE49-F238E27FC236}">
                <a16:creationId xmlns:a16="http://schemas.microsoft.com/office/drawing/2014/main" id="{CB36CA49-14F8-4A73-B969-9160B1AC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7" name="Code 4">
            <a:extLst xmlns:a="http://schemas.openxmlformats.org/drawingml/2006/main">
              <a:ext uri="{FF2B5EF4-FFF2-40B4-BE49-F238E27FC236}">
                <a16:creationId xmlns:a16="http://schemas.microsoft.com/office/drawing/2014/main" id="{E55F4C53-1528-4015-9FA3-A3F71451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15 % 10   # 5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15 % 2    # 1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Ψηφία διψήφιου αριθμού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42ac9d29f48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b18f7104c4a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37358A95-BCA6-4C41-BE4B-B9B7A49B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AFBEE82D-A2F4-4567-822C-21C3D0BA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μονάδες προκύπτουν από N % 10.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δεκάδες προκύπτουν από N // 10.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άθροισμα των ψηφίων είναι dek + mon.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71f5484b44877"/>
          <a:stretch xmlns:a="http://schemas.openxmlformats.org/drawingml/2006/main"/>
        </p:blipFill>
        <p:spPr>
          <a:xfrm xmlns:a="http://schemas.openxmlformats.org/drawingml/2006/main">
            <a:off x="7514118" y="1695450"/>
            <a:ext cx="2164389" cy="3667125"/>
          </a:xfrm>
          <a:prstGeom xmlns:a="http://schemas.openxmlformats.org/drawingml/2006/main" prst="rect">
            <a:avLst/>
          </a:prstGeom>
        </p:spPr>
      </p:pic>
      <p:sp>
        <p:nvSpPr>
          <p:cNvPr id="10" name="-caption">
            <a:extLst xmlns:a="http://schemas.openxmlformats.org/drawingml/2006/main">
              <a:ext uri="{FF2B5EF4-FFF2-40B4-BE49-F238E27FC236}">
                <a16:creationId xmlns:a16="http://schemas.microsoft.com/office/drawing/2014/main" id="{3987642D-4E6D-4461-AFE8-F893DA9C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Λογικό διάγραμμα επεξεργασίας ψηφίων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Πρόγραμμα ψηφίων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33f2246d547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5A2F17D1-2C1C-427D-AA73-8BE38D86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04DC0585-1E31-49F4-A5DC-4A73ADE6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σειρά εκχώρησης ακολουθεί το λογικό διάγραμμα.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Για N=15 παίρνουμε dek=1, mon=5 και ath=6.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45969482-C870-4EAF-A536-2342EFAF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230BEF93-2FCE-4714-B9AC-E7CABA15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 = int(input())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mon = n % 10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dek = n // 10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ath = dek + mon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print(ath)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Προτεραιότητα με // και %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027D1D68-C760-45AC-BC1C-6DE19EC3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DE28B4D8-0C67-4597-A1E8-1652E441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τελεστές *, /, // και % έχουν την ίδια προτεραιότητα.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Σε σύνθετες εκφράσεις χρησιμοποιούμε παρενθέσεις και υπολογίζουμε βήμα προς βήμα.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1BA2D21B-B66A-4FB2-A813-96382A25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AFC25EE1-2D33-4B77-BFF7-99EF846F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21 // 4 % 3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(21 // 4) % 3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5 % 6 * 2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1a9ada3b345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A.7.M6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257DFDF9-E75C-40BC-AF8F-D51444B5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CCF823BD-D83D-423A-8277-F6A9E14C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Δραστηριότητες 1–2: αποτελέσματα εκφράσεων και άθροισμα ψηφίων διψήφιου αριθμού.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1e5b6877340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A.7.M6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E43028D7-1E80-4CE2-9CC7-EBFB4759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0D843DE6-60D4-4267-BA6B-8E64516F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5–6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2026-09-26T08:30:40.1630000Z</dcterms:created>
  <dcterms:modified xsi:type="dcterms:W3CDTF">2026-09-26T08:30:40.1630000Z</dcterms:modified>
</coreProperties>
</file>