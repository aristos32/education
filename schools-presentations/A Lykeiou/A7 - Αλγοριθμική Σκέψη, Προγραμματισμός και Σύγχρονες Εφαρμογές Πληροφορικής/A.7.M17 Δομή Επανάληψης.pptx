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6046d937e64fdf" /><Relationship Type="http://schemas.openxmlformats.org/officeDocument/2006/relationships/extended-properties" Target="/docProps/app.xml" Id="Ra0c29cec8933408b" /><Relationship Type="http://schemas.openxmlformats.org/officeDocument/2006/relationships/officeDocument" Target="/ppt/presentation.xml" Id="Rc4710fab0d8241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50a674342d4e10"/>
  </p:sldMasterIdLst>
  <p:notesMasterIdLst>
    <p:notesMasterId xmlns:r="http://schemas.openxmlformats.org/officeDocument/2006/relationships" r:id="Rbba204f0196e4e26"/>
  </p:notesMasterIdLst>
  <p:sldIdLst>
    <p:sldId xmlns:r="http://schemas.openxmlformats.org/officeDocument/2006/relationships" id="256" r:id="R9b0bcdbc46894fe0"/>
    <p:sldId xmlns:r="http://schemas.openxmlformats.org/officeDocument/2006/relationships" id="257" r:id="Ra1bf44cbfb2548f2"/>
    <p:sldId xmlns:r="http://schemas.openxmlformats.org/officeDocument/2006/relationships" id="258" r:id="R142e6354c1fb4fb2"/>
    <p:sldId xmlns:r="http://schemas.openxmlformats.org/officeDocument/2006/relationships" id="259" r:id="R9f2d38b56e084b06"/>
    <p:sldId xmlns:r="http://schemas.openxmlformats.org/officeDocument/2006/relationships" id="260" r:id="R1925091bcaef42d4"/>
    <p:sldId xmlns:r="http://schemas.openxmlformats.org/officeDocument/2006/relationships" id="261" r:id="R9a381f39d4b14a49"/>
    <p:sldId xmlns:r="http://schemas.openxmlformats.org/officeDocument/2006/relationships" id="262" r:id="Rf64442a9c0b84b4c"/>
    <p:sldId xmlns:r="http://schemas.openxmlformats.org/officeDocument/2006/relationships" id="263" r:id="Rc634685facbb4e20"/>
    <p:sldId xmlns:r="http://schemas.openxmlformats.org/officeDocument/2006/relationships" id="264" r:id="R5e6b087b6afd4c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1623a86e4245cf" /><Relationship Type="http://schemas.openxmlformats.org/officeDocument/2006/relationships/slideMaster" Target="/ppt/slideMasters/slideMaster1.xml" Id="R3050a674342d4e10" /><Relationship Type="http://schemas.openxmlformats.org/officeDocument/2006/relationships/notesMaster" Target="/ppt/notesMasters/notesMaster1.xml" Id="Rbba204f0196e4e26" /><Relationship Type="http://schemas.openxmlformats.org/officeDocument/2006/relationships/presProps" Target="/ppt/presProps.xml" Id="Rae4d7f9d16d14cb2" /><Relationship Type="http://schemas.openxmlformats.org/officeDocument/2006/relationships/viewProps" Target="/ppt/viewProps.xml" Id="Rcadfabad46764dc5" /><Relationship Type="http://schemas.openxmlformats.org/officeDocument/2006/relationships/tableStyles" Target="/ppt/tableStyles.xml" Id="R1bfabe062ff94f6f" /><Relationship Type="http://schemas.openxmlformats.org/officeDocument/2006/relationships/slide" Target="/ppt/slides/slide1.xml" Id="R9b0bcdbc46894fe0" /><Relationship Type="http://schemas.openxmlformats.org/officeDocument/2006/relationships/slide" Target="/ppt/slides/slide2.xml" Id="Ra1bf44cbfb2548f2" /><Relationship Type="http://schemas.openxmlformats.org/officeDocument/2006/relationships/slide" Target="/ppt/slides/slide3.xml" Id="R142e6354c1fb4fb2" /><Relationship Type="http://schemas.openxmlformats.org/officeDocument/2006/relationships/slide" Target="/ppt/slides/slide4.xml" Id="R9f2d38b56e084b06" /><Relationship Type="http://schemas.openxmlformats.org/officeDocument/2006/relationships/slide" Target="/ppt/slides/slide5.xml" Id="R1925091bcaef42d4" /><Relationship Type="http://schemas.openxmlformats.org/officeDocument/2006/relationships/slide" Target="/ppt/slides/slide6.xml" Id="R9a381f39d4b14a49" /><Relationship Type="http://schemas.openxmlformats.org/officeDocument/2006/relationships/slide" Target="/ppt/slides/slide7.xml" Id="Rf64442a9c0b84b4c" /><Relationship Type="http://schemas.openxmlformats.org/officeDocument/2006/relationships/slide" Target="/ppt/slides/slide8.xml" Id="Rc634685facbb4e20" /><Relationship Type="http://schemas.openxmlformats.org/officeDocument/2006/relationships/slide" Target="/ppt/slides/slide9.xml" Id="R5e6b087b6afd4c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98a596266445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a888dd69a54edf" /><Relationship Type="http://schemas.openxmlformats.org/officeDocument/2006/relationships/notesMaster" Target="/ppt/notesMasters/notesMaster1.xml" Id="Rfaea99a4186344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dc0209c76411f" /><Relationship Type="http://schemas.openxmlformats.org/officeDocument/2006/relationships/notesMaster" Target="/ppt/notesMasters/notesMaster1.xml" Id="Ref953dc613a14c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1243d26cc94b95" /><Relationship Type="http://schemas.openxmlformats.org/officeDocument/2006/relationships/notesMaster" Target="/ppt/notesMasters/notesMaster1.xml" Id="R85878672b01241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de9f991e9c4634" /><Relationship Type="http://schemas.openxmlformats.org/officeDocument/2006/relationships/notesMaster" Target="/ppt/notesMasters/notesMaster1.xml" Id="R9c202aa7ce3d4d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153f2b8cf640f6" /><Relationship Type="http://schemas.openxmlformats.org/officeDocument/2006/relationships/notesMaster" Target="/ppt/notesMasters/notesMaster1.xml" Id="R77b7f7f59d504b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45391dc5ec40e7" /><Relationship Type="http://schemas.openxmlformats.org/officeDocument/2006/relationships/notesMaster" Target="/ppt/notesMasters/notesMaster1.xml" Id="R0801c03418114a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54e5cec2ae4396" /><Relationship Type="http://schemas.openxmlformats.org/officeDocument/2006/relationships/notesMaster" Target="/ppt/notesMasters/notesMaster1.xml" Id="Rc292aa2c025041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76086bc68b46ab" /><Relationship Type="http://schemas.openxmlformats.org/officeDocument/2006/relationships/notesMaster" Target="/ppt/notesMasters/notesMaster1.xml" Id="R27122f4fee9f48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0ef9dc8b464c73" /><Relationship Type="http://schemas.openxmlformats.org/officeDocument/2006/relationships/notesMaster" Target="/ppt/notesMasters/notesMaster1.xml" Id="Rce480cf7d11c4c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e264138134b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45a301f2845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ffbf7cceb4f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4836f0c3542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897c752f840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1142c9fd740b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6a4b6c69c479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0645c7e904c9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2fe5c38384c9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ad257b5a44ee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93381892547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bffbfdb76451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1fd9a55ef475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e4f45f16a42b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44a87db7f40f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caff0cd6a41c4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060ddb3b4f4477" /><Relationship Type="http://schemas.openxmlformats.org/officeDocument/2006/relationships/slideLayout" Target="/ppt/slideLayouts/slideLayout1.xml" Id="Ra5cf9dbf0ce3423f" /><Relationship Type="http://schemas.openxmlformats.org/officeDocument/2006/relationships/slideLayout" Target="/ppt/slideLayouts/slideLayout2.xml" Id="R331f5ac657424e60" /><Relationship Type="http://schemas.openxmlformats.org/officeDocument/2006/relationships/slideLayout" Target="/ppt/slideLayouts/slideLayout3.xml" Id="R0c7e6842f36c4ead" /><Relationship Type="http://schemas.openxmlformats.org/officeDocument/2006/relationships/slideLayout" Target="/ppt/slideLayouts/slideLayout4.xml" Id="R08890247729c431f" /><Relationship Type="http://schemas.openxmlformats.org/officeDocument/2006/relationships/slideLayout" Target="/ppt/slideLayouts/slideLayout5.xml" Id="R8abe2b72b0c84665" /><Relationship Type="http://schemas.openxmlformats.org/officeDocument/2006/relationships/slideLayout" Target="/ppt/slideLayouts/slideLayout6.xml" Id="R31a38940edb04a6c" /><Relationship Type="http://schemas.openxmlformats.org/officeDocument/2006/relationships/slideLayout" Target="/ppt/slideLayouts/slideLayout7.xml" Id="R0473121f589944a7" /><Relationship Type="http://schemas.openxmlformats.org/officeDocument/2006/relationships/slideLayout" Target="/ppt/slideLayouts/slideLayout8.xml" Id="R71b0c20de24c4ce7" /><Relationship Type="http://schemas.openxmlformats.org/officeDocument/2006/relationships/slideLayout" Target="/ppt/slideLayouts/slideLayout9.xml" Id="R836cb7c1a0944ea8" /><Relationship Type="http://schemas.openxmlformats.org/officeDocument/2006/relationships/slideLayout" Target="/ppt/slideLayouts/slideLayout10.xml" Id="R16046bd07bd7405b" /><Relationship Type="http://schemas.openxmlformats.org/officeDocument/2006/relationships/slideLayout" Target="/ppt/slideLayouts/slideLayout11.xml" Id="Rc8aa4c1f930d4822" /><Relationship Type="http://schemas.openxmlformats.org/officeDocument/2006/relationships/slideLayout" Target="/ppt/slideLayouts/slideLayout12.xml" Id="Rcc01dd3cba80497b" /><Relationship Type="http://schemas.openxmlformats.org/officeDocument/2006/relationships/slideLayout" Target="/ppt/slideLayouts/slideLayout13.xml" Id="R15f31698c2424de9" /><Relationship Type="http://schemas.openxmlformats.org/officeDocument/2006/relationships/slideLayout" Target="/ppt/slideLayouts/slideLayout14.xml" Id="Rbb35aa6fbdc24f0c" /><Relationship Type="http://schemas.openxmlformats.org/officeDocument/2006/relationships/slideLayout" Target="/ppt/slideLayouts/slideLayout15.xml" Id="Rdb87e6dcf6dd4d26" /><Relationship Type="http://schemas.openxmlformats.org/officeDocument/2006/relationships/slideLayout" Target="/ppt/slideLayouts/slideLayout16.xml" Id="R2a62b4209f8049c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cf9dbf0ce3423f"/>
    <p:sldLayoutId xmlns:r="http://schemas.openxmlformats.org/officeDocument/2006/relationships" id="2147483650" r:id="R331f5ac657424e60"/>
    <p:sldLayoutId xmlns:r="http://schemas.openxmlformats.org/officeDocument/2006/relationships" id="2147483651" r:id="R0c7e6842f36c4ead"/>
    <p:sldLayoutId xmlns:r="http://schemas.openxmlformats.org/officeDocument/2006/relationships" id="2147483652" r:id="R08890247729c431f"/>
    <p:sldLayoutId xmlns:r="http://schemas.openxmlformats.org/officeDocument/2006/relationships" id="2147483653" r:id="R8abe2b72b0c84665"/>
    <p:sldLayoutId xmlns:r="http://schemas.openxmlformats.org/officeDocument/2006/relationships" id="2147483654" r:id="R31a38940edb04a6c"/>
    <p:sldLayoutId xmlns:r="http://schemas.openxmlformats.org/officeDocument/2006/relationships" id="2147483655" r:id="R0473121f589944a7"/>
    <p:sldLayoutId xmlns:r="http://schemas.openxmlformats.org/officeDocument/2006/relationships" id="2147483656" r:id="R71b0c20de24c4ce7"/>
    <p:sldLayoutId xmlns:r="http://schemas.openxmlformats.org/officeDocument/2006/relationships" id="2147483657" r:id="R836cb7c1a0944ea8"/>
    <p:sldLayoutId xmlns:r="http://schemas.openxmlformats.org/officeDocument/2006/relationships" id="2147483658" r:id="R16046bd07bd7405b"/>
    <p:sldLayoutId xmlns:r="http://schemas.openxmlformats.org/officeDocument/2006/relationships" id="2147483659" r:id="Rc8aa4c1f930d4822"/>
    <p:sldLayoutId xmlns:r="http://schemas.openxmlformats.org/officeDocument/2006/relationships" id="2147483660" r:id="Rcc01dd3cba80497b"/>
    <p:sldLayoutId xmlns:r="http://schemas.openxmlformats.org/officeDocument/2006/relationships" id="2147483661" r:id="R15f31698c2424de9"/>
    <p:sldLayoutId xmlns:r="http://schemas.openxmlformats.org/officeDocument/2006/relationships" id="2147483662" r:id="Rbb35aa6fbdc24f0c"/>
    <p:sldLayoutId xmlns:r="http://schemas.openxmlformats.org/officeDocument/2006/relationships" id="2147483663" r:id="Rdb87e6dcf6dd4d26"/>
    <p:sldLayoutId xmlns:r="http://schemas.openxmlformats.org/officeDocument/2006/relationships" id="2147483664" r:id="R2a62b4209f8049c9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92c8facd54fb0" /><Relationship Type="http://schemas.openxmlformats.org/officeDocument/2006/relationships/notesSlide" Target="/ppt/notesSlides/notesSlide1.xml" Id="R7ad201acbb7a45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d909a499ce449c4" /><Relationship Type="http://schemas.openxmlformats.org/officeDocument/2006/relationships/image" Target="/ppt/media/image.png" Id="Rc2c2310bab574fbd" /><Relationship Type="http://schemas.openxmlformats.org/officeDocument/2006/relationships/image" Target="/ppt/media/image2.png" Id="R35d61aac2f184748" /><Relationship Type="http://schemas.openxmlformats.org/officeDocument/2006/relationships/notesSlide" Target="/ppt/notesSlides/notesSlide2.xml" Id="R45033ce9d45347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fb2dbb96a054eb5" /><Relationship Type="http://schemas.openxmlformats.org/officeDocument/2006/relationships/image" Target="/ppt/media/image3.png" Id="R1bec4684f85049ef" /><Relationship Type="http://schemas.openxmlformats.org/officeDocument/2006/relationships/image" Target="/ppt/media/image4.png" Id="R9b8216d118714aa4" /><Relationship Type="http://schemas.openxmlformats.org/officeDocument/2006/relationships/notesSlide" Target="/ppt/notesSlides/notesSlide3.xml" Id="R6fea97a6341c4c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54a5250c18a420e" /><Relationship Type="http://schemas.openxmlformats.org/officeDocument/2006/relationships/image" Target="/ppt/media/image5.png" Id="Re831e6019cea47b3" /><Relationship Type="http://schemas.openxmlformats.org/officeDocument/2006/relationships/notesSlide" Target="/ppt/notesSlides/notesSlide4.xml" Id="R2208744836c341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9431e82a85d46e8" /><Relationship Type="http://schemas.openxmlformats.org/officeDocument/2006/relationships/image" Target="/ppt/media/image6.png" Id="R5c28c8c156414883" /><Relationship Type="http://schemas.openxmlformats.org/officeDocument/2006/relationships/image" Target="/ppt/media/image7.png" Id="Radfcb20345e64b73" /><Relationship Type="http://schemas.openxmlformats.org/officeDocument/2006/relationships/notesSlide" Target="/ppt/notesSlides/notesSlide5.xml" Id="R77929c3983cf4a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c84eedac16e4571" /><Relationship Type="http://schemas.openxmlformats.org/officeDocument/2006/relationships/image" Target="/ppt/media/image3.png" Id="R55f226f02d3c479e" /><Relationship Type="http://schemas.openxmlformats.org/officeDocument/2006/relationships/notesSlide" Target="/ppt/notesSlides/notesSlide6.xml" Id="R6ec69d3385404a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cc7d76d00aa47fe" /><Relationship Type="http://schemas.openxmlformats.org/officeDocument/2006/relationships/notesSlide" Target="/ppt/notesSlides/notesSlide7.xml" Id="R6dbe71e70cba47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6333d3b5f9b4f20" /><Relationship Type="http://schemas.openxmlformats.org/officeDocument/2006/relationships/image" Target="/ppt/media/image8.png" Id="Rbd6fa6b0659a4368" /><Relationship Type="http://schemas.openxmlformats.org/officeDocument/2006/relationships/notesSlide" Target="/ppt/notesSlides/notesSlide8.xml" Id="R853263d7057b4e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54eb0f37a514ccb" /><Relationship Type="http://schemas.openxmlformats.org/officeDocument/2006/relationships/image" Target="/ppt/media/image8.png" Id="Rbf302f73982e4514" /><Relationship Type="http://schemas.openxmlformats.org/officeDocument/2006/relationships/notesSlide" Target="/ppt/notesSlides/notesSlide9.xml" Id="Rd44a42f34da94e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Δομή Επανάληψης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9C63BC9A-CDD7-4038-AAE4-7C9D75A8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A.7.M17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c2c2310bab574f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D042D7A7-E935-499B-AFD5-7047BA49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5A441379-BDDA-416D-8983-4E1D88A9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τιμή φρουρό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επαναλαμβάνουμε άγνωστο πλήθος φορών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υπολογίζουμε μέσο όρο και μέγιστο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εντοπίζουμε λάθη σε βρόχους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61aac2f184748"/>
          <a:stretch xmlns:a="http://schemas.openxmlformats.org/drawingml/2006/main"/>
        </p:blipFill>
        <p:spPr>
          <a:xfrm xmlns:a="http://schemas.openxmlformats.org/drawingml/2006/main">
            <a:off x="7524750" y="2155732"/>
            <a:ext cx="3333750" cy="2451287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3BC79BD8-D00F-4ABC-B9AE-3DBEE6FE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Επανάληψη με τιμή τερματισμού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Άγνωστο πλήθος τιμών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c4684f85049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DB65582A-0F37-475E-9261-3670005B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E43D1028-5800-4C6E-9599-75830697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Όταν δεν γνωρίζουμε πόσες επαναλήψεις θα γίνουν, χρησιμοποιούμε συνθήκη τερματισμού.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βρόχος συνεχίζει μέχρι να εμφανιστεί μια ειδική τιμή ή να επιτευχθεί ένας στόχος.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216d118714aa4"/>
          <a:stretch xmlns:a="http://schemas.openxmlformats.org/drawingml/2006/main"/>
        </p:blipFill>
        <p:spPr>
          <a:xfrm xmlns:a="http://schemas.openxmlformats.org/drawingml/2006/main">
            <a:off x="6191250" y="1760584"/>
            <a:ext cx="4810125" cy="3536857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6EF8112C-5D93-4772-9B46-329210CF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Επανάληψη με τιμή τερματισμού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Τιμή φρουρός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1e6019cea47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5225DD6F-4810-476F-8DAF-626BD8AE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772CD75F-F6C3-445E-8504-CE15ECCA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τιμή φρουρός, όπως 999, δηλώνει το τέλος της εισόδου.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Δεν αποτελεί κανονικό δεδομένο και δεν προστίθεται στο άθροισμα ούτε στον μετρητή.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38B18A3D-A978-4452-88D3-EE54C911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97AE178B-403F-4CA8-A18E-773D02AF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 = int(input())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while x != 999: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...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x = int(input())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Μέσος όρος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8c8c15641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cb20345e64b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F91D3305-9493-450E-99E1-F8372807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3F5F48D3-6A66-4E7F-AE8A-4FD76F7B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Μέσα στον βρόχο ενημερώνουμε sum και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Μετά τον βρόχο υπολογίζουμε sum/count, αφού ελέγξουμε ότι δόθηκε τουλάχιστον μία κανονική τιμή.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0E8E9537-8556-460D-AC3F-B82B036C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C22498A9-1797-42AD-8055-E2CC1753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sum = sum + x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count = count + 1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average = sum / count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Μεγαλύτερος αριθμός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226f02d3c47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B09D5CDB-B97F-4E45-840B-779EB874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7AE90BC5-48AD-4795-9274-6A6B5B4A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maximum συγκρίνεται με κάθε νέα κανονική τιμή.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αρχικοποίηση πρέπει να λειτουργεί ακόμη και όταν οι αριθμοί είναι αρνητικοί.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B7EA5010-5BA1-4DD2-9D7D-454F0D0E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2ED1D456-B776-4BD4-BAA2-CDE60A92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count == 0 or x &gt; maximum: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maximum = x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Έλεγχος βρόχου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5DB97A65-8712-4482-8D2B-8A667DB2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03F19111-F7E6-41EF-8EFE-DE18660D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Συνηθισμένα λάθη είναι η αντίστροφη συνθήκη, η μη αρχικοποιημένη μεταβλητή, η input χωρίς int και η εκτύπωση λάθος μεταβλητής.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Ελέγχουμε ότι ο βρόχος μπορεί πράγματι να τερματίσει.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BC61BDC5-268C-45D5-A4EE-F7F5AA49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2418C402-FD4E-4BC5-B56E-52074362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while num != secret: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tries += 1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num = int(input())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fa6b0659a43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A.7.M17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20D0F31A-DC55-4458-A729-4623F7D1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47E828EF-EF56-413C-91E1-7954ED21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Δραστηριότητες 1–4: προκαταρκτική εκτέλεση, μετατροπή διαγράμματος, φρουρός 999 και διόρθωση παιχνιδιού.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02f73982e45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A.7.M17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80FF0A1B-D9C3-42E6-ACD3-D88C5C27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B12E060C-7A09-458D-8DFA-FCA257A9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6–7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2026-09-26T08:27:07.8730000Z</dcterms:created>
  <dcterms:modified xsi:type="dcterms:W3CDTF">2026-09-26T08:27:07.8730000Z</dcterms:modified>
</coreProperties>
</file>