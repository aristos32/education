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4197642a134e07" /><Relationship Type="http://schemas.openxmlformats.org/officeDocument/2006/relationships/extended-properties" Target="/docProps/app.xml" Id="R0b85cf0083df424a" /><Relationship Type="http://schemas.openxmlformats.org/officeDocument/2006/relationships/officeDocument" Target="/ppt/presentation.xml" Id="Ra4030746470b482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5d8b1028004e39"/>
  </p:sldMasterIdLst>
  <p:notesMasterIdLst>
    <p:notesMasterId xmlns:r="http://schemas.openxmlformats.org/officeDocument/2006/relationships" r:id="R7dea771d55b648cf"/>
  </p:notesMasterIdLst>
  <p:sldIdLst>
    <p:sldId xmlns:r="http://schemas.openxmlformats.org/officeDocument/2006/relationships" id="256" r:id="R552cde087f714344"/>
    <p:sldId xmlns:r="http://schemas.openxmlformats.org/officeDocument/2006/relationships" id="257" r:id="R98da3209ad464b90"/>
    <p:sldId xmlns:r="http://schemas.openxmlformats.org/officeDocument/2006/relationships" id="258" r:id="R5a6b520107494fcd"/>
    <p:sldId xmlns:r="http://schemas.openxmlformats.org/officeDocument/2006/relationships" id="259" r:id="R5d2a8e79817940a8"/>
    <p:sldId xmlns:r="http://schemas.openxmlformats.org/officeDocument/2006/relationships" id="260" r:id="Rca4bfc84f9a14e38"/>
    <p:sldId xmlns:r="http://schemas.openxmlformats.org/officeDocument/2006/relationships" id="261" r:id="R2e09f97be1bd4841"/>
    <p:sldId xmlns:r="http://schemas.openxmlformats.org/officeDocument/2006/relationships" id="262" r:id="Rf248388e13a54b67"/>
    <p:sldId xmlns:r="http://schemas.openxmlformats.org/officeDocument/2006/relationships" id="263" r:id="R7baecf207a6842d3"/>
    <p:sldId xmlns:r="http://schemas.openxmlformats.org/officeDocument/2006/relationships" id="264" r:id="R89de736dc73e45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4d9b2008270453f" /><Relationship Type="http://schemas.openxmlformats.org/officeDocument/2006/relationships/slideMaster" Target="/ppt/slideMasters/slideMaster1.xml" Id="Rde5d8b1028004e39" /><Relationship Type="http://schemas.openxmlformats.org/officeDocument/2006/relationships/notesMaster" Target="/ppt/notesMasters/notesMaster1.xml" Id="R7dea771d55b648cf" /><Relationship Type="http://schemas.openxmlformats.org/officeDocument/2006/relationships/presProps" Target="/ppt/presProps.xml" Id="Re21b443fb7734acf" /><Relationship Type="http://schemas.openxmlformats.org/officeDocument/2006/relationships/viewProps" Target="/ppt/viewProps.xml" Id="R154215b4f4c3484c" /><Relationship Type="http://schemas.openxmlformats.org/officeDocument/2006/relationships/tableStyles" Target="/ppt/tableStyles.xml" Id="R07f391e7f6384805" /><Relationship Type="http://schemas.openxmlformats.org/officeDocument/2006/relationships/slide" Target="/ppt/slides/slide1.xml" Id="R552cde087f714344" /><Relationship Type="http://schemas.openxmlformats.org/officeDocument/2006/relationships/slide" Target="/ppt/slides/slide2.xml" Id="R98da3209ad464b90" /><Relationship Type="http://schemas.openxmlformats.org/officeDocument/2006/relationships/slide" Target="/ppt/slides/slide3.xml" Id="R5a6b520107494fcd" /><Relationship Type="http://schemas.openxmlformats.org/officeDocument/2006/relationships/slide" Target="/ppt/slides/slide4.xml" Id="R5d2a8e79817940a8" /><Relationship Type="http://schemas.openxmlformats.org/officeDocument/2006/relationships/slide" Target="/ppt/slides/slide5.xml" Id="Rca4bfc84f9a14e38" /><Relationship Type="http://schemas.openxmlformats.org/officeDocument/2006/relationships/slide" Target="/ppt/slides/slide6.xml" Id="R2e09f97be1bd4841" /><Relationship Type="http://schemas.openxmlformats.org/officeDocument/2006/relationships/slide" Target="/ppt/slides/slide7.xml" Id="Rf248388e13a54b67" /><Relationship Type="http://schemas.openxmlformats.org/officeDocument/2006/relationships/slide" Target="/ppt/slides/slide8.xml" Id="R7baecf207a6842d3" /><Relationship Type="http://schemas.openxmlformats.org/officeDocument/2006/relationships/slide" Target="/ppt/slides/slide9.xml" Id="R89de736dc73e45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b005bf5cbc44d5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ca26bfbf0d4a5d" /><Relationship Type="http://schemas.openxmlformats.org/officeDocument/2006/relationships/notesMaster" Target="/ppt/notesMasters/notesMaster1.xml" Id="R5fed7d71c68b47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ca4bdece924c34" /><Relationship Type="http://schemas.openxmlformats.org/officeDocument/2006/relationships/notesMaster" Target="/ppt/notesMasters/notesMaster1.xml" Id="R16bee066341041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c0bc78c545436c" /><Relationship Type="http://schemas.openxmlformats.org/officeDocument/2006/relationships/notesMaster" Target="/ppt/notesMasters/notesMaster1.xml" Id="Radfae230e24c4f4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2293c5d9444b5b" /><Relationship Type="http://schemas.openxmlformats.org/officeDocument/2006/relationships/notesMaster" Target="/ppt/notesMasters/notesMaster1.xml" Id="Rb253ca508b1045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f0104a03aa4e8a" /><Relationship Type="http://schemas.openxmlformats.org/officeDocument/2006/relationships/notesMaster" Target="/ppt/notesMasters/notesMaster1.xml" Id="Rb2069ef333354b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cf941758c04def" /><Relationship Type="http://schemas.openxmlformats.org/officeDocument/2006/relationships/notesMaster" Target="/ppt/notesMasters/notesMaster1.xml" Id="R2c0d968bec3f4f0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7402c74cd04454" /><Relationship Type="http://schemas.openxmlformats.org/officeDocument/2006/relationships/notesMaster" Target="/ppt/notesMasters/notesMaster1.xml" Id="R1202a268753d4b4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77d0307766c4aa5" /><Relationship Type="http://schemas.openxmlformats.org/officeDocument/2006/relationships/notesMaster" Target="/ppt/notesMasters/notesMaster1.xml" Id="Rc68f9553c29840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abe354cbf74700" /><Relationship Type="http://schemas.openxmlformats.org/officeDocument/2006/relationships/notesMaster" Target="/ppt/notesMasters/notesMaster1.xml" Id="R600d1858e59b4a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 παρουσίασης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Βιβλίο θεωρίας, Ενότητα Α7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Εργασιών, A.7.M16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12484c950c418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ff578b9d324e7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8a33042a3341d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21a17ccc647b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3434af102a4a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395f46a54b421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77f80c68f6494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8484be5f7b47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f62908b0d44c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1a06c76caf4e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f8322710564cb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a1d7af6f5d4584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e6f8e5c4b440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c3f8cc1b5c4eb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970575de29469b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bbf8cc913499d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f2559f6ce824cb9" /><Relationship Type="http://schemas.openxmlformats.org/officeDocument/2006/relationships/slideLayout" Target="/ppt/slideLayouts/slideLayout1.xml" Id="Rda34cf9adc63462d" /><Relationship Type="http://schemas.openxmlformats.org/officeDocument/2006/relationships/slideLayout" Target="/ppt/slideLayouts/slideLayout2.xml" Id="Rdeec3ec8b0fc4d4a" /><Relationship Type="http://schemas.openxmlformats.org/officeDocument/2006/relationships/slideLayout" Target="/ppt/slideLayouts/slideLayout3.xml" Id="R77dc67bd85054f9b" /><Relationship Type="http://schemas.openxmlformats.org/officeDocument/2006/relationships/slideLayout" Target="/ppt/slideLayouts/slideLayout4.xml" Id="Rf80ecd186ee94e94" /><Relationship Type="http://schemas.openxmlformats.org/officeDocument/2006/relationships/slideLayout" Target="/ppt/slideLayouts/slideLayout5.xml" Id="R105906b8a7ad4b94" /><Relationship Type="http://schemas.openxmlformats.org/officeDocument/2006/relationships/slideLayout" Target="/ppt/slideLayouts/slideLayout6.xml" Id="R8b65503420c54ad5" /><Relationship Type="http://schemas.openxmlformats.org/officeDocument/2006/relationships/slideLayout" Target="/ppt/slideLayouts/slideLayout7.xml" Id="R6265654cc6ba468f" /><Relationship Type="http://schemas.openxmlformats.org/officeDocument/2006/relationships/slideLayout" Target="/ppt/slideLayouts/slideLayout8.xml" Id="Rfde452d9dce44a15" /><Relationship Type="http://schemas.openxmlformats.org/officeDocument/2006/relationships/slideLayout" Target="/ppt/slideLayouts/slideLayout9.xml" Id="Rf82152a230644d20" /><Relationship Type="http://schemas.openxmlformats.org/officeDocument/2006/relationships/slideLayout" Target="/ppt/slideLayouts/slideLayout10.xml" Id="Rd905d869b9864c9e" /><Relationship Type="http://schemas.openxmlformats.org/officeDocument/2006/relationships/slideLayout" Target="/ppt/slideLayouts/slideLayout11.xml" Id="Ra857b05b4d544e38" /><Relationship Type="http://schemas.openxmlformats.org/officeDocument/2006/relationships/slideLayout" Target="/ppt/slideLayouts/slideLayout12.xml" Id="R5c3779f60bf74a8a" /><Relationship Type="http://schemas.openxmlformats.org/officeDocument/2006/relationships/slideLayout" Target="/ppt/slideLayouts/slideLayout13.xml" Id="R8d23a031b2f04046" /><Relationship Type="http://schemas.openxmlformats.org/officeDocument/2006/relationships/slideLayout" Target="/ppt/slideLayouts/slideLayout14.xml" Id="R53e8efb3a04945ae" /><Relationship Type="http://schemas.openxmlformats.org/officeDocument/2006/relationships/slideLayout" Target="/ppt/slideLayouts/slideLayout15.xml" Id="Ra1503d1cc8ba424b" /><Relationship Type="http://schemas.openxmlformats.org/officeDocument/2006/relationships/slideLayout" Target="/ppt/slideLayouts/slideLayout16.xml" Id="R8cc83e7320774ce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34cf9adc63462d"/>
    <p:sldLayoutId xmlns:r="http://schemas.openxmlformats.org/officeDocument/2006/relationships" id="2147483650" r:id="Rdeec3ec8b0fc4d4a"/>
    <p:sldLayoutId xmlns:r="http://schemas.openxmlformats.org/officeDocument/2006/relationships" id="2147483651" r:id="R77dc67bd85054f9b"/>
    <p:sldLayoutId xmlns:r="http://schemas.openxmlformats.org/officeDocument/2006/relationships" id="2147483652" r:id="Rf80ecd186ee94e94"/>
    <p:sldLayoutId xmlns:r="http://schemas.openxmlformats.org/officeDocument/2006/relationships" id="2147483653" r:id="R105906b8a7ad4b94"/>
    <p:sldLayoutId xmlns:r="http://schemas.openxmlformats.org/officeDocument/2006/relationships" id="2147483654" r:id="R8b65503420c54ad5"/>
    <p:sldLayoutId xmlns:r="http://schemas.openxmlformats.org/officeDocument/2006/relationships" id="2147483655" r:id="R6265654cc6ba468f"/>
    <p:sldLayoutId xmlns:r="http://schemas.openxmlformats.org/officeDocument/2006/relationships" id="2147483656" r:id="Rfde452d9dce44a15"/>
    <p:sldLayoutId xmlns:r="http://schemas.openxmlformats.org/officeDocument/2006/relationships" id="2147483657" r:id="Rf82152a230644d20"/>
    <p:sldLayoutId xmlns:r="http://schemas.openxmlformats.org/officeDocument/2006/relationships" id="2147483658" r:id="Rd905d869b9864c9e"/>
    <p:sldLayoutId xmlns:r="http://schemas.openxmlformats.org/officeDocument/2006/relationships" id="2147483659" r:id="Ra857b05b4d544e38"/>
    <p:sldLayoutId xmlns:r="http://schemas.openxmlformats.org/officeDocument/2006/relationships" id="2147483660" r:id="R5c3779f60bf74a8a"/>
    <p:sldLayoutId xmlns:r="http://schemas.openxmlformats.org/officeDocument/2006/relationships" id="2147483661" r:id="R8d23a031b2f04046"/>
    <p:sldLayoutId xmlns:r="http://schemas.openxmlformats.org/officeDocument/2006/relationships" id="2147483662" r:id="R53e8efb3a04945ae"/>
    <p:sldLayoutId xmlns:r="http://schemas.openxmlformats.org/officeDocument/2006/relationships" id="2147483663" r:id="Ra1503d1cc8ba424b"/>
    <p:sldLayoutId xmlns:r="http://schemas.openxmlformats.org/officeDocument/2006/relationships" id="2147483664" r:id="R8cc83e7320774ced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55df505984e38" /><Relationship Type="http://schemas.openxmlformats.org/officeDocument/2006/relationships/notesSlide" Target="/ppt/notesSlides/notesSlide1.xml" Id="Ra38357ca7b23409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4e5a925496c48ae" /><Relationship Type="http://schemas.openxmlformats.org/officeDocument/2006/relationships/image" Target="/ppt/media/image.png" Id="Rc6f56a8cfeb04c5e" /><Relationship Type="http://schemas.openxmlformats.org/officeDocument/2006/relationships/notesSlide" Target="/ppt/notesSlides/notesSlide2.xml" Id="R4d618975059e4c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1148479adba4dcf" /><Relationship Type="http://schemas.openxmlformats.org/officeDocument/2006/relationships/image" Target="/ppt/media/image2.png" Id="R7dc11fc4778c46b4" /><Relationship Type="http://schemas.openxmlformats.org/officeDocument/2006/relationships/notesSlide" Target="/ppt/notesSlides/notesSlide3.xml" Id="R8afd578cb3ac46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557d44ccf2f4a34" /><Relationship Type="http://schemas.openxmlformats.org/officeDocument/2006/relationships/image" Target="/ppt/media/image3.png" Id="R1cbd1c5c91c4408f" /><Relationship Type="http://schemas.openxmlformats.org/officeDocument/2006/relationships/notesSlide" Target="/ppt/notesSlides/notesSlide4.xml" Id="R448796bd0b22468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b001e315ae74dc8" /><Relationship Type="http://schemas.openxmlformats.org/officeDocument/2006/relationships/image" Target="/ppt/media/image4.png" Id="Ra9f070f996be47ba" /><Relationship Type="http://schemas.openxmlformats.org/officeDocument/2006/relationships/image" Target="/ppt/media/image5.png" Id="Rc059f30ee5ae401f" /><Relationship Type="http://schemas.openxmlformats.org/officeDocument/2006/relationships/notesSlide" Target="/ppt/notesSlides/notesSlide5.xml" Id="R58f056b4ac414cc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d1eaaa42bbb4b6d" /><Relationship Type="http://schemas.openxmlformats.org/officeDocument/2006/relationships/image" Target="/ppt/media/image2.png" Id="R9c00e1be8b114689" /><Relationship Type="http://schemas.openxmlformats.org/officeDocument/2006/relationships/notesSlide" Target="/ppt/notesSlides/notesSlide6.xml" Id="R37645fef4f6041c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ef6b1ce69b66474d" /><Relationship Type="http://schemas.openxmlformats.org/officeDocument/2006/relationships/image" Target="/ppt/media/image6.png" Id="R8c899c74f8d94e8b" /><Relationship Type="http://schemas.openxmlformats.org/officeDocument/2006/relationships/notesSlide" Target="/ppt/notesSlides/notesSlide7.xml" Id="R901592418c134fe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f05a195d4bd4ca1" /><Relationship Type="http://schemas.openxmlformats.org/officeDocument/2006/relationships/image" Target="/ppt/media/image7.png" Id="R417df7d4dfc140ad" /><Relationship Type="http://schemas.openxmlformats.org/officeDocument/2006/relationships/notesSlide" Target="/ppt/notesSlides/notesSlide8.xml" Id="R50b85931d1f04d1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1c859c532ec44a8" /><Relationship Type="http://schemas.openxmlformats.org/officeDocument/2006/relationships/image" Target="/ppt/media/image7.png" Id="R609aa8fc84574ab1" /><Relationship Type="http://schemas.openxmlformats.org/officeDocument/2006/relationships/notesSlide" Target="/ppt/notesSlides/notesSlide9.xml" Id="R39ff90b1bfe2433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Δομή Επανάληψης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Lesson code">
            <a:extLst xmlns:a="http://schemas.openxmlformats.org/drawingml/2006/main">
              <a:ext uri="{FF2B5EF4-FFF2-40B4-BE49-F238E27FC236}">
                <a16:creationId xmlns:a16="http://schemas.microsoft.com/office/drawing/2014/main" id="{DA31D006-0250-43C5-B4C0-50AE99B6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00500"/>
            <a:ext cx="571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1FAFD1"/>
                </a:solidFill>
                <a:latin typeface="Trebuchet MS"/>
                <a:ea typeface="Trebuchet MS"/>
                <a:cs typeface="Trebuchet MS"/>
              </a:rPr>
              <a:t>ΦΥΛΛΟ ΕΡΓΑΣΙΑΣ A.7.M16</a:t>
            </a:r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Στόχοι σημερινού μαθήματος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Να εισάγουμε στο Audacity ένα αρχείο ήχου που βρίσκεται αποθηκευμένο στον υπολογιστή</a:t>
            </a:r>
            <a:endParaRPr sz="2800"/>
          </a:p>
          <a:p xmlns:a="http://schemas.openxmlformats.org/drawingml/2006/main">
            <a:r>
              <a:rPr sz="2800"/>
              <a:t>Να επιλέγουμε, να αντιγράφουμε, να επικολλούμε και να διαγράφουμε ένα κομμάτι από τον ήχο</a:t>
            </a:r>
            <a:endParaRPr sz="2800"/>
          </a:p>
          <a:p xmlns:a="http://schemas.openxmlformats.org/drawingml/2006/main">
            <a:r>
              <a:rPr sz="2800"/>
              <a:t>Να εξάγουμε (export) τον ήχο σε mp3.</a:t>
            </a:r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endParaRPr sz="3000">
              <a:latin typeface="+mj-lt"/>
              <a:ea typeface="+mj-lt"/>
              <a:cs typeface="+mj-lt"/>
            </a:endParaRPr>
          </a:p>
        </p:txBody>
      </p:sp>
      <p:pic>
        <p:nvPicPr>
          <p:cNvPr id="11" name="Content Placeholder 4"/>
          <p:cNvPicPr>
            <a:picLocks xmlns:a="http://schemas.openxmlformats.org/drawingml/2006/main" noChangeAspect="1"/>
          </p:cNvPicPr>
          <p:nvPr>
            <p:ph idx="2"/>
          </p:nvPr>
        </p:nvPicPr>
        <p:blipFill>
          <a:blip xmlns:r="http://schemas.openxmlformats.org/officeDocument/2006/relationships" xmlns:a="http://schemas.openxmlformats.org/drawingml/2006/main" r:embed="Rc6f56a8cfeb04c5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25049" y="1916219"/>
            <a:ext cx="3810000" cy="3609975"/>
          </a:xfrm>
        </p:spPr>
      </p:pic>
      <p:sp>
        <p:nvSpPr>
          <p:cNvPr id="5" name="Objectives cover">
            <a:extLst xmlns:a="http://schemas.openxmlformats.org/drawingml/2006/main">
              <a:ext uri="{FF2B5EF4-FFF2-40B4-BE49-F238E27FC236}">
                <a16:creationId xmlns:a16="http://schemas.microsoft.com/office/drawing/2014/main" id="{984A4ECE-E280-46FD-A56D-6FB3F94D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Objectives">
            <a:extLst xmlns:a="http://schemas.openxmlformats.org/drawingml/2006/main">
              <a:ext uri="{FF2B5EF4-FFF2-40B4-BE49-F238E27FC236}">
                <a16:creationId xmlns:a16="http://schemas.microsoft.com/office/drawing/2014/main" id="{32CC4718-2845-4276-8687-466CD3ED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66875"/>
            <a:ext cx="6191250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επαναλαμβάνουμε διαδικασία γνωστό πλήθος φορών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υπολογίζουμε άθροισμα και μέσο όρο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εντοπίζουμε μέγιστη τιμή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8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• Να χρησιμοποιούμε ανεξάρτητους μετρητές</a:t>
            </a:r>
          </a:p>
        </p:txBody>
      </p:sp>
      <p:sp>
        <p:nvSpPr>
          <p:cNvPr id="7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2C19817B-B0A8-4241-8121-FFAAEEA0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43125"/>
            <a:ext cx="3333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8" name="Code 5">
            <a:extLst xmlns:a="http://schemas.openxmlformats.org/drawingml/2006/main">
              <a:ext uri="{FF2B5EF4-FFF2-40B4-BE49-F238E27FC236}">
                <a16:creationId xmlns:a16="http://schemas.microsoft.com/office/drawing/2014/main" id="{30B8906A-ADB5-4FC6-A58F-917E96F93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76475"/>
            <a:ext cx="3067050" cy="2114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counter =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counter &lt;= 15: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counter = counter + 1</a:t>
            </a:r>
          </a:p>
        </p:txBody>
      </p:sp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Γνωστό πλήθος επαναλήψεων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c11fc4778c46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2">
            <a:extLst xmlns:a="http://schemas.openxmlformats.org/drawingml/2006/main">
              <a:ext uri="{FF2B5EF4-FFF2-40B4-BE49-F238E27FC236}">
                <a16:creationId xmlns:a16="http://schemas.microsoft.com/office/drawing/2014/main" id="{A773895E-AA06-49B0-8BE3-DCE446B5A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2">
            <a:extLst xmlns:a="http://schemas.openxmlformats.org/drawingml/2006/main">
              <a:ext uri="{FF2B5EF4-FFF2-40B4-BE49-F238E27FC236}">
                <a16:creationId xmlns:a16="http://schemas.microsoft.com/office/drawing/2014/main" id="{90D1DF05-6A5A-4265-8837-60ABBB8BB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Όταν γνωρίζουμε πόσες τιμές θα διαβαστούν, χρησιμοποιούμε μετρητή.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συνθήκη συγκρίνει τον μετρητή με το συνολικό πλήθος.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C0E66CF3-89C0-4698-B7C1-51E0E4BBD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D6A985E9-EFF7-4ECE-8CF8-708771341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counter =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while counter &lt;= 15: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...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counter = counter + 1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Άθροισμα και μέσος όρος</a:t>
            </a:r>
            <a:endParaRPr/>
          </a:p>
        </p:txBody>
      </p:sp>
      <p:pic>
        <p:nvPicPr>
          <p:cNvPr id="9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bd1c5c91c440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48678" y="1809334"/>
            <a:ext cx="6930887" cy="4183138"/>
          </a:xfrm>
          <a:prstGeom xmlns:a="http://schemas.openxmlformats.org/drawingml/2006/main" prst="rect">
            <a:avLst/>
          </a:prstGeom>
        </p:spPr>
      </p:pic>
      <p:sp>
        <p:nvSpPr>
          <p:cNvPr id="4" name="Content cover 3">
            <a:extLst xmlns:a="http://schemas.openxmlformats.org/drawingml/2006/main">
              <a:ext uri="{FF2B5EF4-FFF2-40B4-BE49-F238E27FC236}">
                <a16:creationId xmlns:a16="http://schemas.microsoft.com/office/drawing/2014/main" id="{5C379C38-BFA4-4995-BA0A-6FC0B91C1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Theory text 3">
            <a:extLst xmlns:a="http://schemas.openxmlformats.org/drawingml/2006/main">
              <a:ext uri="{FF2B5EF4-FFF2-40B4-BE49-F238E27FC236}">
                <a16:creationId xmlns:a16="http://schemas.microsoft.com/office/drawing/2014/main" id="{EF77B0C1-58F1-4BED-A43D-3009ADF80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 αθροιστής ξεκινά από 0 και ενημερώνεται με κάθε βαθμό.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Μετά τον βρόχο διαιρούμε με το πλήθος των τιμών.</a:t>
            </a:r>
          </a:p>
        </p:txBody>
      </p:sp>
      <p:sp>
        <p:nvSpPr>
          <p:cNvPr id="6" name="Code background 3">
            <a:extLst xmlns:a="http://schemas.openxmlformats.org/drawingml/2006/main">
              <a:ext uri="{FF2B5EF4-FFF2-40B4-BE49-F238E27FC236}">
                <a16:creationId xmlns:a16="http://schemas.microsoft.com/office/drawing/2014/main" id="{769DE673-7FF2-408A-B98B-83182A97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7" name="Code 4">
            <a:extLst xmlns:a="http://schemas.openxmlformats.org/drawingml/2006/main">
              <a:ext uri="{FF2B5EF4-FFF2-40B4-BE49-F238E27FC236}">
                <a16:creationId xmlns:a16="http://schemas.microsoft.com/office/drawing/2014/main" id="{CF7A55BB-D66A-4A84-92E0-4CEDFA9F7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total = total + grade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average = total / 15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Μέγιστη τιμή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 lnSpcReduction="10000"/>
          </a:bodyPr>
          <a:lstStyle xmlns:a="http://schemas.openxmlformats.org/drawingml/2006/main"/>
          <a:p xmlns:a="http://schemas.openxmlformats.org/drawingml/2006/main">
            <a:r>
              <a:rPr sz="2800"/>
              <a:t>Σιγή</a:t>
            </a:r>
            <a:r>
              <a:rPr sz="2800"/>
              <a:t>: </a:t>
            </a:r>
            <a:r>
              <a:rPr sz="2800"/>
              <a:t>σιγούμε ένα μέρος του ήχου, χωρίς όμως να αφαιρέσουμε τον χρόνο της διάρκειάς του.</a:t>
            </a:r>
            <a:endParaRPr sz="2800"/>
          </a:p>
          <a:p xmlns:a="http://schemas.openxmlformats.org/drawingml/2006/main">
            <a:r>
              <a:rPr sz="2800"/>
              <a:t>Περικοπή</a:t>
            </a:r>
            <a:r>
              <a:rPr sz="2800"/>
              <a:t>: </a:t>
            </a:r>
            <a:r>
              <a:rPr sz="2800"/>
              <a:t>κρατούμε μόνο ένα μέρος του ήχου, αφαιρώντας (περικόπτωντας) όλο το υπόλοιπο κανάλι, χωρίς όμως να αφαιρέσουμε τον χρόνο της διάρκειάς του</a:t>
            </a:r>
            <a:endParaRPr sz="2800">
              <a:latin typeface="+mj-lt"/>
              <a:ea typeface="+mj-lt"/>
              <a:cs typeface="+mj-lt"/>
            </a:endParaRPr>
          </a:p>
        </p:txBody>
      </p:sp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070f996be47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74105" y="1437862"/>
            <a:ext cx="4602393" cy="1914938"/>
          </a:xfrm>
          <a:prstGeom xmlns:a="http://schemas.openxmlformats.org/drawingml/2006/main" prst="rect">
            <a:avLst/>
          </a:prstGeom>
        </p:spPr>
      </p:pic>
      <p:pic>
        <p:nvPicPr>
          <p:cNvPr id="14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9f30ee5ae401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399" y="3698877"/>
            <a:ext cx="4747099" cy="2274196"/>
          </a:xfrm>
          <a:prstGeom xmlns:a="http://schemas.openxmlformats.org/drawingml/2006/main" prst="rect">
            <a:avLst/>
          </a:prstGeom>
        </p:spPr>
      </p:pic>
      <p:sp>
        <p:nvSpPr>
          <p:cNvPr id="7" name="Content cover 4">
            <a:extLst xmlns:a="http://schemas.openxmlformats.org/drawingml/2006/main">
              <a:ext uri="{FF2B5EF4-FFF2-40B4-BE49-F238E27FC236}">
                <a16:creationId xmlns:a16="http://schemas.microsoft.com/office/drawing/2014/main" id="{62085C40-A429-4D4A-BEA4-1D9BEC85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Theory text 4">
            <a:extLst xmlns:a="http://schemas.openxmlformats.org/drawingml/2006/main">
              <a:ext uri="{FF2B5EF4-FFF2-40B4-BE49-F238E27FC236}">
                <a16:creationId xmlns:a16="http://schemas.microsoft.com/office/drawing/2014/main" id="{B4CA38DD-6ED6-4B01-BE21-059AAD8A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μεταβλητή maximum κρατά τη μεγαλύτερη τιμή που έχει εμφανιστεί.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Αρχικοποιείται με την πρώτη είσοδο ή με ασφαλή τιμή όταν τα δεδομένα είναι θετικά.</a:t>
            </a:r>
          </a:p>
        </p:txBody>
      </p:sp>
      <p:sp>
        <p:nvSpPr>
          <p:cNvPr id="9" name="Code background 4">
            <a:extLst xmlns:a="http://schemas.openxmlformats.org/drawingml/2006/main">
              <a:ext uri="{FF2B5EF4-FFF2-40B4-BE49-F238E27FC236}">
                <a16:creationId xmlns:a16="http://schemas.microsoft.com/office/drawing/2014/main" id="{37523C2B-B7F1-4937-800D-53D62DB6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10" name="Code 5">
            <a:extLst xmlns:a="http://schemas.openxmlformats.org/drawingml/2006/main">
              <a:ext uri="{FF2B5EF4-FFF2-40B4-BE49-F238E27FC236}">
                <a16:creationId xmlns:a16="http://schemas.microsoft.com/office/drawing/2014/main" id="{DB71C37F-B3E1-4F13-B694-0F767AB0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number &gt; maximum: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    maximum = number</a:t>
            </a:r>
          </a:p>
        </p:txBody>
      </p:sp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84147"/>
          </a:bodyPr>
          <a:lstStyle xmlns:a="http://schemas.openxmlformats.org/drawingml/2006/main"/>
          <a:p xmlns:a="http://schemas.openxmlformats.org/drawingml/2006/main">
            <a:r>
              <a:t>Πλήθος τιμών που ικανοποιούν συνθήκη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εργαλείο για επεξεργασία ψηφιακού ήχου</a:t>
            </a:r>
            <a:endParaRPr/>
          </a:p>
          <a:p xmlns:a="http://schemas.openxmlformats.org/drawingml/2006/main">
            <a:pPr marL="0" indent="0">
              <a:buNone/>
            </a:pPr>
            <a:r>
              <a:t>λογισμικό ανοικτού κώδικα</a:t>
            </a:r>
            <a:endParaRPr/>
          </a:p>
          <a:p xmlns:a="http://schemas.openxmlformats.org/drawingml/2006/main">
            <a:pPr marL="0" indent="0">
              <a:buNone/>
            </a:pPr>
            <a:r>
              <a:t>επιτρέπει την εισαγωγή ήχων από αρχεία ή και μικρόφωνα</a:t>
            </a:r>
            <a:endParaRPr/>
          </a:p>
          <a:p xmlns:a="http://schemas.openxmlformats.org/drawingml/2006/main">
            <a:pPr marL="0" indent="0">
              <a:buNone/>
            </a:pPr>
            <a:r>
              <a:t>ποικίλα εργαλεία για την επεξεργασία ήχων, καθώς και ειδικά εφέ.</a:t>
            </a:r>
            <a:endParaRPr/>
          </a:p>
          <a:p xmlns:a="http://schemas.openxmlformats.org/drawingml/2006/main">
            <a:pPr marL="0" indent="0">
              <a:buNone/>
            </a:pPr>
            <a:r>
              <a:t>ένα έργο αποθηκεύεται ως έργο (project)</a:t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pic>
        <p:nvPicPr>
          <p:cNvPr id="6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00e1be8b114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08682" y="1785382"/>
            <a:ext cx="5861675" cy="3598749"/>
          </a:xfrm>
          <a:prstGeom xmlns:a="http://schemas.openxmlformats.org/drawingml/2006/main" prst="rect">
            <a:avLst/>
          </a:prstGeom>
        </p:spPr>
      </p:pic>
      <p:sp>
        <p:nvSpPr>
          <p:cNvPr id="40" name="Content cover 5">
            <a:extLst xmlns:a="http://schemas.openxmlformats.org/drawingml/2006/main">
              <a:ext uri="{FF2B5EF4-FFF2-40B4-BE49-F238E27FC236}">
                <a16:creationId xmlns:a16="http://schemas.microsoft.com/office/drawing/2014/main" id="{AEE846EC-BF06-48B4-9C98-9CA0768E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1" name="Theory text 5">
            <a:extLst xmlns:a="http://schemas.openxmlformats.org/drawingml/2006/main">
              <a:ext uri="{FF2B5EF4-FFF2-40B4-BE49-F238E27FC236}">
                <a16:creationId xmlns:a16="http://schemas.microsoft.com/office/drawing/2014/main" id="{9A00BF98-12F2-4017-BAEB-59931DE4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Χρησιμοποιούμε ξεχωριστό μετρητή για κάθε χαρακτηριστικό.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Οι έλεγχοι μπορεί να είναι ανεξάρτητοι, επειδή ένας αριθμός μπορεί να είναι πολλαπλάσιο και του 8 και του 12.</a:t>
            </a:r>
          </a:p>
        </p:txBody>
      </p:sp>
      <p:sp>
        <p:nvSpPr>
          <p:cNvPr id="42" name="Code background 23">
            <a:extLst xmlns:a="http://schemas.openxmlformats.org/drawingml/2006/main">
              <a:ext uri="{FF2B5EF4-FFF2-40B4-BE49-F238E27FC236}">
                <a16:creationId xmlns:a16="http://schemas.microsoft.com/office/drawing/2014/main" id="{ADE2C626-B58D-41D2-822E-DD7B622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48101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</a:ln>
        </p:spPr>
      </p:sp>
      <p:sp>
        <p:nvSpPr>
          <p:cNvPr id="43" name="Code 24">
            <a:extLst xmlns:a="http://schemas.openxmlformats.org/drawingml/2006/main">
              <a:ext uri="{FF2B5EF4-FFF2-40B4-BE49-F238E27FC236}">
                <a16:creationId xmlns:a16="http://schemas.microsoft.com/office/drawing/2014/main" id="{B77941A8-B8AA-4058-A3E9-476DE7EE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85975"/>
            <a:ext cx="4543425" cy="2733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n % 8 == 0: count8 += 1</a:t>
            </a:r>
          </a:p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defRPr>
            </a:pPr>
            <a:r>
              <a:rPr sz="1575" b="0">
                <a:solidFill>
                  <a:srgbClr val="FFFFFF"/>
                </a:solidFill>
                <a:latin typeface="Trebuchet MS"/>
                <a:ea typeface="Trebuchet MS"/>
                <a:cs typeface="Trebuchet MS"/>
              </a:rPr>
              <a:t>if n % 12 == 0: count12 += 1</a:t>
            </a:r>
          </a:p>
        </p:txBody>
      </p:sp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Συνδυασμός επανάληψης και διακλάδωσης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 fontScale="77500" lnSpcReduction="20000"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Άνοιγμα 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Νεό Έργο</a:t>
            </a:r>
          </a:p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>Αρχείο -&gt; Εισαγωγή -&gt; Ήχος (</a:t>
            </a:r>
            <a:r>
              <a:rPr sz="2800"/>
              <a:t>συνδυάσουμε σε ένα έργο πολλά αρχεία ήχου</a:t>
            </a:r>
            <a:r>
              <a:rPr sz="2800">
                <a:latin typeface="+mj-lt"/>
                <a:ea typeface="+mj-lt"/>
                <a:cs typeface="+mj-lt"/>
              </a:rPr>
              <a:t>)</a:t>
            </a:r>
          </a:p>
          <a:p xmlns:a="http://schemas.openxmlformats.org/drawingml/2006/main">
            <a:r>
              <a:rPr sz="2800"/>
              <a:t>Αρχείο -&gt; Αποθήκευση Εργασίας</a:t>
            </a:r>
          </a:p>
          <a:p xmlns:a="http://schemas.openxmlformats.org/drawingml/2006/main">
            <a:r>
              <a:rPr sz="2800"/>
              <a:t>Αρχείο -&gt; Εξαγωγή</a:t>
            </a:r>
          </a:p>
          <a:p xmlns:a="http://schemas.openxmlformats.org/drawingml/2006/main">
            <a:endParaRPr sz="2800">
              <a:latin typeface="+mj-lt"/>
              <a:ea typeface="+mj-lt"/>
              <a:cs typeface="+mj-lt"/>
            </a:endParaRPr>
          </a:p>
          <a:p xmlns:a="http://schemas.openxmlformats.org/drawingml/2006/main">
            <a:r>
              <a:rPr sz="2800"/>
              <a:t>Συνήθως, αποθηκεύουμε το αρχείο σε μορφή MP3 ή Ogg Vorbis, τα οποία αναπαράγονται από τις περισσότερες συσκευές αναπαραγωγής ήχου.</a:t>
            </a:r>
            <a:endParaRPr sz="2800">
              <a:latin typeface="+mj-lt"/>
              <a:ea typeface="+mj-lt"/>
              <a:cs typeface="+mj-lt"/>
            </a:endParaRPr>
          </a:p>
        </p:txBody>
      </p:sp>
      <p:sp>
        <p:nvSpPr>
          <p:cNvPr id="5" name="Content cover 6">
            <a:extLst xmlns:a="http://schemas.openxmlformats.org/drawingml/2006/main">
              <a:ext uri="{FF2B5EF4-FFF2-40B4-BE49-F238E27FC236}">
                <a16:creationId xmlns:a16="http://schemas.microsoft.com/office/drawing/2014/main" id="{062E3FD6-7FD1-45BC-89BE-9DB10272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29950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Theory text 6">
            <a:extLst xmlns:a="http://schemas.openxmlformats.org/drawingml/2006/main">
              <a:ext uri="{FF2B5EF4-FFF2-40B4-BE49-F238E27FC236}">
                <a16:creationId xmlns:a16="http://schemas.microsoft.com/office/drawing/2014/main" id="{41AF4EC7-81AF-4D5C-A920-B4CB3E0D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38300"/>
            <a:ext cx="5095875" cy="433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while ελέγχει πόσες τιμές θα διαβαστούν. Το if μέσα στον βρόχο επεξεργάζεται κάθε τιμή.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defRPr>
            </a:pPr>
            <a:r>
              <a:rPr sz="1725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Η εσοχή δείχνει ποιες εντολές ανήκουν στην επανάληψη.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899c74f8d94e8b"/>
          <a:stretch xmlns:a="http://schemas.openxmlformats.org/drawingml/2006/main"/>
        </p:blipFill>
        <p:spPr>
          <a:xfrm xmlns:a="http://schemas.openxmlformats.org/drawingml/2006/main">
            <a:off x="6191250" y="2435802"/>
            <a:ext cx="4810125" cy="2186420"/>
          </a:xfrm>
          <a:prstGeom xmlns:a="http://schemas.openxmlformats.org/drawingml/2006/main" prst="rect">
            <a:avLst/>
          </a:prstGeom>
        </p:spPr>
      </p:pic>
      <p:sp>
        <p:nvSpPr>
          <p:cNvPr id="8" name="-caption">
            <a:extLst xmlns:a="http://schemas.openxmlformats.org/drawingml/2006/main">
              <a:ext uri="{FF2B5EF4-FFF2-40B4-BE49-F238E27FC236}">
                <a16:creationId xmlns:a16="http://schemas.microsoft.com/office/drawing/2014/main" id="{64B82EC3-9576-466B-9D19-662997B0A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00675"/>
            <a:ext cx="481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defRPr>
            </a:pPr>
            <a:r>
              <a:rPr sz="900" b="0">
                <a:solidFill>
                  <a:srgbClr val="777777"/>
                </a:solidFill>
                <a:latin typeface="Trebuchet MS"/>
                <a:ea typeface="Trebuchet MS"/>
                <a:cs typeface="Trebuchet MS"/>
              </a:rPr>
              <a:t>Η συνθήκη της while ελέγχεται πριν από κάθε επανάληψη</a:t>
            </a:r>
          </a:p>
        </p:txBody>
      </p:sp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7df7d4dfc140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Δραστηριότητες Εμπέδωσης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A.7.M16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7">
            <a:extLst xmlns:a="http://schemas.openxmlformats.org/drawingml/2006/main">
              <a:ext uri="{FF2B5EF4-FFF2-40B4-BE49-F238E27FC236}">
                <a16:creationId xmlns:a16="http://schemas.microsoft.com/office/drawing/2014/main" id="{4D77102E-A123-4B6B-9794-0B9B4A254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7">
            <a:extLst xmlns:a="http://schemas.openxmlformats.org/drawingml/2006/main">
              <a:ext uri="{FF2B5EF4-FFF2-40B4-BE49-F238E27FC236}">
                <a16:creationId xmlns:a16="http://schemas.microsoft.com/office/drawing/2014/main" id="{0C201C8D-BE19-4C3E-95F3-8DB5C86C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Δραστηριότητες 1–4: πίνακας εκτέλεσης, μέσος όρος, μέγιστος και μέτρηση πολλαπλασίων.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9aa8fc84574a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9396" y="3676650"/>
            <a:ext cx="4572000" cy="257175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Πρόσθετες δραστηριότητες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Φύλλο Εργασίας A.7.M16</a:t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7" name="Final cover 8">
            <a:extLst xmlns:a="http://schemas.openxmlformats.org/drawingml/2006/main">
              <a:ext uri="{FF2B5EF4-FFF2-40B4-BE49-F238E27FC236}">
                <a16:creationId xmlns:a16="http://schemas.microsoft.com/office/drawing/2014/main" id="{0429F734-D7C0-42B6-A2DB-84185CAA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43125"/>
            <a:ext cx="1100137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" name="Final text 8">
            <a:extLst xmlns:a="http://schemas.openxmlformats.org/drawingml/2006/main">
              <a:ext uri="{FF2B5EF4-FFF2-40B4-BE49-F238E27FC236}">
                <a16:creationId xmlns:a16="http://schemas.microsoft.com/office/drawing/2014/main" id="{06A8F58E-816A-473D-8771-39CFD7192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24125"/>
            <a:ext cx="9906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Επιπρόσθετη: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defRPr>
            </a:pPr>
            <a:r>
              <a:rPr sz="2025" b="0">
                <a:solidFill>
                  <a:srgbClr val="263746"/>
                </a:solidFill>
                <a:latin typeface="Trebuchet MS"/>
                <a:ea typeface="Trebuchet MS"/>
                <a:cs typeface="Trebuchet MS"/>
              </a:rPr>
              <a:t>Για το σπίτι: 6–7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2026-09-26T08:27:04.7570000Z</dcterms:created>
  <dcterms:modified xsi:type="dcterms:W3CDTF">2026-09-26T08:27:04.7570000Z</dcterms:modified>
</coreProperties>
</file>