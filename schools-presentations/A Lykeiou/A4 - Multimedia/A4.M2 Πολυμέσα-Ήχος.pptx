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"/>
  </p:notesMasterIdLst>
  <p:sldIdLst>
    <p:sldId id="256" r:id="rId2"/>
    <p:sldId id="423" r:id="rId3"/>
    <p:sldId id="258" r:id="rId4"/>
    <p:sldId id="424" r:id="rId5"/>
    <p:sldId id="426" r:id="rId6"/>
    <p:sldId id="425" r:id="rId7"/>
    <p:sldId id="427" r:id="rId8"/>
    <p:sldId id="27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AB169-0F7A-492E-94D0-278168438E99}">
          <p14:sldIdLst>
            <p14:sldId id="256"/>
            <p14:sldId id="423"/>
          </p14:sldIdLst>
        </p14:section>
        <p14:section name="Untitled Section" id="{A804B698-F26B-42C3-BED1-9D1E9A0C58A4}">
          <p14:sldIdLst>
            <p14:sldId id="258"/>
            <p14:sldId id="424"/>
            <p14:sldId id="426"/>
            <p14:sldId id="425"/>
            <p14:sldId id="42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267B4E-3ACF-40CF-90A0-D1F5AD9ACFDD}" v="11" dt="2026-09-06T12:55:14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F71CA4F9-10EE-4CB6-84DC-4F844A708642}"/>
    <pc:docChg chg="undo custSel addSld modSld sldOrd addSection modSection">
      <pc:chgData name="Άριστος Αρέστη" userId="813aa191-2d4c-464f-9d05-0a7e494d859f" providerId="ADAL" clId="{F71CA4F9-10EE-4CB6-84DC-4F844A708642}" dt="2026-09-04T06:23:25.363" v="316" actId="26606"/>
      <pc:docMkLst>
        <pc:docMk/>
      </pc:docMkLst>
      <pc:sldChg chg="addSp modSp mod setBg">
        <pc:chgData name="Άριστος Αρέστη" userId="813aa191-2d4c-464f-9d05-0a7e494d859f" providerId="ADAL" clId="{F71CA4F9-10EE-4CB6-84DC-4F844A708642}" dt="2026-09-03T18:48:01.940" v="5" actId="26606"/>
        <pc:sldMkLst>
          <pc:docMk/>
          <pc:sldMk cId="1459875993" sldId="258"/>
        </pc:sldMkLst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4" creationId="{00000000-0000-0000-0000-00000000000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6" creationId="{3F088236-D655-4F88-B238-E16762358025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8" creationId="{3DAC0C92-199E-475C-9390-119A9B027276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0" creationId="{C4CFB339-0ED8-4FE2-9EF1-6D1375B8499B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2" creationId="{31896C80-2069-4431-9C19-83B91373449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4" creationId="{BF120A21-0841-4823-B0C4-28AEBCEF9B78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6" creationId="{DBB05BAE-BBD3-4289-899F-A6851503C6B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8" creationId="{9874D11C-36F5-4BBE-A490-019A54E953B0}"/>
          </ac:spMkLst>
        </pc:spChg>
        <pc:grpChg chg="add">
          <ac:chgData name="Άριστος Αρέστη" userId="813aa191-2d4c-464f-9d05-0a7e494d859f" providerId="ADAL" clId="{F71CA4F9-10EE-4CB6-84DC-4F844A708642}" dt="2026-09-03T18:48:01.940" v="5" actId="26606"/>
          <ac:grpSpMkLst>
            <pc:docMk/>
            <pc:sldMk cId="1459875993" sldId="258"/>
            <ac:grpSpMk id="10" creationId="{E4951899-B99C-47AB-9C7C-16264D7A14C5}"/>
          </ac:grpSpMkLst>
        </pc:grpChg>
        <pc:picChg chg="add mod ord">
          <ac:chgData name="Άριστος Αρέστη" userId="813aa191-2d4c-464f-9d05-0a7e494d859f" providerId="ADAL" clId="{F71CA4F9-10EE-4CB6-84DC-4F844A708642}" dt="2026-09-03T18:48:01.940" v="5" actId="26606"/>
          <ac:picMkLst>
            <pc:docMk/>
            <pc:sldMk cId="1459875993" sldId="258"/>
            <ac:picMk id="5" creationId="{F9C7443D-155B-C774-5622-77852D52D5F3}"/>
          </ac:picMkLst>
        </pc:pic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4" creationId="{2AFD8CBA-54A3-4363-991B-B9C631BBFA74}"/>
          </ac:cxnSpMkLst>
        </pc:cxnChg>
      </pc:sldChg>
      <pc:sldChg chg="addSp delSp modSp mod">
        <pc:chgData name="Άριστος Αρέστη" userId="813aa191-2d4c-464f-9d05-0a7e494d859f" providerId="ADAL" clId="{F71CA4F9-10EE-4CB6-84DC-4F844A708642}" dt="2026-09-03T19:00:33.322" v="163" actId="20577"/>
        <pc:sldMkLst>
          <pc:docMk/>
          <pc:sldMk cId="2870619907" sldId="434"/>
        </pc:sldMkLst>
        <pc:spChg chg="mod">
          <ac:chgData name="Άριστος Αρέστη" userId="813aa191-2d4c-464f-9d05-0a7e494d859f" providerId="ADAL" clId="{F71CA4F9-10EE-4CB6-84DC-4F844A708642}" dt="2026-09-03T19:00:33.322" v="163" actId="20577"/>
          <ac:spMkLst>
            <pc:docMk/>
            <pc:sldMk cId="2870619907" sldId="434"/>
            <ac:spMk id="2" creationId="{00000000-0000-0000-0000-000000000000}"/>
          </ac:spMkLst>
        </pc:spChg>
        <pc:spChg chg="del mod">
          <ac:chgData name="Άριστος Αρέστη" userId="813aa191-2d4c-464f-9d05-0a7e494d859f" providerId="ADAL" clId="{F71CA4F9-10EE-4CB6-84DC-4F844A708642}" dt="2026-09-03T18:54:18.883" v="29" actId="478"/>
          <ac:spMkLst>
            <pc:docMk/>
            <pc:sldMk cId="2870619907" sldId="434"/>
            <ac:spMk id="4" creationId="{00000000-0000-0000-0000-000000000000}"/>
          </ac:spMkLst>
        </pc:spChg>
        <pc:picChg chg="add del mod">
          <ac:chgData name="Άριστος Αρέστη" userId="813aa191-2d4c-464f-9d05-0a7e494d859f" providerId="ADAL" clId="{F71CA4F9-10EE-4CB6-84DC-4F844A708642}" dt="2026-09-03T18:54:59.728" v="37" actId="478"/>
          <ac:picMkLst>
            <pc:docMk/>
            <pc:sldMk cId="2870619907" sldId="434"/>
            <ac:picMk id="5" creationId="{158F0EE1-153A-C49C-88C2-55BDA424D2FD}"/>
          </ac:picMkLst>
        </pc:picChg>
        <pc:picChg chg="add mod">
          <ac:chgData name="Άριστος Αρέστη" userId="813aa191-2d4c-464f-9d05-0a7e494d859f" providerId="ADAL" clId="{F71CA4F9-10EE-4CB6-84DC-4F844A708642}" dt="2026-09-03T18:55:25.538" v="44" actId="1076"/>
          <ac:picMkLst>
            <pc:docMk/>
            <pc:sldMk cId="2870619907" sldId="434"/>
            <ac:picMk id="7" creationId="{83FDEE1D-7732-24C4-547F-94D99040D80D}"/>
          </ac:picMkLst>
        </pc:picChg>
      </pc:sldChg>
      <pc:sldChg chg="addSp delSp modSp mod setBg addAnim delAnim">
        <pc:chgData name="Άριστος Αρέστη" userId="813aa191-2d4c-464f-9d05-0a7e494d859f" providerId="ADAL" clId="{F71CA4F9-10EE-4CB6-84DC-4F844A708642}" dt="2026-09-04T05:23:58.103" v="179" actId="14100"/>
        <pc:sldMkLst>
          <pc:docMk/>
          <pc:sldMk cId="3377036941" sldId="435"/>
        </pc:sldMkLst>
        <pc:spChg chg="mod ord">
          <ac:chgData name="Άριστος Αρέστη" userId="813aa191-2d4c-464f-9d05-0a7e494d859f" providerId="ADAL" clId="{F71CA4F9-10EE-4CB6-84DC-4F844A708642}" dt="2026-09-04T05:23:50.662" v="178" actId="26606"/>
          <ac:spMkLst>
            <pc:docMk/>
            <pc:sldMk cId="3377036941" sldId="435"/>
            <ac:spMk id="2" creationId="{BC28A851-3048-7938-3D4F-79FD07F04E39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6" creationId="{66D61E08-70C3-48D8-BEA0-787111DC30DA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8" creationId="{FC55298F-0AE5-478E-AD2B-03C2614C583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0" creationId="{C180E4EA-0B63-4779-A895-7E90E71088F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2" creationId="{CEE01D9D-3DE8-4EED-B0D3-8F3C79CC767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4" creationId="{89AF5CE9-607F-43F4-8983-DCD6DA4051FD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6" creationId="{6EEA2DBD-9E1E-4521-8C01-F32AD18A89E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8" creationId="{15BBD2C1-BA9B-46A9-A27A-33498B169272}"/>
          </ac:spMkLst>
        </pc:spChg>
        <pc:spChg chg="add del">
          <ac:chgData name="Άριστος Αρέστη" userId="813aa191-2d4c-464f-9d05-0a7e494d859f" providerId="ADAL" clId="{F71CA4F9-10EE-4CB6-84DC-4F844A708642}" dt="2026-09-04T05:23:45.849" v="175" actId="26606"/>
          <ac:spMkLst>
            <pc:docMk/>
            <pc:sldMk cId="3377036941" sldId="435"/>
            <ac:spMk id="43" creationId="{DC99427B-A97E-40A3-B1FD-4557346C6A91}"/>
          </ac:spMkLst>
        </pc:spChg>
        <pc:grpChg chg="add del">
          <ac:chgData name="Άριστος Αρέστη" userId="813aa191-2d4c-464f-9d05-0a7e494d859f" providerId="ADAL" clId="{F71CA4F9-10EE-4CB6-84DC-4F844A708642}" dt="2026-09-04T05:23:42.958" v="171" actId="26606"/>
          <ac:grpSpMkLst>
            <pc:docMk/>
            <pc:sldMk cId="3377036941" sldId="435"/>
            <ac:grpSpMk id="10" creationId="{A5AFB369-4673-4727-A7CD-D86AFE0AE069}"/>
          </ac:grpSpMkLst>
        </pc:grpChg>
        <pc:grpChg chg="add del">
          <ac:chgData name="Άριστος Αρέστη" userId="813aa191-2d4c-464f-9d05-0a7e494d859f" providerId="ADAL" clId="{F71CA4F9-10EE-4CB6-84DC-4F844A708642}" dt="2026-09-04T05:23:44.463" v="173" actId="26606"/>
          <ac:grpSpMkLst>
            <pc:docMk/>
            <pc:sldMk cId="3377036941" sldId="435"/>
            <ac:grpSpMk id="40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45.849" v="175" actId="26606"/>
          <ac:grpSpMkLst>
            <pc:docMk/>
            <pc:sldMk cId="3377036941" sldId="435"/>
            <ac:grpSpMk id="42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50.662" v="178" actId="26606"/>
          <ac:grpSpMkLst>
            <pc:docMk/>
            <pc:sldMk cId="3377036941" sldId="435"/>
            <ac:grpSpMk id="45" creationId="{A5AFB369-4673-4727-A7CD-D86AFE0AE069}"/>
          </ac:grpSpMkLst>
        </pc:grpChg>
        <pc:picChg chg="del">
          <ac:chgData name="Άριστος Αρέστη" userId="813aa191-2d4c-464f-9d05-0a7e494d859f" providerId="ADAL" clId="{F71CA4F9-10EE-4CB6-84DC-4F844A708642}" dt="2026-09-04T05:23:21.988" v="164" actId="478"/>
          <ac:picMkLst>
            <pc:docMk/>
            <pc:sldMk cId="3377036941" sldId="435"/>
            <ac:picMk id="4" creationId="{1F114F61-B029-95E6-D7D2-61416DBE16DA}"/>
          </ac:picMkLst>
        </pc:picChg>
        <pc:picChg chg="add mod">
          <ac:chgData name="Άριστος Αρέστη" userId="813aa191-2d4c-464f-9d05-0a7e494d859f" providerId="ADAL" clId="{F71CA4F9-10EE-4CB6-84DC-4F844A708642}" dt="2026-09-04T05:23:58.103" v="179" actId="14100"/>
          <ac:picMkLst>
            <pc:docMk/>
            <pc:sldMk cId="3377036941" sldId="435"/>
            <ac:picMk id="5" creationId="{8BBC421D-FD76-8099-0BB6-17E6CE9646CD}"/>
          </ac:picMkLst>
        </pc:pic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2" creationId="{A57C1A16-B8AB-4D99-A195-A38F556A6486}"/>
          </ac:cxnSpMkLst>
        </pc:cxn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4" creationId="{F8A9B20B-D1DD-4573-B5EC-558029519236}"/>
          </ac:cxnSpMkLst>
        </pc:cxnChg>
      </pc:sldChg>
      <pc:sldChg chg="modSp mod">
        <pc:chgData name="Άριστος Αρέστη" userId="813aa191-2d4c-464f-9d05-0a7e494d859f" providerId="ADAL" clId="{F71CA4F9-10EE-4CB6-84DC-4F844A708642}" dt="2026-09-04T05:46:54.516" v="233" actId="27636"/>
        <pc:sldMkLst>
          <pc:docMk/>
          <pc:sldMk cId="46050486" sldId="437"/>
        </pc:sldMkLst>
        <pc:spChg chg="mod">
          <ac:chgData name="Άριστος Αρέστη" userId="813aa191-2d4c-464f-9d05-0a7e494d859f" providerId="ADAL" clId="{F71CA4F9-10EE-4CB6-84DC-4F844A708642}" dt="2026-09-04T05:46:54.516" v="233" actId="27636"/>
          <ac:spMkLst>
            <pc:docMk/>
            <pc:sldMk cId="46050486" sldId="43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4T05:44:31.660" v="218" actId="6549"/>
          <ac:spMkLst>
            <pc:docMk/>
            <pc:sldMk cId="46050486" sldId="437"/>
            <ac:spMk id="4" creationId="{00000000-0000-0000-0000-000000000000}"/>
          </ac:spMkLst>
        </pc:spChg>
      </pc:sldChg>
      <pc:sldChg chg="delSp modSp mod">
        <pc:chgData name="Άριστος Αρέστη" userId="813aa191-2d4c-464f-9d05-0a7e494d859f" providerId="ADAL" clId="{F71CA4F9-10EE-4CB6-84DC-4F844A708642}" dt="2026-09-04T06:19:34.859" v="263" actId="478"/>
        <pc:sldMkLst>
          <pc:docMk/>
          <pc:sldMk cId="354044467" sldId="438"/>
        </pc:sldMkLst>
        <pc:picChg chg="del mod">
          <ac:chgData name="Άριστος Αρέστη" userId="813aa191-2d4c-464f-9d05-0a7e494d859f" providerId="ADAL" clId="{F71CA4F9-10EE-4CB6-84DC-4F844A708642}" dt="2026-09-04T06:19:34.859" v="263" actId="478"/>
          <ac:picMkLst>
            <pc:docMk/>
            <pc:sldMk cId="354044467" sldId="438"/>
            <ac:picMk id="5" creationId="{7FECC30A-11D9-6DF0-6DB9-B15A007B932D}"/>
          </ac:picMkLst>
        </pc:picChg>
      </pc:sldChg>
      <pc:sldChg chg="addSp delSp modSp mod setBg">
        <pc:chgData name="Άριστος Αρέστη" userId="813aa191-2d4c-464f-9d05-0a7e494d859f" providerId="ADAL" clId="{F71CA4F9-10EE-4CB6-84DC-4F844A708642}" dt="2026-09-04T06:23:25.363" v="316" actId="26606"/>
        <pc:sldMkLst>
          <pc:docMk/>
          <pc:sldMk cId="3982398155" sldId="439"/>
        </pc:sldMkLst>
        <pc:spChg chg="mo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2" creationId="{00000000-0000-0000-0000-000000000000}"/>
          </ac:spMkLst>
        </pc:spChg>
        <pc:spChg chg="add mod or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3" creationId="{6217D807-2CBE-A17F-063E-9D081E94D114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5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6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7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8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9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0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1" creationId="{9874D11C-36F5-4BBE-A490-019A54E953B0}"/>
          </ac:spMkLst>
        </pc:spChg>
        <pc:grpChg chg="add del">
          <ac:chgData name="Άριστος Αρέστη" userId="813aa191-2d4c-464f-9d05-0a7e494d859f" providerId="ADAL" clId="{F71CA4F9-10EE-4CB6-84DC-4F844A708642}" dt="2026-09-04T06:23:11.826" v="305" actId="26606"/>
          <ac:grpSpMkLst>
            <pc:docMk/>
            <pc:sldMk cId="3982398155" sldId="439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14.405" v="307" actId="26606"/>
          <ac:grpSpMkLst>
            <pc:docMk/>
            <pc:sldMk cId="3982398155" sldId="439"/>
            <ac:grpSpMk id="40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18.606" v="309" actId="26606"/>
          <ac:grpSpMkLst>
            <pc:docMk/>
            <pc:sldMk cId="3982398155" sldId="439"/>
            <ac:grpSpMk id="42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21.299" v="311" actId="26606"/>
          <ac:grpSpMkLst>
            <pc:docMk/>
            <pc:sldMk cId="3982398155" sldId="439"/>
            <ac:grpSpMk id="53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3.267" v="313" actId="26606"/>
          <ac:grpSpMkLst>
            <pc:docMk/>
            <pc:sldMk cId="3982398155" sldId="439"/>
            <ac:grpSpMk id="55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5.363" v="315" actId="26606"/>
          <ac:grpSpMkLst>
            <pc:docMk/>
            <pc:sldMk cId="3982398155" sldId="439"/>
            <ac:grpSpMk id="57" creationId="{D6280969-F024-466D-A1DB-4F848C51DEF6}"/>
          </ac:grpSpMkLst>
        </pc:grpChg>
        <pc:grpChg chg="add">
          <ac:chgData name="Άριστος Αρέστη" userId="813aa191-2d4c-464f-9d05-0a7e494d859f" providerId="ADAL" clId="{F71CA4F9-10EE-4CB6-84DC-4F844A708642}" dt="2026-09-04T06:23:25.363" v="316" actId="26606"/>
          <ac:grpSpMkLst>
            <pc:docMk/>
            <pc:sldMk cId="3982398155" sldId="439"/>
            <ac:grpSpMk id="59" creationId="{D6280969-F024-466D-A1DB-4F848C51DEF6}"/>
          </ac:grpSpMkLst>
        </pc:grpChg>
        <pc:picChg chg="add mod ord">
          <ac:chgData name="Άριστος Αρέστη" userId="813aa191-2d4c-464f-9d05-0a7e494d859f" providerId="ADAL" clId="{F71CA4F9-10EE-4CB6-84DC-4F844A708642}" dt="2026-09-04T06:23:25.363" v="316" actId="26606"/>
          <ac:picMkLst>
            <pc:docMk/>
            <pc:sldMk cId="3982398155" sldId="439"/>
            <ac:picMk id="5" creationId="{17E14B1B-5481-13A3-5A54-64860D64EF38}"/>
          </ac:picMkLst>
        </pc:picChg>
        <pc:picChg chg="del">
          <ac:chgData name="Άριστος Αρέστη" userId="813aa191-2d4c-464f-9d05-0a7e494d859f" providerId="ADAL" clId="{F71CA4F9-10EE-4CB6-84DC-4F844A708642}" dt="2026-09-04T06:20:10.964" v="266" actId="478"/>
          <ac:picMkLst>
            <pc:docMk/>
            <pc:sldMk cId="3982398155" sldId="439"/>
            <ac:picMk id="9" creationId="{6D5EAA24-A277-D079-8B66-A0DDFBCA7F1C}"/>
          </ac:picMkLst>
        </pc:pic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3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4" creationId="{2AFD8CBA-54A3-4363-991B-B9C631BBFA74}"/>
          </ac:cxnSpMkLst>
        </pc:cxnChg>
      </pc:sldChg>
      <pc:sldChg chg="modSp add mod">
        <pc:chgData name="Άριστος Αρέστη" userId="813aa191-2d4c-464f-9d05-0a7e494d859f" providerId="ADAL" clId="{F71CA4F9-10EE-4CB6-84DC-4F844A708642}" dt="2026-09-03T19:00:27.819" v="161" actId="20577"/>
        <pc:sldMkLst>
          <pc:docMk/>
          <pc:sldMk cId="551315278" sldId="441"/>
        </pc:sldMkLst>
        <pc:spChg chg="mod">
          <ac:chgData name="Άριστος Αρέστη" userId="813aa191-2d4c-464f-9d05-0a7e494d859f" providerId="ADAL" clId="{F71CA4F9-10EE-4CB6-84DC-4F844A708642}" dt="2026-09-03T19:00:27.819" v="161" actId="20577"/>
          <ac:spMkLst>
            <pc:docMk/>
            <pc:sldMk cId="551315278" sldId="441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59:14.915" v="131" actId="20577"/>
          <ac:spMkLst>
            <pc:docMk/>
            <pc:sldMk cId="551315278" sldId="441"/>
            <ac:spMk id="4" creationId="{00000000-0000-0000-0000-000000000000}"/>
          </ac:spMkLst>
        </pc:spChg>
      </pc:sldChg>
      <pc:sldChg chg="addSp delSp modSp add mod ord">
        <pc:chgData name="Άριστος Αρέστη" userId="813aa191-2d4c-464f-9d05-0a7e494d859f" providerId="ADAL" clId="{F71CA4F9-10EE-4CB6-84DC-4F844A708642}" dt="2026-09-04T05:43:08.312" v="210" actId="20577"/>
        <pc:sldMkLst>
          <pc:docMk/>
          <pc:sldMk cId="841146910" sldId="442"/>
        </pc:sldMkLst>
        <pc:spChg chg="mod">
          <ac:chgData name="Άριστος Αρέστη" userId="813aa191-2d4c-464f-9d05-0a7e494d859f" providerId="ADAL" clId="{F71CA4F9-10EE-4CB6-84DC-4F844A708642}" dt="2026-09-04T05:39:56.431" v="189" actId="27636"/>
          <ac:spMkLst>
            <pc:docMk/>
            <pc:sldMk cId="841146910" sldId="442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39:36.686" v="184" actId="478"/>
          <ac:spMkLst>
            <pc:docMk/>
            <pc:sldMk cId="841146910" sldId="442"/>
            <ac:spMk id="4" creationId="{63BB8ED5-25A9-DF12-983D-2FFF14316FE6}"/>
          </ac:spMkLst>
        </pc:spChg>
        <pc:spChg chg="add mod">
          <ac:chgData name="Άριστος Αρέστη" userId="813aa191-2d4c-464f-9d05-0a7e494d859f" providerId="ADAL" clId="{F71CA4F9-10EE-4CB6-84DC-4F844A708642}" dt="2026-09-04T05:43:08.312" v="210" actId="20577"/>
          <ac:spMkLst>
            <pc:docMk/>
            <pc:sldMk cId="841146910" sldId="442"/>
            <ac:spMk id="6" creationId="{09217ED6-72D3-F22D-3D41-020908EAFA2C}"/>
          </ac:spMkLst>
        </pc:spChg>
        <pc:picChg chg="del">
          <ac:chgData name="Άριστος Αρέστη" userId="813aa191-2d4c-464f-9d05-0a7e494d859f" providerId="ADAL" clId="{F71CA4F9-10EE-4CB6-84DC-4F844A708642}" dt="2026-09-04T05:39:30.083" v="183" actId="478"/>
          <ac:picMkLst>
            <pc:docMk/>
            <pc:sldMk cId="841146910" sldId="442"/>
            <ac:picMk id="5" creationId="{8B5C7BB8-273D-2B9D-2F12-F69619CF3990}"/>
          </ac:picMkLst>
        </pc:picChg>
        <pc:picChg chg="mod">
          <ac:chgData name="Άριστος Αρέστη" userId="813aa191-2d4c-464f-9d05-0a7e494d859f" providerId="ADAL" clId="{F71CA4F9-10EE-4CB6-84DC-4F844A708642}" dt="2026-09-04T05:40:06.816" v="190" actId="1076"/>
          <ac:picMkLst>
            <pc:docMk/>
            <pc:sldMk cId="841146910" sldId="442"/>
            <ac:picMk id="7" creationId="{C589D31C-3061-F262-869A-C4FF26EFDDC6}"/>
          </ac:picMkLst>
        </pc:picChg>
      </pc:sldChg>
      <pc:sldChg chg="addSp delSp modSp add mod setBg">
        <pc:chgData name="Άριστος Αρέστη" userId="813aa191-2d4c-464f-9d05-0a7e494d859f" providerId="ADAL" clId="{F71CA4F9-10EE-4CB6-84DC-4F844A708642}" dt="2026-09-04T05:53:46.707" v="262" actId="1076"/>
        <pc:sldMkLst>
          <pc:docMk/>
          <pc:sldMk cId="818767313" sldId="443"/>
        </pc:sldMkLst>
        <pc:spChg chg="mod ord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" creationId="{00000000-0000-0000-0000-000000000000}"/>
          </ac:spMkLst>
        </pc:spChg>
        <pc:spChg chg="del mod ord">
          <ac:chgData name="Άριστος Αρέστη" userId="813aa191-2d4c-464f-9d05-0a7e494d859f" providerId="ADAL" clId="{F71CA4F9-10EE-4CB6-84DC-4F844A708642}" dt="2026-09-04T05:52:36.031" v="246" actId="478"/>
          <ac:spMkLst>
            <pc:docMk/>
            <pc:sldMk cId="818767313" sldId="443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52:39.165" v="247" actId="478"/>
          <ac:spMkLst>
            <pc:docMk/>
            <pc:sldMk cId="818767313" sldId="443"/>
            <ac:spMk id="8" creationId="{CAC9705F-0673-CDDD-16CB-6EF680A514A7}"/>
          </ac:spMkLst>
        </pc:spChg>
        <pc:spChg chg="add mod">
          <ac:chgData name="Άριστος Αρέστη" userId="813aa191-2d4c-464f-9d05-0a7e494d859f" providerId="ADAL" clId="{F71CA4F9-10EE-4CB6-84DC-4F844A708642}" dt="2026-09-04T05:53:38.982" v="261" actId="20577"/>
          <ac:spMkLst>
            <pc:docMk/>
            <pc:sldMk cId="818767313" sldId="443"/>
            <ac:spMk id="9" creationId="{B89A92E4-43FC-1DB7-423B-0A95DE08ADB3}"/>
          </ac:spMkLst>
        </pc:spChg>
        <pc:spChg chg="add del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5" creationId="{A912E26A-2737-4A42-92C0-4ED8933C8AF6}"/>
          </ac:spMkLst>
        </pc:spChg>
        <pc:grpChg chg="add del">
          <ac:chgData name="Άριστος Αρέστη" userId="813aa191-2d4c-464f-9d05-0a7e494d859f" providerId="ADAL" clId="{F71CA4F9-10EE-4CB6-84DC-4F844A708642}" dt="2026-09-04T05:52:01.169" v="242" actId="26606"/>
          <ac:grpSpMkLst>
            <pc:docMk/>
            <pc:sldMk cId="818767313" sldId="443"/>
            <ac:grpSpMk id="11" creationId="{BCAEEEBD-779B-4609-A737-4BEFD64744BF}"/>
          </ac:grpSpMkLst>
        </pc:grpChg>
        <pc:picChg chg="del mod">
          <ac:chgData name="Άριστος Αρέστη" userId="813aa191-2d4c-464f-9d05-0a7e494d859f" providerId="ADAL" clId="{F71CA4F9-10EE-4CB6-84DC-4F844A708642}" dt="2026-09-04T05:52:11.908" v="243" actId="478"/>
          <ac:picMkLst>
            <pc:docMk/>
            <pc:sldMk cId="818767313" sldId="443"/>
            <ac:picMk id="5" creationId="{BBE766C8-D9AC-0921-7C31-1826775B3976}"/>
          </ac:picMkLst>
        </pc:picChg>
        <pc:picChg chg="add mod">
          <ac:chgData name="Άριστος Αρέστη" userId="813aa191-2d4c-464f-9d05-0a7e494d859f" providerId="ADAL" clId="{F71CA4F9-10EE-4CB6-84DC-4F844A708642}" dt="2026-09-04T05:53:46.707" v="262" actId="1076"/>
          <ac:picMkLst>
            <pc:docMk/>
            <pc:sldMk cId="818767313" sldId="443"/>
            <ac:picMk id="6" creationId="{1391CE8E-D4E9-846E-8918-DA4EDC1AF8BC}"/>
          </ac:picMkLst>
        </pc:picChg>
        <pc:cxnChg chg="add del">
          <ac:chgData name="Άριστος Αρέστη" userId="813aa191-2d4c-464f-9d05-0a7e494d859f" providerId="ADAL" clId="{F71CA4F9-10EE-4CB6-84DC-4F844A708642}" dt="2026-09-04T05:52:01.169" v="242" actId="26606"/>
          <ac:cxnSpMkLst>
            <pc:docMk/>
            <pc:sldMk cId="818767313" sldId="443"/>
            <ac:cxnSpMk id="23" creationId="{36CB27DD-D98C-4A82-9A5E-422827825769}"/>
          </ac:cxnSpMkLst>
        </pc:cxnChg>
      </pc:sldChg>
      <pc:sldChg chg="add">
        <pc:chgData name="Άριστος Αρέστη" userId="813aa191-2d4c-464f-9d05-0a7e494d859f" providerId="ADAL" clId="{F71CA4F9-10EE-4CB6-84DC-4F844A708642}" dt="2026-09-04T06:19:51.254" v="264"/>
        <pc:sldMkLst>
          <pc:docMk/>
          <pc:sldMk cId="4030258494" sldId="444"/>
        </pc:sldMkLst>
      </pc:sldChg>
    </pc:docChg>
  </pc:docChgLst>
  <pc:docChgLst>
    <pc:chgData name="Άριστος Αρέστη" userId="813aa191-2d4c-464f-9d05-0a7e494d859f" providerId="ADAL" clId="{48267B4E-3ACF-40CF-90A0-D1F5AD9ACFDD}"/>
    <pc:docChg chg="undo custSel addSld delSld modSld sldOrd addSection delSection modSection">
      <pc:chgData name="Άριστος Αρέστη" userId="813aa191-2d4c-464f-9d05-0a7e494d859f" providerId="ADAL" clId="{48267B4E-3ACF-40CF-90A0-D1F5AD9ACFDD}" dt="2026-09-14T14:26:47.765" v="973" actId="478"/>
      <pc:docMkLst>
        <pc:docMk/>
      </pc:docMkLst>
      <pc:sldChg chg="modSp mod">
        <pc:chgData name="Άριστος Αρέστη" userId="813aa191-2d4c-464f-9d05-0a7e494d859f" providerId="ADAL" clId="{48267B4E-3ACF-40CF-90A0-D1F5AD9ACFDD}" dt="2026-09-06T05:26:33.763" v="46" actId="20577"/>
        <pc:sldMkLst>
          <pc:docMk/>
          <pc:sldMk cId="3026196822" sldId="256"/>
        </pc:sldMkLst>
        <pc:spChg chg="mod">
          <ac:chgData name="Άριστος Αρέστη" userId="813aa191-2d4c-464f-9d05-0a7e494d859f" providerId="ADAL" clId="{48267B4E-3ACF-40CF-90A0-D1F5AD9ACFDD}" dt="2026-09-06T05:26:33.763" v="46" actId="20577"/>
          <ac:spMkLst>
            <pc:docMk/>
            <pc:sldMk cId="3026196822" sldId="256"/>
            <ac:spMk id="2" creationId="{00000000-0000-0000-0000-000000000000}"/>
          </ac:spMkLst>
        </pc:spChg>
      </pc:sldChg>
      <pc:sldChg chg="addSp delSp modSp add del mod">
        <pc:chgData name="Άριστος Αρέστη" userId="813aa191-2d4c-464f-9d05-0a7e494d859f" providerId="ADAL" clId="{48267B4E-3ACF-40CF-90A0-D1F5AD9ACFDD}" dt="2026-09-06T05:53:39.681" v="117" actId="962"/>
        <pc:sldMkLst>
          <pc:docMk/>
          <pc:sldMk cId="1459875993" sldId="258"/>
        </pc:sldMkLst>
        <pc:spChg chg="mod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4" creationId="{00000000-0000-0000-0000-00000000000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48267B4E-3ACF-40CF-90A0-D1F5AD9ACFDD}" dt="2026-09-06T05:47:02.557" v="96" actId="26606"/>
          <ac:spMkLst>
            <pc:docMk/>
            <pc:sldMk cId="1459875993" sldId="258"/>
            <ac:spMk id="55" creationId="{3BCB5F6A-9EB0-40B0-9D13-3023E9A20508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59" creationId="{3F088236-D655-4F88-B238-E16762358025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1" creationId="{3DAC0C92-199E-475C-9390-119A9B027276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3" creationId="{C4CFB339-0ED8-4FE2-9EF1-6D1375B8499B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5" creationId="{31896C80-2069-4431-9C19-83B913734490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7" creationId="{BF120A21-0841-4823-B0C4-28AEBCEF9B78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9" creationId="{DBB05BAE-BBD3-4289-899F-A6851503C6B0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71" creationId="{9874D11C-36F5-4BBE-A490-019A54E953B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74" creationId="{3BCB5F6A-9EB0-40B0-9D13-3023E9A20508}"/>
          </ac:spMkLst>
        </pc:spChg>
        <pc:grpChg chg="add del">
          <ac:chgData name="Άριστος Αρέστη" userId="813aa191-2d4c-464f-9d05-0a7e494d859f" providerId="ADAL" clId="{48267B4E-3ACF-40CF-90A0-D1F5AD9ACFDD}" dt="2026-09-06T05:47:08.417" v="100" actId="26606"/>
          <ac:grpSpMkLst>
            <pc:docMk/>
            <pc:sldMk cId="1459875993" sldId="258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2.557" v="96" actId="26606"/>
          <ac:grpSpMkLst>
            <pc:docMk/>
            <pc:sldMk cId="1459875993" sldId="258"/>
            <ac:grpSpMk id="43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4.071" v="98" actId="26606"/>
          <ac:grpSpMkLst>
            <pc:docMk/>
            <pc:sldMk cId="1459875993" sldId="258"/>
            <ac:grpSpMk id="58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8.417" v="100" actId="26606"/>
          <ac:grpSpMkLst>
            <pc:docMk/>
            <pc:sldMk cId="1459875993" sldId="258"/>
            <ac:grpSpMk id="73" creationId="{E4951899-B99C-47AB-9C7C-16264D7A14C5}"/>
          </ac:grpSpMkLst>
        </pc:grpChg>
        <pc:picChg chg="del">
          <ac:chgData name="Άριστος Αρέστη" userId="813aa191-2d4c-464f-9d05-0a7e494d859f" providerId="ADAL" clId="{48267B4E-3ACF-40CF-90A0-D1F5AD9ACFDD}" dt="2026-09-06T05:40:48.824" v="79" actId="478"/>
          <ac:picMkLst>
            <pc:docMk/>
            <pc:sldMk cId="1459875993" sldId="258"/>
            <ac:picMk id="5" creationId="{F9C7443D-155B-C774-5622-77852D52D5F3}"/>
          </ac:picMkLst>
        </pc:picChg>
        <pc:picChg chg="add del mod ord">
          <ac:chgData name="Άριστος Αρέστη" userId="813aa191-2d4c-464f-9d05-0a7e494d859f" providerId="ADAL" clId="{48267B4E-3ACF-40CF-90A0-D1F5AD9ACFDD}" dt="2026-09-06T05:53:28.752" v="112" actId="478"/>
          <ac:picMkLst>
            <pc:docMk/>
            <pc:sldMk cId="1459875993" sldId="258"/>
            <ac:picMk id="6" creationId="{9F705020-9768-41E0-9FF4-3B466F5025F6}"/>
          </ac:picMkLst>
        </pc:picChg>
        <pc:picChg chg="add mod">
          <ac:chgData name="Άριστος Αρέστη" userId="813aa191-2d4c-464f-9d05-0a7e494d859f" providerId="ADAL" clId="{48267B4E-3ACF-40CF-90A0-D1F5AD9ACFDD}" dt="2026-09-06T05:53:39.681" v="117" actId="962"/>
          <ac:picMkLst>
            <pc:docMk/>
            <pc:sldMk cId="1459875993" sldId="258"/>
            <ac:picMk id="8" creationId="{8E9A73BA-365C-E2C8-1AAC-997F4AF39F5C}"/>
          </ac:picMkLst>
        </pc:picChg>
        <pc:cxnChg chg="add del">
          <ac:chgData name="Άριστος Αρέστη" userId="813aa191-2d4c-464f-9d05-0a7e494d859f" providerId="ADAL" clId="{48267B4E-3ACF-40CF-90A0-D1F5AD9ACFDD}" dt="2026-09-06T05:47:08.417" v="100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48267B4E-3ACF-40CF-90A0-D1F5AD9ACFDD}" dt="2026-09-06T05:47:08.417" v="100" actId="26606"/>
          <ac:cxnSpMkLst>
            <pc:docMk/>
            <pc:sldMk cId="1459875993" sldId="258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48267B4E-3ACF-40CF-90A0-D1F5AD9ACFDD}" dt="2026-09-06T05:47:04.071" v="98" actId="26606"/>
          <ac:cxnSpMkLst>
            <pc:docMk/>
            <pc:sldMk cId="1459875993" sldId="258"/>
            <ac:cxnSpMk id="57" creationId="{2AFD8CBA-54A3-4363-991B-B9C631BBFA74}"/>
          </ac:cxnSpMkLst>
        </pc:cxnChg>
        <pc:cxnChg chg="add del">
          <ac:chgData name="Άριστος Αρέστη" userId="813aa191-2d4c-464f-9d05-0a7e494d859f" providerId="ADAL" clId="{48267B4E-3ACF-40CF-90A0-D1F5AD9ACFDD}" dt="2026-09-06T05:47:04.071" v="98" actId="26606"/>
          <ac:cxnSpMkLst>
            <pc:docMk/>
            <pc:sldMk cId="1459875993" sldId="258"/>
            <ac:cxnSpMk id="60" creationId="{64FA5DFF-7FE6-4855-84E6-DFA78EE978BD}"/>
          </ac:cxnSpMkLst>
        </pc:cxnChg>
      </pc:sldChg>
      <pc:sldChg chg="addSp delSp modSp add del mod">
        <pc:chgData name="Άριστος Αρέστη" userId="813aa191-2d4c-464f-9d05-0a7e494d859f" providerId="ADAL" clId="{48267B4E-3ACF-40CF-90A0-D1F5AD9ACFDD}" dt="2026-09-14T14:26:47.765" v="973" actId="478"/>
        <pc:sldMkLst>
          <pc:docMk/>
          <pc:sldMk cId="2467819896" sldId="278"/>
        </pc:sldMkLst>
        <pc:spChg chg="del">
          <ac:chgData name="Άριστος Αρέστη" userId="813aa191-2d4c-464f-9d05-0a7e494d859f" providerId="ADAL" clId="{48267B4E-3ACF-40CF-90A0-D1F5AD9ACFDD}" dt="2026-09-14T14:26:22.036" v="969" actId="478"/>
          <ac:spMkLst>
            <pc:docMk/>
            <pc:sldMk cId="2467819896" sldId="278"/>
            <ac:spMk id="4" creationId="{4F7059D2-7234-9A18-8EC3-97389EC073B3}"/>
          </ac:spMkLst>
        </pc:spChg>
        <pc:spChg chg="add del mod">
          <ac:chgData name="Άριστος Αρέστη" userId="813aa191-2d4c-464f-9d05-0a7e494d859f" providerId="ADAL" clId="{48267B4E-3ACF-40CF-90A0-D1F5AD9ACFDD}" dt="2026-09-14T14:26:41.960" v="971" actId="478"/>
          <ac:spMkLst>
            <pc:docMk/>
            <pc:sldMk cId="2467819896" sldId="278"/>
            <ac:spMk id="5" creationId="{9BF9A9EA-A3CB-AC85-3752-6360C044E602}"/>
          </ac:spMkLst>
        </pc:spChg>
        <pc:spChg chg="add del mod">
          <ac:chgData name="Άριστος Αρέστη" userId="813aa191-2d4c-464f-9d05-0a7e494d859f" providerId="ADAL" clId="{48267B4E-3ACF-40CF-90A0-D1F5AD9ACFDD}" dt="2026-09-14T14:26:47.765" v="973" actId="478"/>
          <ac:spMkLst>
            <pc:docMk/>
            <pc:sldMk cId="2467819896" sldId="278"/>
            <ac:spMk id="6" creationId="{A772A09E-6FCA-1AFD-14E3-C0973EFC9DE0}"/>
          </ac:spMkLst>
        </pc:spChg>
        <pc:spChg chg="add del mod">
          <ac:chgData name="Άριστος Αρέστη" userId="813aa191-2d4c-464f-9d05-0a7e494d859f" providerId="ADAL" clId="{48267B4E-3ACF-40CF-90A0-D1F5AD9ACFDD}" dt="2026-09-14T14:26:41.960" v="971" actId="478"/>
          <ac:spMkLst>
            <pc:docMk/>
            <pc:sldMk cId="2467819896" sldId="278"/>
            <ac:spMk id="9" creationId="{2FFA18BC-7D98-D8CF-74BA-1E70E861242C}"/>
          </ac:spMkLst>
        </pc:spChg>
      </pc:sldChg>
      <pc:sldChg chg="modSp mod">
        <pc:chgData name="Άριστος Αρέστη" userId="813aa191-2d4c-464f-9d05-0a7e494d859f" providerId="ADAL" clId="{48267B4E-3ACF-40CF-90A0-D1F5AD9ACFDD}" dt="2026-09-06T05:39:11.345" v="55" actId="6549"/>
        <pc:sldMkLst>
          <pc:docMk/>
          <pc:sldMk cId="1858723173" sldId="423"/>
        </pc:sldMkLst>
        <pc:spChg chg="mod">
          <ac:chgData name="Άριστος Αρέστη" userId="813aa191-2d4c-464f-9d05-0a7e494d859f" providerId="ADAL" clId="{48267B4E-3ACF-40CF-90A0-D1F5AD9ACFDD}" dt="2026-09-06T05:39:11.345" v="55" actId="6549"/>
          <ac:spMkLst>
            <pc:docMk/>
            <pc:sldMk cId="1858723173" sldId="423"/>
            <ac:spMk id="3" creationId="{00000000-0000-0000-0000-000000000000}"/>
          </ac:spMkLst>
        </pc:spChg>
      </pc:sldChg>
      <pc:sldChg chg="addSp delSp modSp add mod setBg delDesignElem">
        <pc:chgData name="Άριστος Αρέστη" userId="813aa191-2d4c-464f-9d05-0a7e494d859f" providerId="ADAL" clId="{48267B4E-3ACF-40CF-90A0-D1F5AD9ACFDD}" dt="2026-09-06T05:59:43.684" v="150" actId="14100"/>
        <pc:sldMkLst>
          <pc:docMk/>
          <pc:sldMk cId="2570149264" sldId="424"/>
        </pc:sldMkLst>
        <pc:spChg chg="mod">
          <ac:chgData name="Άριστος Αρέστη" userId="813aa191-2d4c-464f-9d05-0a7e494d859f" providerId="ADAL" clId="{48267B4E-3ACF-40CF-90A0-D1F5AD9ACFDD}" dt="2026-09-06T05:59:09.216" v="142" actId="20577"/>
          <ac:spMkLst>
            <pc:docMk/>
            <pc:sldMk cId="2570149264" sldId="424"/>
            <ac:spMk id="2" creationId="{00000000-0000-0000-0000-000000000000}"/>
          </ac:spMkLst>
        </pc:spChg>
        <pc:spChg chg="del">
          <ac:chgData name="Άριστος Αρέστη" userId="813aa191-2d4c-464f-9d05-0a7e494d859f" providerId="ADAL" clId="{48267B4E-3ACF-40CF-90A0-D1F5AD9ACFDD}" dt="2026-09-06T05:59:13.628" v="143" actId="478"/>
          <ac:spMkLst>
            <pc:docMk/>
            <pc:sldMk cId="2570149264" sldId="424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48267B4E-3ACF-40CF-90A0-D1F5AD9ACFDD}" dt="2026-09-06T05:59:15.540" v="144" actId="478"/>
          <ac:spMkLst>
            <pc:docMk/>
            <pc:sldMk cId="2570149264" sldId="424"/>
            <ac:spMk id="5" creationId="{4D53F617-8608-24CF-51CF-EAFE4DB320A3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26" creationId="{3F088236-D655-4F88-B238-E16762358025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28" creationId="{3DAC0C92-199E-475C-9390-119A9B027276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0" creationId="{C4CFB339-0ED8-4FE2-9EF1-6D1375B8499B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2" creationId="{31896C80-2069-4431-9C19-83B913734490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4" creationId="{BF120A21-0841-4823-B0C4-28AEBCEF9B78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6" creationId="{DBB05BAE-BBD3-4289-899F-A6851503C6B0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8" creationId="{9874D11C-36F5-4BBE-A490-019A54E953B0}"/>
          </ac:spMkLst>
        </pc:spChg>
        <pc:grpChg chg="del">
          <ac:chgData name="Άριστος Αρέστη" userId="813aa191-2d4c-464f-9d05-0a7e494d859f" providerId="ADAL" clId="{48267B4E-3ACF-40CF-90A0-D1F5AD9ACFDD}" dt="2026-09-06T05:53:49.172" v="119"/>
          <ac:grpSpMkLst>
            <pc:docMk/>
            <pc:sldMk cId="2570149264" sldId="424"/>
            <ac:grpSpMk id="10" creationId="{E4951899-B99C-47AB-9C7C-16264D7A14C5}"/>
          </ac:grpSpMkLst>
        </pc:grpChg>
        <pc:picChg chg="add mod">
          <ac:chgData name="Άριστος Αρέστη" userId="813aa191-2d4c-464f-9d05-0a7e494d859f" providerId="ADAL" clId="{48267B4E-3ACF-40CF-90A0-D1F5AD9ACFDD}" dt="2026-09-06T05:59:43.684" v="150" actId="14100"/>
          <ac:picMkLst>
            <pc:docMk/>
            <pc:sldMk cId="2570149264" sldId="424"/>
            <ac:picMk id="7" creationId="{22CA1806-EF69-5B9D-9D79-222BE567F167}"/>
          </ac:picMkLst>
        </pc:picChg>
        <pc:picChg chg="del">
          <ac:chgData name="Άριστος Αρέστη" userId="813aa191-2d4c-464f-9d05-0a7e494d859f" providerId="ADAL" clId="{48267B4E-3ACF-40CF-90A0-D1F5AD9ACFDD}" dt="2026-09-06T05:59:17.259" v="145" actId="478"/>
          <ac:picMkLst>
            <pc:docMk/>
            <pc:sldMk cId="2570149264" sldId="424"/>
            <ac:picMk id="8" creationId="{8E9A73BA-365C-E2C8-1AAC-997F4AF39F5C}"/>
          </ac:picMkLst>
        </pc:picChg>
        <pc:cxnChg chg="del">
          <ac:chgData name="Άριστος Αρέστη" userId="813aa191-2d4c-464f-9d05-0a7e494d859f" providerId="ADAL" clId="{48267B4E-3ACF-40CF-90A0-D1F5AD9ACFDD}" dt="2026-09-06T05:53:49.172" v="119"/>
          <ac:cxnSpMkLst>
            <pc:docMk/>
            <pc:sldMk cId="2570149264" sldId="424"/>
            <ac:cxnSpMk id="22" creationId="{64FA5DFF-7FE6-4855-84E6-DFA78EE978BD}"/>
          </ac:cxnSpMkLst>
        </pc:cxnChg>
        <pc:cxnChg chg="del">
          <ac:chgData name="Άριστος Αρέστη" userId="813aa191-2d4c-464f-9d05-0a7e494d859f" providerId="ADAL" clId="{48267B4E-3ACF-40CF-90A0-D1F5AD9ACFDD}" dt="2026-09-06T05:53:49.172" v="119"/>
          <ac:cxnSpMkLst>
            <pc:docMk/>
            <pc:sldMk cId="2570149264" sldId="424"/>
            <ac:cxnSpMk id="24" creationId="{2AFD8CBA-54A3-4363-991B-B9C631BBFA74}"/>
          </ac:cxnSpMkLst>
        </pc:cxnChg>
      </pc:sldChg>
      <pc:sldChg chg="add del">
        <pc:chgData name="Άριστος Αρέστη" userId="813aa191-2d4c-464f-9d05-0a7e494d859f" providerId="ADAL" clId="{48267B4E-3ACF-40CF-90A0-D1F5AD9ACFDD}" dt="2026-09-06T05:47:35.624" v="106" actId="47"/>
        <pc:sldMkLst>
          <pc:docMk/>
          <pc:sldMk cId="4223261051" sldId="424"/>
        </pc:sldMkLst>
      </pc:sldChg>
      <pc:sldChg chg="addSp delSp modSp add mod">
        <pc:chgData name="Άριστος Αρέστη" userId="813aa191-2d4c-464f-9d05-0a7e494d859f" providerId="ADAL" clId="{48267B4E-3ACF-40CF-90A0-D1F5AD9ACFDD}" dt="2026-09-06T12:18:33.059" v="877"/>
        <pc:sldMkLst>
          <pc:docMk/>
          <pc:sldMk cId="3786659628" sldId="425"/>
        </pc:sldMkLst>
        <pc:spChg chg="mod">
          <ac:chgData name="Άριστος Αρέστη" userId="813aa191-2d4c-464f-9d05-0a7e494d859f" providerId="ADAL" clId="{48267B4E-3ACF-40CF-90A0-D1F5AD9ACFDD}" dt="2026-09-06T12:09:22.962" v="707" actId="114"/>
          <ac:spMkLst>
            <pc:docMk/>
            <pc:sldMk cId="3786659628" sldId="425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48267B4E-3ACF-40CF-90A0-D1F5AD9ACFDD}" dt="2026-09-06T07:55:01.606" v="201"/>
          <ac:spMkLst>
            <pc:docMk/>
            <pc:sldMk cId="3786659628" sldId="425"/>
            <ac:spMk id="3" creationId="{67F2E5BF-3A5F-4A70-7064-2FC3175730CD}"/>
          </ac:spMkLst>
        </pc:spChg>
        <pc:spChg chg="add mod">
          <ac:chgData name="Άριστος Αρέστη" userId="813aa191-2d4c-464f-9d05-0a7e494d859f" providerId="ADAL" clId="{48267B4E-3ACF-40CF-90A0-D1F5AD9ACFDD}" dt="2026-09-06T12:18:33.059" v="877"/>
          <ac:spMkLst>
            <pc:docMk/>
            <pc:sldMk cId="3786659628" sldId="425"/>
            <ac:spMk id="4" creationId="{EB3F7303-CEA4-CFC4-5052-5C4AC627408E}"/>
          </ac:spMkLst>
        </pc:spChg>
        <pc:picChg chg="del">
          <ac:chgData name="Άριστος Αρέστη" userId="813aa191-2d4c-464f-9d05-0a7e494d859f" providerId="ADAL" clId="{48267B4E-3ACF-40CF-90A0-D1F5AD9ACFDD}" dt="2026-09-06T06:20:51.074" v="182" actId="478"/>
          <ac:picMkLst>
            <pc:docMk/>
            <pc:sldMk cId="3786659628" sldId="425"/>
            <ac:picMk id="7" creationId="{22CA1806-EF69-5B9D-9D79-222BE567F167}"/>
          </ac:picMkLst>
        </pc:picChg>
      </pc:sldChg>
      <pc:sldChg chg="add del">
        <pc:chgData name="Άριστος Αρέστη" userId="813aa191-2d4c-464f-9d05-0a7e494d859f" providerId="ADAL" clId="{48267B4E-3ACF-40CF-90A0-D1F5AD9ACFDD}" dt="2026-09-06T05:47:39.123" v="108" actId="47"/>
        <pc:sldMkLst>
          <pc:docMk/>
          <pc:sldMk cId="4168441250" sldId="425"/>
        </pc:sldMkLst>
      </pc:sldChg>
      <pc:sldChg chg="modSp add mod ord">
        <pc:chgData name="Άριστος Αρέστη" userId="813aa191-2d4c-464f-9d05-0a7e494d859f" providerId="ADAL" clId="{48267B4E-3ACF-40CF-90A0-D1F5AD9ACFDD}" dt="2026-09-14T05:40:26.410" v="956" actId="27636"/>
        <pc:sldMkLst>
          <pc:docMk/>
          <pc:sldMk cId="2075458874" sldId="426"/>
        </pc:sldMkLst>
        <pc:spChg chg="mod">
          <ac:chgData name="Άριστος Αρέστη" userId="813aa191-2d4c-464f-9d05-0a7e494d859f" providerId="ADAL" clId="{48267B4E-3ACF-40CF-90A0-D1F5AD9ACFDD}" dt="2026-09-06T08:08:30.443" v="486" actId="14100"/>
          <ac:spMkLst>
            <pc:docMk/>
            <pc:sldMk cId="2075458874" sldId="426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14T05:40:26.410" v="956" actId="27636"/>
          <ac:spMkLst>
            <pc:docMk/>
            <pc:sldMk cId="2075458874" sldId="426"/>
            <ac:spMk id="4" creationId="{EB3F7303-CEA4-CFC4-5052-5C4AC627408E}"/>
          </ac:spMkLst>
        </pc:spChg>
      </pc:sldChg>
      <pc:sldChg chg="addSp modSp add mod">
        <pc:chgData name="Άριστος Αρέστη" userId="813aa191-2d4c-464f-9d05-0a7e494d859f" providerId="ADAL" clId="{48267B4E-3ACF-40CF-90A0-D1F5AD9ACFDD}" dt="2026-09-06T12:56:02.636" v="954" actId="14100"/>
        <pc:sldMkLst>
          <pc:docMk/>
          <pc:sldMk cId="643881412" sldId="427"/>
        </pc:sldMkLst>
        <pc:spChg chg="mod">
          <ac:chgData name="Άριστος Αρέστη" userId="813aa191-2d4c-464f-9d05-0a7e494d859f" providerId="ADAL" clId="{48267B4E-3ACF-40CF-90A0-D1F5AD9ACFDD}" dt="2026-09-06T12:40:24.164" v="907" actId="20577"/>
          <ac:spMkLst>
            <pc:docMk/>
            <pc:sldMk cId="643881412" sldId="42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06T12:55:49.370" v="951" actId="27636"/>
          <ac:spMkLst>
            <pc:docMk/>
            <pc:sldMk cId="643881412" sldId="427"/>
            <ac:spMk id="4" creationId="{EB3F7303-CEA4-CFC4-5052-5C4AC627408E}"/>
          </ac:spMkLst>
        </pc:spChg>
        <pc:picChg chg="add mod">
          <ac:chgData name="Άριστος Αρέστη" userId="813aa191-2d4c-464f-9d05-0a7e494d859f" providerId="ADAL" clId="{48267B4E-3ACF-40CF-90A0-D1F5AD9ACFDD}" dt="2026-09-06T12:56:02.636" v="954" actId="14100"/>
          <ac:picMkLst>
            <pc:docMk/>
            <pc:sldMk cId="643881412" sldId="427"/>
            <ac:picMk id="5" creationId="{DE3ABEED-FF67-76D9-E9F2-52FA6FAABEC5}"/>
          </ac:picMkLst>
        </pc:picChg>
        <pc:picChg chg="add mod">
          <ac:chgData name="Άριστος Αρέστη" userId="813aa191-2d4c-464f-9d05-0a7e494d859f" providerId="ADAL" clId="{48267B4E-3ACF-40CF-90A0-D1F5AD9ACFDD}" dt="2026-09-06T12:55:58.719" v="953" actId="14100"/>
          <ac:picMkLst>
            <pc:docMk/>
            <pc:sldMk cId="643881412" sldId="427"/>
            <ac:picMk id="7" creationId="{9090A21B-FFCB-DD2E-4B89-591C30C4AAE3}"/>
          </ac:picMkLst>
        </pc:picChg>
      </pc:sldChg>
      <pc:sldChg chg="del">
        <pc:chgData name="Άριστος Αρέστη" userId="813aa191-2d4c-464f-9d05-0a7e494d859f" providerId="ADAL" clId="{48267B4E-3ACF-40CF-90A0-D1F5AD9ACFDD}" dt="2026-09-06T05:26:44.690" v="47" actId="47"/>
        <pc:sldMkLst>
          <pc:docMk/>
          <pc:sldMk cId="3076537880" sldId="432"/>
        </pc:sldMkLst>
      </pc:sldChg>
      <pc:sldChg chg="add del">
        <pc:chgData name="Άριστος Αρέστη" userId="813aa191-2d4c-464f-9d05-0a7e494d859f" providerId="ADAL" clId="{48267B4E-3ACF-40CF-90A0-D1F5AD9ACFDD}" dt="2026-09-06T05:47:34.149" v="105" actId="47"/>
        <pc:sldMkLst>
          <pc:docMk/>
          <pc:sldMk cId="3406044108" sldId="433"/>
        </pc:sldMkLst>
      </pc:sldChg>
      <pc:sldChg chg="del">
        <pc:chgData name="Άριστος Αρέστη" userId="813aa191-2d4c-464f-9d05-0a7e494d859f" providerId="ADAL" clId="{48267B4E-3ACF-40CF-90A0-D1F5AD9ACFDD}" dt="2026-09-06T05:47:13.809" v="101" actId="47"/>
        <pc:sldMkLst>
          <pc:docMk/>
          <pc:sldMk cId="2870619907" sldId="434"/>
        </pc:sldMkLst>
      </pc:sldChg>
      <pc:sldChg chg="add del">
        <pc:chgData name="Άριστος Αρέστη" userId="813aa191-2d4c-464f-9d05-0a7e494d859f" providerId="ADAL" clId="{48267B4E-3ACF-40CF-90A0-D1F5AD9ACFDD}" dt="2026-09-06T05:47:37.552" v="107" actId="47"/>
        <pc:sldMkLst>
          <pc:docMk/>
          <pc:sldMk cId="3377036941" sldId="435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1937179050" sldId="436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46050486" sldId="437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354044467" sldId="438"/>
        </pc:sldMkLst>
      </pc:sldChg>
      <pc:sldChg chg="add del">
        <pc:chgData name="Άριστος Αρέστη" userId="813aa191-2d4c-464f-9d05-0a7e494d859f" providerId="ADAL" clId="{48267B4E-3ACF-40CF-90A0-D1F5AD9ACFDD}" dt="2026-09-06T05:47:57.457" v="111" actId="47"/>
        <pc:sldMkLst>
          <pc:docMk/>
          <pc:sldMk cId="3982398155" sldId="439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1631350224" sldId="440"/>
        </pc:sldMkLst>
      </pc:sldChg>
      <pc:sldChg chg="del">
        <pc:chgData name="Άριστος Αρέστη" userId="813aa191-2d4c-464f-9d05-0a7e494d859f" providerId="ADAL" clId="{48267B4E-3ACF-40CF-90A0-D1F5AD9ACFDD}" dt="2026-09-06T05:47:16.197" v="102" actId="47"/>
        <pc:sldMkLst>
          <pc:docMk/>
          <pc:sldMk cId="551315278" sldId="441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841146910" sldId="442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818767313" sldId="443"/>
        </pc:sldMkLst>
      </pc:sldChg>
      <pc:sldChg chg="add del">
        <pc:chgData name="Άριστος Αρέστη" userId="813aa191-2d4c-464f-9d05-0a7e494d859f" providerId="ADAL" clId="{48267B4E-3ACF-40CF-90A0-D1F5AD9ACFDD}" dt="2026-09-06T05:47:53.251" v="110" actId="47"/>
        <pc:sldMkLst>
          <pc:docMk/>
          <pc:sldMk cId="4030258494" sldId="4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BF85C-F8FB-4CF1-A892-6B96CF4527BB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520E1-37F4-465C-8C75-8C120D206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9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28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74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0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84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54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0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30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91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41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82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44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715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4097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25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56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50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4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/>
            <a:r>
              <a:rPr lang="el-GR" dirty="0"/>
              <a:t>Ήχος</a:t>
            </a:r>
            <a:endParaRPr lang="en-GB" dirty="0"/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Στόχοι σημερινού μαθήματος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 lnSpcReduction="10000"/>
          </a:bodyPr>
          <a:lstStyle/>
          <a:p>
            <a:r>
              <a:rPr lang="el-GR" sz="2800" dirty="0"/>
              <a:t>Να εισάγουμε στο Audacity ένα αρχείο ήχου που βρίσκεται αποθηκευμένο στον υπολογιστή</a:t>
            </a:r>
            <a:endParaRPr lang="en-US" sz="2800" dirty="0"/>
          </a:p>
          <a:p>
            <a:r>
              <a:rPr lang="el-GR" sz="2800" dirty="0"/>
              <a:t>Να επιλέγουμε, να αντιγράφουμε, να επικολλούμε και να διαγράφουμε ένα κομμάτι από τον ήχο</a:t>
            </a:r>
            <a:endParaRPr lang="en-US" sz="2800" dirty="0"/>
          </a:p>
          <a:p>
            <a:r>
              <a:rPr lang="el-GR" sz="2800" dirty="0"/>
              <a:t>Να εξάγουμε (export) τον ήχο σε mp3.</a:t>
            </a:r>
            <a:endParaRPr lang="el-GR" sz="2800" dirty="0">
              <a:latin typeface="+mj-lt"/>
            </a:endParaRPr>
          </a:p>
          <a:p>
            <a:endParaRPr lang="el-GR" sz="3000" dirty="0">
              <a:latin typeface="+mj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49" y="1916219"/>
            <a:ext cx="3810000" cy="3609975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4951899-B99C-47AB-9C7C-16264D7A1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4D217E-92A1-48B2-B6BF-8B6A35AF9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582FD9-95AB-4339-8A07-BAD420BE1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6778DC79-DE09-4F89-81B1-275C542D7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EAEC370A-1F34-4D8E-B065-81F6F568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816EDF3-D9EE-488C-AFDC-022381513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330BD4-97D9-4D24-815A-0E557B04F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A8EDE67-BAC0-478C-99D9-BBC5AD532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3DFB3F3-2523-4F1F-BC2B-B97C172F2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E5660E4-7443-4FCC-AD43-9D1AE972B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4EDF9C36-B365-4426-85B9-82E0DE187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Audacity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l-GR" dirty="0"/>
              <a:t>εργαλείο για επεξεργασία ψηφιακού ήχου</a:t>
            </a:r>
            <a:endParaRPr lang="en-US" dirty="0"/>
          </a:p>
          <a:p>
            <a:pPr marL="0" indent="0"/>
            <a:r>
              <a:rPr lang="el-GR" dirty="0"/>
              <a:t>λογισμικό ανοικτού κώδικα</a:t>
            </a:r>
            <a:endParaRPr lang="en-US" dirty="0"/>
          </a:p>
          <a:p>
            <a:pPr marL="0" indent="0"/>
            <a:r>
              <a:rPr lang="el-GR" dirty="0"/>
              <a:t>επιτρέπει την εισαγωγή ήχων από αρχεία ή και μικρόφωνα</a:t>
            </a:r>
            <a:endParaRPr lang="en-US" dirty="0"/>
          </a:p>
          <a:p>
            <a:pPr marL="0" indent="0"/>
            <a:r>
              <a:rPr lang="el-GR" dirty="0"/>
              <a:t>ποικίλα εργαλεία για την επεξεργασία ήχων, καθώς και ειδικά εφέ.</a:t>
            </a:r>
            <a:endParaRPr lang="en-US" dirty="0"/>
          </a:p>
          <a:p>
            <a:pPr marL="0" indent="0"/>
            <a:r>
              <a:rPr lang="el-GR" dirty="0"/>
              <a:t>ένα έργο αποθηκεύεται ως έργο (project)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E9A73BA-365C-E2C8-1AAC-997F4AF39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682" y="1785382"/>
            <a:ext cx="5861675" cy="359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Audacity – </a:t>
            </a:r>
            <a:r>
              <a:rPr lang="el-GR" dirty="0"/>
              <a:t>Βασικά στοιχεία</a:t>
            </a:r>
            <a:endParaRPr lang="en-US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2CA1806-EF69-5B9D-9D79-222BE567F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678" y="1809334"/>
            <a:ext cx="6930887" cy="418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4442104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Audacity –</a:t>
            </a:r>
            <a:r>
              <a:rPr lang="el-GR" dirty="0"/>
              <a:t>διαχείριση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3" y="2160589"/>
            <a:ext cx="7406217" cy="3880772"/>
          </a:xfrm>
        </p:spPr>
        <p:txBody>
          <a:bodyPr>
            <a:normAutofit fontScale="92500"/>
          </a:bodyPr>
          <a:lstStyle/>
          <a:p>
            <a:r>
              <a:rPr lang="el-GR" sz="3200" dirty="0"/>
              <a:t>αρχείο έργου του Audacity (.aup)</a:t>
            </a:r>
            <a:endParaRPr lang="en-US" sz="3200" dirty="0"/>
          </a:p>
          <a:p>
            <a:r>
              <a:rPr lang="el-GR" sz="3200" dirty="0">
                <a:latin typeface="+mj-lt"/>
              </a:rPr>
              <a:t>Ισχύουν οι συντομεύσεις του </a:t>
            </a:r>
            <a:r>
              <a:rPr lang="en-US" sz="3200" dirty="0">
                <a:latin typeface="+mj-lt"/>
              </a:rPr>
              <a:t>MS Office</a:t>
            </a:r>
          </a:p>
          <a:p>
            <a:pPr lvl="1"/>
            <a:r>
              <a:rPr lang="el-GR" sz="2800" dirty="0">
                <a:latin typeface="+mj-lt"/>
              </a:rPr>
              <a:t>Επιλογή όλων - </a:t>
            </a:r>
            <a:r>
              <a:rPr lang="en-US" sz="2800" dirty="0" err="1">
                <a:latin typeface="+mj-lt"/>
              </a:rPr>
              <a:t>Ctrl+A</a:t>
            </a:r>
            <a:r>
              <a:rPr lang="en-US" sz="2800" dirty="0">
                <a:latin typeface="+mj-lt"/>
              </a:rPr>
              <a:t>   </a:t>
            </a:r>
          </a:p>
          <a:p>
            <a:pPr lvl="1"/>
            <a:r>
              <a:rPr lang="el-GR" sz="2800" dirty="0">
                <a:latin typeface="+mj-lt"/>
              </a:rPr>
              <a:t>Αντιγραφή - </a:t>
            </a:r>
            <a:r>
              <a:rPr lang="en-US" sz="2800" dirty="0" err="1">
                <a:latin typeface="+mj-lt"/>
              </a:rPr>
              <a:t>Ctrl+C</a:t>
            </a:r>
            <a:endParaRPr lang="en-US" sz="2800" dirty="0">
              <a:latin typeface="+mj-lt"/>
            </a:endParaRPr>
          </a:p>
          <a:p>
            <a:pPr lvl="1"/>
            <a:r>
              <a:rPr lang="el-GR" sz="2800" dirty="0">
                <a:latin typeface="+mj-lt"/>
              </a:rPr>
              <a:t>Επικόλληση - </a:t>
            </a:r>
            <a:r>
              <a:rPr lang="en-US" sz="2800" dirty="0" err="1">
                <a:latin typeface="+mj-lt"/>
              </a:rPr>
              <a:t>Ctrl+V</a:t>
            </a:r>
            <a:endParaRPr lang="en-US" sz="2800" dirty="0">
              <a:latin typeface="+mj-lt"/>
            </a:endParaRPr>
          </a:p>
          <a:p>
            <a:pPr lvl="1"/>
            <a:r>
              <a:rPr lang="el-GR" sz="2800" dirty="0">
                <a:latin typeface="+mj-lt"/>
              </a:rPr>
              <a:t>Αποκοπή - </a:t>
            </a:r>
            <a:r>
              <a:rPr lang="en-US" sz="2800" dirty="0" err="1">
                <a:latin typeface="+mj-lt"/>
              </a:rPr>
              <a:t>ctrl+X</a:t>
            </a:r>
            <a:endParaRPr lang="en-US" sz="2800" dirty="0">
              <a:latin typeface="+mj-lt"/>
            </a:endParaRPr>
          </a:p>
          <a:p>
            <a:pPr lvl="1"/>
            <a:r>
              <a:rPr lang="el-GR" sz="2800" dirty="0">
                <a:latin typeface="+mj-lt"/>
              </a:rPr>
              <a:t>Διαγραφή - </a:t>
            </a:r>
            <a:r>
              <a:rPr lang="en-US" sz="2800" dirty="0" err="1">
                <a:latin typeface="+mj-lt"/>
              </a:rPr>
              <a:t>Ctrl+K</a:t>
            </a:r>
            <a:endParaRPr lang="el-GR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7545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Audacity –</a:t>
            </a:r>
            <a:r>
              <a:rPr lang="el-GR" dirty="0"/>
              <a:t> </a:t>
            </a:r>
            <a:r>
              <a:rPr lang="el-GR" i="1" dirty="0"/>
              <a:t>Ανοιγμά</a:t>
            </a:r>
            <a:r>
              <a:rPr lang="el-GR" dirty="0"/>
              <a:t> – αποθηκεύση-εξαγωγή(</a:t>
            </a:r>
            <a:r>
              <a:rPr lang="en-US" dirty="0"/>
              <a:t>export</a:t>
            </a:r>
            <a:r>
              <a:rPr lang="el-GR" dirty="0"/>
              <a:t>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 fontScale="77500" lnSpcReduction="20000"/>
          </a:bodyPr>
          <a:lstStyle/>
          <a:p>
            <a:r>
              <a:rPr lang="el-GR" sz="2800" dirty="0">
                <a:latin typeface="+mj-lt"/>
              </a:rPr>
              <a:t>Αρχείο -&gt; Άνοιγμα </a:t>
            </a:r>
          </a:p>
          <a:p>
            <a:r>
              <a:rPr lang="el-GR" sz="2800" dirty="0">
                <a:latin typeface="+mj-lt"/>
              </a:rPr>
              <a:t>Αρχείο -&gt; Νεό Έργο</a:t>
            </a:r>
          </a:p>
          <a:p>
            <a:r>
              <a:rPr lang="el-GR" sz="2800" dirty="0">
                <a:latin typeface="+mj-lt"/>
              </a:rPr>
              <a:t>Αρχείο -&gt; Εισαγωγή -&gt; Ήχος (</a:t>
            </a:r>
            <a:r>
              <a:rPr lang="el-GR" sz="2800" dirty="0"/>
              <a:t>συνδυάσουμε σε ένα έργο πολλά αρχεία ήχου</a:t>
            </a:r>
            <a:r>
              <a:rPr lang="el-GR" sz="2800" dirty="0">
                <a:latin typeface="+mj-lt"/>
              </a:rPr>
              <a:t>)</a:t>
            </a:r>
          </a:p>
          <a:p>
            <a:r>
              <a:rPr lang="el-GR" sz="2800" dirty="0"/>
              <a:t>Αρχείο -&gt; Αποθήκευση Εργασίας</a:t>
            </a:r>
          </a:p>
          <a:p>
            <a:r>
              <a:rPr lang="el-GR" sz="2800" dirty="0"/>
              <a:t>Αρχείο -&gt; Εξαγωγή</a:t>
            </a:r>
          </a:p>
          <a:p>
            <a:endParaRPr lang="el-GR" sz="2800" dirty="0">
              <a:latin typeface="+mj-lt"/>
            </a:endParaRPr>
          </a:p>
          <a:p>
            <a:r>
              <a:rPr lang="el-GR" sz="2800" dirty="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lang="el-GR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Audacity –</a:t>
            </a:r>
            <a:r>
              <a:rPr lang="el-GR" dirty="0"/>
              <a:t> </a:t>
            </a:r>
            <a:r>
              <a:rPr lang="el-GR" i="1" dirty="0"/>
              <a:t>Σιγή – Περικοπή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 lnSpcReduction="10000"/>
          </a:bodyPr>
          <a:lstStyle/>
          <a:p>
            <a:r>
              <a:rPr lang="el-GR" sz="2800" dirty="0"/>
              <a:t>Σιγή</a:t>
            </a:r>
            <a:r>
              <a:rPr lang="en-US" sz="2800" dirty="0"/>
              <a:t>: </a:t>
            </a:r>
            <a:r>
              <a:rPr lang="el-GR" sz="2800" dirty="0"/>
              <a:t>σιγούμε ένα μέρος του ήχου, χωρίς όμως να αφαιρέσουμε τον χρόνο της διάρκειάς του.</a:t>
            </a:r>
            <a:endParaRPr lang="en-US" sz="2800" dirty="0"/>
          </a:p>
          <a:p>
            <a:r>
              <a:rPr lang="el-GR" sz="2800" dirty="0"/>
              <a:t>Περικοπή</a:t>
            </a:r>
            <a:r>
              <a:rPr lang="en-US" sz="2800" dirty="0"/>
              <a:t>: </a:t>
            </a:r>
            <a:r>
              <a:rPr lang="el-GR" sz="2800" dirty="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lang="el-GR" sz="2800" dirty="0">
              <a:latin typeface="+mj-lt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E3ABEED-FF67-76D9-E9F2-52FA6FAAB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105" y="1437862"/>
            <a:ext cx="4602393" cy="1914938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090A21B-FFCB-DD2E-4B89-591C30C4A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99" y="3698877"/>
            <a:ext cx="4747099" cy="227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80EB05-A22D-3390-6CEB-08AAEC72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96" y="3676650"/>
            <a:ext cx="4572000" cy="2571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rPr lang="el-GR" dirty="0"/>
              <a:t>Ασκήσεις</a:t>
            </a:r>
            <a:endParaRPr lang="en-C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r>
              <a:rPr lang="el-GR" sz="2400" dirty="0"/>
              <a:t>1</a:t>
            </a:r>
            <a:r>
              <a:rPr lang="en-US" sz="2400" dirty="0"/>
              <a:t>-8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1621</TotalTime>
  <Words>237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Trebuchet MS</vt:lpstr>
      <vt:lpstr>Wingdings 3</vt:lpstr>
      <vt:lpstr>Facet</vt:lpstr>
      <vt:lpstr>Ήχος</vt:lpstr>
      <vt:lpstr>Στόχοι σημερινού μαθήματος</vt:lpstr>
      <vt:lpstr>Audacity</vt:lpstr>
      <vt:lpstr>Audacity – Βασικά στοιχεία</vt:lpstr>
      <vt:lpstr>Audacity –διαχείριση</vt:lpstr>
      <vt:lpstr>Audacity – Ανοιγμά – αποθηκεύση-εξαγωγή(export)</vt:lpstr>
      <vt:lpstr>Audacity – Σιγή – Περικοπή</vt:lpstr>
      <vt:lpstr>Ασκήσεις</vt:lpstr>
    </vt:vector>
  </TitlesOfParts>
  <Company>Ministry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Αριθμοί – δεκαδικοί - δυαδικοί</dc:title>
  <dc:creator>Teacher</dc:creator>
  <cp:lastModifiedBy>Άριστος Αρέστη</cp:lastModifiedBy>
  <cp:revision>54</cp:revision>
  <dcterms:created xsi:type="dcterms:W3CDTF">2022-03-11T08:57:56Z</dcterms:created>
  <dcterms:modified xsi:type="dcterms:W3CDTF">2026-09-14T14:26:52Z</dcterms:modified>
</cp:coreProperties>
</file>