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10"/>
  </p:notesMasterIdLst>
  <p:sldIdLst>
    <p:sldId id="256" r:id="rId2"/>
    <p:sldId id="423" r:id="rId3"/>
    <p:sldId id="258" r:id="rId4"/>
    <p:sldId id="425" r:id="rId5"/>
    <p:sldId id="260" r:id="rId6"/>
    <p:sldId id="259" r:id="rId7"/>
    <p:sldId id="426" r:id="rId8"/>
    <p:sldId id="278"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4BAB169-0F7A-492E-94D0-278168438E99}">
          <p14:sldIdLst>
            <p14:sldId id="256"/>
            <p14:sldId id="423"/>
          </p14:sldIdLst>
        </p14:section>
        <p14:section name="Untitled Section" id="{A804B698-F26B-42C3-BED1-9D1E9A0C58A4}">
          <p14:sldIdLst>
            <p14:sldId id="258"/>
            <p14:sldId id="425"/>
            <p14:sldId id="260"/>
            <p14:sldId id="259"/>
            <p14:sldId id="426"/>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2E2DEE1-7E50-40F4-AB55-C1EC5F7B6FDB}" v="6" dt="2026-09-07T15:07:07.08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75" d="100"/>
          <a:sy n="75" d="100"/>
        </p:scale>
        <p:origin x="288" y="3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Άριστος Αρέστη" userId="813aa191-2d4c-464f-9d05-0a7e494d859f" providerId="ADAL" clId="{F71CA4F9-10EE-4CB6-84DC-4F844A708642}"/>
    <pc:docChg chg="undo custSel addSld modSld sldOrd addSection modSection">
      <pc:chgData name="Άριστος Αρέστη" userId="813aa191-2d4c-464f-9d05-0a7e494d859f" providerId="ADAL" clId="{F71CA4F9-10EE-4CB6-84DC-4F844A708642}" dt="2026-09-04T06:23:25.363" v="316" actId="26606"/>
      <pc:docMkLst>
        <pc:docMk/>
      </pc:docMkLst>
      <pc:sldChg chg="addSp modSp mod setBg">
        <pc:chgData name="Άριστος Αρέστη" userId="813aa191-2d4c-464f-9d05-0a7e494d859f" providerId="ADAL" clId="{F71CA4F9-10EE-4CB6-84DC-4F844A708642}" dt="2026-09-03T18:48:01.940" v="5" actId="26606"/>
        <pc:sldMkLst>
          <pc:docMk/>
          <pc:sldMk cId="1459875993" sldId="258"/>
        </pc:sldMkLst>
        <pc:spChg chg="mod">
          <ac:chgData name="Άριστος Αρέστη" userId="813aa191-2d4c-464f-9d05-0a7e494d859f" providerId="ADAL" clId="{F71CA4F9-10EE-4CB6-84DC-4F844A708642}" dt="2026-09-03T18:48:01.940" v="5" actId="26606"/>
          <ac:spMkLst>
            <pc:docMk/>
            <pc:sldMk cId="1459875993" sldId="258"/>
            <ac:spMk id="2" creationId="{00000000-0000-0000-0000-000000000000}"/>
          </ac:spMkLst>
        </pc:spChg>
        <pc:spChg chg="mod">
          <ac:chgData name="Άριστος Αρέστη" userId="813aa191-2d4c-464f-9d05-0a7e494d859f" providerId="ADAL" clId="{F71CA4F9-10EE-4CB6-84DC-4F844A708642}" dt="2026-09-03T18:48:01.940" v="5" actId="26606"/>
          <ac:spMkLst>
            <pc:docMk/>
            <pc:sldMk cId="1459875993" sldId="258"/>
            <ac:spMk id="4" creationId="{00000000-0000-0000-0000-000000000000}"/>
          </ac:spMkLst>
        </pc:spChg>
        <pc:spChg chg="add">
          <ac:chgData name="Άριστος Αρέστη" userId="813aa191-2d4c-464f-9d05-0a7e494d859f" providerId="ADAL" clId="{F71CA4F9-10EE-4CB6-84DC-4F844A708642}" dt="2026-09-03T18:48:01.940" v="5" actId="26606"/>
          <ac:spMkLst>
            <pc:docMk/>
            <pc:sldMk cId="1459875993" sldId="258"/>
            <ac:spMk id="26" creationId="{3F088236-D655-4F88-B238-E16762358025}"/>
          </ac:spMkLst>
        </pc:spChg>
        <pc:spChg chg="add">
          <ac:chgData name="Άριστος Αρέστη" userId="813aa191-2d4c-464f-9d05-0a7e494d859f" providerId="ADAL" clId="{F71CA4F9-10EE-4CB6-84DC-4F844A708642}" dt="2026-09-03T18:48:01.940" v="5" actId="26606"/>
          <ac:spMkLst>
            <pc:docMk/>
            <pc:sldMk cId="1459875993" sldId="258"/>
            <ac:spMk id="28" creationId="{3DAC0C92-199E-475C-9390-119A9B027276}"/>
          </ac:spMkLst>
        </pc:spChg>
        <pc:spChg chg="add">
          <ac:chgData name="Άριστος Αρέστη" userId="813aa191-2d4c-464f-9d05-0a7e494d859f" providerId="ADAL" clId="{F71CA4F9-10EE-4CB6-84DC-4F844A708642}" dt="2026-09-03T18:48:01.940" v="5" actId="26606"/>
          <ac:spMkLst>
            <pc:docMk/>
            <pc:sldMk cId="1459875993" sldId="258"/>
            <ac:spMk id="30" creationId="{C4CFB339-0ED8-4FE2-9EF1-6D1375B8499B}"/>
          </ac:spMkLst>
        </pc:spChg>
        <pc:spChg chg="add">
          <ac:chgData name="Άριστος Αρέστη" userId="813aa191-2d4c-464f-9d05-0a7e494d859f" providerId="ADAL" clId="{F71CA4F9-10EE-4CB6-84DC-4F844A708642}" dt="2026-09-03T18:48:01.940" v="5" actId="26606"/>
          <ac:spMkLst>
            <pc:docMk/>
            <pc:sldMk cId="1459875993" sldId="258"/>
            <ac:spMk id="32" creationId="{31896C80-2069-4431-9C19-83B913734490}"/>
          </ac:spMkLst>
        </pc:spChg>
        <pc:spChg chg="add">
          <ac:chgData name="Άριστος Αρέστη" userId="813aa191-2d4c-464f-9d05-0a7e494d859f" providerId="ADAL" clId="{F71CA4F9-10EE-4CB6-84DC-4F844A708642}" dt="2026-09-03T18:48:01.940" v="5" actId="26606"/>
          <ac:spMkLst>
            <pc:docMk/>
            <pc:sldMk cId="1459875993" sldId="258"/>
            <ac:spMk id="34" creationId="{BF120A21-0841-4823-B0C4-28AEBCEF9B78}"/>
          </ac:spMkLst>
        </pc:spChg>
        <pc:spChg chg="add">
          <ac:chgData name="Άριστος Αρέστη" userId="813aa191-2d4c-464f-9d05-0a7e494d859f" providerId="ADAL" clId="{F71CA4F9-10EE-4CB6-84DC-4F844A708642}" dt="2026-09-03T18:48:01.940" v="5" actId="26606"/>
          <ac:spMkLst>
            <pc:docMk/>
            <pc:sldMk cId="1459875993" sldId="258"/>
            <ac:spMk id="36" creationId="{DBB05BAE-BBD3-4289-899F-A6851503C6B0}"/>
          </ac:spMkLst>
        </pc:spChg>
        <pc:spChg chg="add">
          <ac:chgData name="Άριστος Αρέστη" userId="813aa191-2d4c-464f-9d05-0a7e494d859f" providerId="ADAL" clId="{F71CA4F9-10EE-4CB6-84DC-4F844A708642}" dt="2026-09-03T18:48:01.940" v="5" actId="26606"/>
          <ac:spMkLst>
            <pc:docMk/>
            <pc:sldMk cId="1459875993" sldId="258"/>
            <ac:spMk id="38" creationId="{9874D11C-36F5-4BBE-A490-019A54E953B0}"/>
          </ac:spMkLst>
        </pc:spChg>
        <pc:grpChg chg="add">
          <ac:chgData name="Άριστος Αρέστη" userId="813aa191-2d4c-464f-9d05-0a7e494d859f" providerId="ADAL" clId="{F71CA4F9-10EE-4CB6-84DC-4F844A708642}" dt="2026-09-03T18:48:01.940" v="5" actId="26606"/>
          <ac:grpSpMkLst>
            <pc:docMk/>
            <pc:sldMk cId="1459875993" sldId="258"/>
            <ac:grpSpMk id="10" creationId="{E4951899-B99C-47AB-9C7C-16264D7A14C5}"/>
          </ac:grpSpMkLst>
        </pc:grpChg>
        <pc:picChg chg="add mod ord">
          <ac:chgData name="Άριστος Αρέστη" userId="813aa191-2d4c-464f-9d05-0a7e494d859f" providerId="ADAL" clId="{F71CA4F9-10EE-4CB6-84DC-4F844A708642}" dt="2026-09-03T18:48:01.940" v="5" actId="26606"/>
          <ac:picMkLst>
            <pc:docMk/>
            <pc:sldMk cId="1459875993" sldId="258"/>
            <ac:picMk id="5" creationId="{F9C7443D-155B-C774-5622-77852D52D5F3}"/>
          </ac:picMkLst>
        </pc:picChg>
        <pc:cxnChg chg="add">
          <ac:chgData name="Άριστος Αρέστη" userId="813aa191-2d4c-464f-9d05-0a7e494d859f" providerId="ADAL" clId="{F71CA4F9-10EE-4CB6-84DC-4F844A708642}" dt="2026-09-03T18:48:01.940" v="5" actId="26606"/>
          <ac:cxnSpMkLst>
            <pc:docMk/>
            <pc:sldMk cId="1459875993" sldId="258"/>
            <ac:cxnSpMk id="22" creationId="{64FA5DFF-7FE6-4855-84E6-DFA78EE978BD}"/>
          </ac:cxnSpMkLst>
        </pc:cxnChg>
        <pc:cxnChg chg="add">
          <ac:chgData name="Άριστος Αρέστη" userId="813aa191-2d4c-464f-9d05-0a7e494d859f" providerId="ADAL" clId="{F71CA4F9-10EE-4CB6-84DC-4F844A708642}" dt="2026-09-03T18:48:01.940" v="5" actId="26606"/>
          <ac:cxnSpMkLst>
            <pc:docMk/>
            <pc:sldMk cId="1459875993" sldId="258"/>
            <ac:cxnSpMk id="24" creationId="{2AFD8CBA-54A3-4363-991B-B9C631BBFA74}"/>
          </ac:cxnSpMkLst>
        </pc:cxnChg>
      </pc:sldChg>
      <pc:sldChg chg="addSp delSp modSp mod">
        <pc:chgData name="Άριστος Αρέστη" userId="813aa191-2d4c-464f-9d05-0a7e494d859f" providerId="ADAL" clId="{F71CA4F9-10EE-4CB6-84DC-4F844A708642}" dt="2026-09-03T19:00:33.322" v="163" actId="20577"/>
        <pc:sldMkLst>
          <pc:docMk/>
          <pc:sldMk cId="2870619907" sldId="434"/>
        </pc:sldMkLst>
        <pc:spChg chg="mod">
          <ac:chgData name="Άριστος Αρέστη" userId="813aa191-2d4c-464f-9d05-0a7e494d859f" providerId="ADAL" clId="{F71CA4F9-10EE-4CB6-84DC-4F844A708642}" dt="2026-09-03T19:00:33.322" v="163" actId="20577"/>
          <ac:spMkLst>
            <pc:docMk/>
            <pc:sldMk cId="2870619907" sldId="434"/>
            <ac:spMk id="2" creationId="{00000000-0000-0000-0000-000000000000}"/>
          </ac:spMkLst>
        </pc:spChg>
        <pc:spChg chg="del mod">
          <ac:chgData name="Άριστος Αρέστη" userId="813aa191-2d4c-464f-9d05-0a7e494d859f" providerId="ADAL" clId="{F71CA4F9-10EE-4CB6-84DC-4F844A708642}" dt="2026-09-03T18:54:18.883" v="29" actId="478"/>
          <ac:spMkLst>
            <pc:docMk/>
            <pc:sldMk cId="2870619907" sldId="434"/>
            <ac:spMk id="4" creationId="{00000000-0000-0000-0000-000000000000}"/>
          </ac:spMkLst>
        </pc:spChg>
        <pc:picChg chg="add del mod">
          <ac:chgData name="Άριστος Αρέστη" userId="813aa191-2d4c-464f-9d05-0a7e494d859f" providerId="ADAL" clId="{F71CA4F9-10EE-4CB6-84DC-4F844A708642}" dt="2026-09-03T18:54:59.728" v="37" actId="478"/>
          <ac:picMkLst>
            <pc:docMk/>
            <pc:sldMk cId="2870619907" sldId="434"/>
            <ac:picMk id="5" creationId="{158F0EE1-153A-C49C-88C2-55BDA424D2FD}"/>
          </ac:picMkLst>
        </pc:picChg>
        <pc:picChg chg="add mod">
          <ac:chgData name="Άριστος Αρέστη" userId="813aa191-2d4c-464f-9d05-0a7e494d859f" providerId="ADAL" clId="{F71CA4F9-10EE-4CB6-84DC-4F844A708642}" dt="2026-09-03T18:55:25.538" v="44" actId="1076"/>
          <ac:picMkLst>
            <pc:docMk/>
            <pc:sldMk cId="2870619907" sldId="434"/>
            <ac:picMk id="7" creationId="{83FDEE1D-7732-24C4-547F-94D99040D80D}"/>
          </ac:picMkLst>
        </pc:picChg>
      </pc:sldChg>
      <pc:sldChg chg="addSp delSp modSp mod setBg addAnim delAnim">
        <pc:chgData name="Άριστος Αρέστη" userId="813aa191-2d4c-464f-9d05-0a7e494d859f" providerId="ADAL" clId="{F71CA4F9-10EE-4CB6-84DC-4F844A708642}" dt="2026-09-04T05:23:58.103" v="179" actId="14100"/>
        <pc:sldMkLst>
          <pc:docMk/>
          <pc:sldMk cId="3377036941" sldId="435"/>
        </pc:sldMkLst>
        <pc:spChg chg="mod ord">
          <ac:chgData name="Άριστος Αρέστη" userId="813aa191-2d4c-464f-9d05-0a7e494d859f" providerId="ADAL" clId="{F71CA4F9-10EE-4CB6-84DC-4F844A708642}" dt="2026-09-04T05:23:50.662" v="178" actId="26606"/>
          <ac:spMkLst>
            <pc:docMk/>
            <pc:sldMk cId="3377036941" sldId="435"/>
            <ac:spMk id="2" creationId="{BC28A851-3048-7938-3D4F-79FD07F04E39}"/>
          </ac:spMkLst>
        </pc:spChg>
        <pc:spChg chg="add del">
          <ac:chgData name="Άριστος Αρέστη" userId="813aa191-2d4c-464f-9d05-0a7e494d859f" providerId="ADAL" clId="{F71CA4F9-10EE-4CB6-84DC-4F844A708642}" dt="2026-09-04T05:23:42.958" v="171" actId="26606"/>
          <ac:spMkLst>
            <pc:docMk/>
            <pc:sldMk cId="3377036941" sldId="435"/>
            <ac:spMk id="26" creationId="{66D61E08-70C3-48D8-BEA0-787111DC30DA}"/>
          </ac:spMkLst>
        </pc:spChg>
        <pc:spChg chg="add del">
          <ac:chgData name="Άριστος Αρέστη" userId="813aa191-2d4c-464f-9d05-0a7e494d859f" providerId="ADAL" clId="{F71CA4F9-10EE-4CB6-84DC-4F844A708642}" dt="2026-09-04T05:23:42.958" v="171" actId="26606"/>
          <ac:spMkLst>
            <pc:docMk/>
            <pc:sldMk cId="3377036941" sldId="435"/>
            <ac:spMk id="28" creationId="{FC55298F-0AE5-478E-AD2B-03C2614C5833}"/>
          </ac:spMkLst>
        </pc:spChg>
        <pc:spChg chg="add del">
          <ac:chgData name="Άριστος Αρέστη" userId="813aa191-2d4c-464f-9d05-0a7e494d859f" providerId="ADAL" clId="{F71CA4F9-10EE-4CB6-84DC-4F844A708642}" dt="2026-09-04T05:23:42.958" v="171" actId="26606"/>
          <ac:spMkLst>
            <pc:docMk/>
            <pc:sldMk cId="3377036941" sldId="435"/>
            <ac:spMk id="30" creationId="{C180E4EA-0B63-4779-A895-7E90E71088F3}"/>
          </ac:spMkLst>
        </pc:spChg>
        <pc:spChg chg="add del">
          <ac:chgData name="Άριστος Αρέστη" userId="813aa191-2d4c-464f-9d05-0a7e494d859f" providerId="ADAL" clId="{F71CA4F9-10EE-4CB6-84DC-4F844A708642}" dt="2026-09-04T05:23:42.958" v="171" actId="26606"/>
          <ac:spMkLst>
            <pc:docMk/>
            <pc:sldMk cId="3377036941" sldId="435"/>
            <ac:spMk id="32" creationId="{CEE01D9D-3DE8-4EED-B0D3-8F3C79CC7673}"/>
          </ac:spMkLst>
        </pc:spChg>
        <pc:spChg chg="add del">
          <ac:chgData name="Άριστος Αρέστη" userId="813aa191-2d4c-464f-9d05-0a7e494d859f" providerId="ADAL" clId="{F71CA4F9-10EE-4CB6-84DC-4F844A708642}" dt="2026-09-04T05:23:42.958" v="171" actId="26606"/>
          <ac:spMkLst>
            <pc:docMk/>
            <pc:sldMk cId="3377036941" sldId="435"/>
            <ac:spMk id="34" creationId="{89AF5CE9-607F-43F4-8983-DCD6DA4051FD}"/>
          </ac:spMkLst>
        </pc:spChg>
        <pc:spChg chg="add del">
          <ac:chgData name="Άριστος Αρέστη" userId="813aa191-2d4c-464f-9d05-0a7e494d859f" providerId="ADAL" clId="{F71CA4F9-10EE-4CB6-84DC-4F844A708642}" dt="2026-09-04T05:23:42.958" v="171" actId="26606"/>
          <ac:spMkLst>
            <pc:docMk/>
            <pc:sldMk cId="3377036941" sldId="435"/>
            <ac:spMk id="36" creationId="{6EEA2DBD-9E1E-4521-8C01-F32AD18A89E3}"/>
          </ac:spMkLst>
        </pc:spChg>
        <pc:spChg chg="add del">
          <ac:chgData name="Άριστος Αρέστη" userId="813aa191-2d4c-464f-9d05-0a7e494d859f" providerId="ADAL" clId="{F71CA4F9-10EE-4CB6-84DC-4F844A708642}" dt="2026-09-04T05:23:42.958" v="171" actId="26606"/>
          <ac:spMkLst>
            <pc:docMk/>
            <pc:sldMk cId="3377036941" sldId="435"/>
            <ac:spMk id="38" creationId="{15BBD2C1-BA9B-46A9-A27A-33498B169272}"/>
          </ac:spMkLst>
        </pc:spChg>
        <pc:spChg chg="add del">
          <ac:chgData name="Άριστος Αρέστη" userId="813aa191-2d4c-464f-9d05-0a7e494d859f" providerId="ADAL" clId="{F71CA4F9-10EE-4CB6-84DC-4F844A708642}" dt="2026-09-04T05:23:45.849" v="175" actId="26606"/>
          <ac:spMkLst>
            <pc:docMk/>
            <pc:sldMk cId="3377036941" sldId="435"/>
            <ac:spMk id="43" creationId="{DC99427B-A97E-40A3-B1FD-4557346C6A91}"/>
          </ac:spMkLst>
        </pc:spChg>
        <pc:grpChg chg="add del">
          <ac:chgData name="Άριστος Αρέστη" userId="813aa191-2d4c-464f-9d05-0a7e494d859f" providerId="ADAL" clId="{F71CA4F9-10EE-4CB6-84DC-4F844A708642}" dt="2026-09-04T05:23:42.958" v="171" actId="26606"/>
          <ac:grpSpMkLst>
            <pc:docMk/>
            <pc:sldMk cId="3377036941" sldId="435"/>
            <ac:grpSpMk id="10" creationId="{A5AFB369-4673-4727-A7CD-D86AFE0AE069}"/>
          </ac:grpSpMkLst>
        </pc:grpChg>
        <pc:grpChg chg="add del">
          <ac:chgData name="Άριστος Αρέστη" userId="813aa191-2d4c-464f-9d05-0a7e494d859f" providerId="ADAL" clId="{F71CA4F9-10EE-4CB6-84DC-4F844A708642}" dt="2026-09-04T05:23:44.463" v="173" actId="26606"/>
          <ac:grpSpMkLst>
            <pc:docMk/>
            <pc:sldMk cId="3377036941" sldId="435"/>
            <ac:grpSpMk id="40" creationId="{4815A7B4-532E-48C9-AC24-D78ACF3339DB}"/>
          </ac:grpSpMkLst>
        </pc:grpChg>
        <pc:grpChg chg="add del">
          <ac:chgData name="Άριστος Αρέστη" userId="813aa191-2d4c-464f-9d05-0a7e494d859f" providerId="ADAL" clId="{F71CA4F9-10EE-4CB6-84DC-4F844A708642}" dt="2026-09-04T05:23:45.849" v="175" actId="26606"/>
          <ac:grpSpMkLst>
            <pc:docMk/>
            <pc:sldMk cId="3377036941" sldId="435"/>
            <ac:grpSpMk id="42" creationId="{4815A7B4-532E-48C9-AC24-D78ACF3339DB}"/>
          </ac:grpSpMkLst>
        </pc:grpChg>
        <pc:grpChg chg="add del">
          <ac:chgData name="Άριστος Αρέστη" userId="813aa191-2d4c-464f-9d05-0a7e494d859f" providerId="ADAL" clId="{F71CA4F9-10EE-4CB6-84DC-4F844A708642}" dt="2026-09-04T05:23:50.662" v="178" actId="26606"/>
          <ac:grpSpMkLst>
            <pc:docMk/>
            <pc:sldMk cId="3377036941" sldId="435"/>
            <ac:grpSpMk id="45" creationId="{A5AFB369-4673-4727-A7CD-D86AFE0AE069}"/>
          </ac:grpSpMkLst>
        </pc:grpChg>
        <pc:picChg chg="del">
          <ac:chgData name="Άριστος Αρέστη" userId="813aa191-2d4c-464f-9d05-0a7e494d859f" providerId="ADAL" clId="{F71CA4F9-10EE-4CB6-84DC-4F844A708642}" dt="2026-09-04T05:23:21.988" v="164" actId="478"/>
          <ac:picMkLst>
            <pc:docMk/>
            <pc:sldMk cId="3377036941" sldId="435"/>
            <ac:picMk id="4" creationId="{1F114F61-B029-95E6-D7D2-61416DBE16DA}"/>
          </ac:picMkLst>
        </pc:picChg>
        <pc:picChg chg="add mod">
          <ac:chgData name="Άριστος Αρέστη" userId="813aa191-2d4c-464f-9d05-0a7e494d859f" providerId="ADAL" clId="{F71CA4F9-10EE-4CB6-84DC-4F844A708642}" dt="2026-09-04T05:23:58.103" v="179" actId="14100"/>
          <ac:picMkLst>
            <pc:docMk/>
            <pc:sldMk cId="3377036941" sldId="435"/>
            <ac:picMk id="5" creationId="{8BBC421D-FD76-8099-0BB6-17E6CE9646CD}"/>
          </ac:picMkLst>
        </pc:picChg>
        <pc:cxnChg chg="add del">
          <ac:chgData name="Άριστος Αρέστη" userId="813aa191-2d4c-464f-9d05-0a7e494d859f" providerId="ADAL" clId="{F71CA4F9-10EE-4CB6-84DC-4F844A708642}" dt="2026-09-04T05:23:42.958" v="171" actId="26606"/>
          <ac:cxnSpMkLst>
            <pc:docMk/>
            <pc:sldMk cId="3377036941" sldId="435"/>
            <ac:cxnSpMk id="22" creationId="{A57C1A16-B8AB-4D99-A195-A38F556A6486}"/>
          </ac:cxnSpMkLst>
        </pc:cxnChg>
        <pc:cxnChg chg="add del">
          <ac:chgData name="Άριστος Αρέστη" userId="813aa191-2d4c-464f-9d05-0a7e494d859f" providerId="ADAL" clId="{F71CA4F9-10EE-4CB6-84DC-4F844A708642}" dt="2026-09-04T05:23:42.958" v="171" actId="26606"/>
          <ac:cxnSpMkLst>
            <pc:docMk/>
            <pc:sldMk cId="3377036941" sldId="435"/>
            <ac:cxnSpMk id="24" creationId="{F8A9B20B-D1DD-4573-B5EC-558029519236}"/>
          </ac:cxnSpMkLst>
        </pc:cxnChg>
      </pc:sldChg>
      <pc:sldChg chg="modSp mod">
        <pc:chgData name="Άριστος Αρέστη" userId="813aa191-2d4c-464f-9d05-0a7e494d859f" providerId="ADAL" clId="{F71CA4F9-10EE-4CB6-84DC-4F844A708642}" dt="2026-09-04T05:46:54.516" v="233" actId="27636"/>
        <pc:sldMkLst>
          <pc:docMk/>
          <pc:sldMk cId="46050486" sldId="437"/>
        </pc:sldMkLst>
        <pc:spChg chg="mod">
          <ac:chgData name="Άριστος Αρέστη" userId="813aa191-2d4c-464f-9d05-0a7e494d859f" providerId="ADAL" clId="{F71CA4F9-10EE-4CB6-84DC-4F844A708642}" dt="2026-09-04T05:46:54.516" v="233" actId="27636"/>
          <ac:spMkLst>
            <pc:docMk/>
            <pc:sldMk cId="46050486" sldId="437"/>
            <ac:spMk id="2" creationId="{00000000-0000-0000-0000-000000000000}"/>
          </ac:spMkLst>
        </pc:spChg>
        <pc:spChg chg="mod">
          <ac:chgData name="Άριστος Αρέστη" userId="813aa191-2d4c-464f-9d05-0a7e494d859f" providerId="ADAL" clId="{F71CA4F9-10EE-4CB6-84DC-4F844A708642}" dt="2026-09-04T05:44:31.660" v="218" actId="6549"/>
          <ac:spMkLst>
            <pc:docMk/>
            <pc:sldMk cId="46050486" sldId="437"/>
            <ac:spMk id="4" creationId="{00000000-0000-0000-0000-000000000000}"/>
          </ac:spMkLst>
        </pc:spChg>
      </pc:sldChg>
      <pc:sldChg chg="delSp modSp mod">
        <pc:chgData name="Άριστος Αρέστη" userId="813aa191-2d4c-464f-9d05-0a7e494d859f" providerId="ADAL" clId="{F71CA4F9-10EE-4CB6-84DC-4F844A708642}" dt="2026-09-04T06:19:34.859" v="263" actId="478"/>
        <pc:sldMkLst>
          <pc:docMk/>
          <pc:sldMk cId="354044467" sldId="438"/>
        </pc:sldMkLst>
        <pc:picChg chg="del mod">
          <ac:chgData name="Άριστος Αρέστη" userId="813aa191-2d4c-464f-9d05-0a7e494d859f" providerId="ADAL" clId="{F71CA4F9-10EE-4CB6-84DC-4F844A708642}" dt="2026-09-04T06:19:34.859" v="263" actId="478"/>
          <ac:picMkLst>
            <pc:docMk/>
            <pc:sldMk cId="354044467" sldId="438"/>
            <ac:picMk id="5" creationId="{7FECC30A-11D9-6DF0-6DB9-B15A007B932D}"/>
          </ac:picMkLst>
        </pc:picChg>
      </pc:sldChg>
      <pc:sldChg chg="addSp delSp modSp mod setBg">
        <pc:chgData name="Άριστος Αρέστη" userId="813aa191-2d4c-464f-9d05-0a7e494d859f" providerId="ADAL" clId="{F71CA4F9-10EE-4CB6-84DC-4F844A708642}" dt="2026-09-04T06:23:25.363" v="316" actId="26606"/>
        <pc:sldMkLst>
          <pc:docMk/>
          <pc:sldMk cId="3982398155" sldId="439"/>
        </pc:sldMkLst>
        <pc:spChg chg="mod">
          <ac:chgData name="Άριστος Αρέστη" userId="813aa191-2d4c-464f-9d05-0a7e494d859f" providerId="ADAL" clId="{F71CA4F9-10EE-4CB6-84DC-4F844A708642}" dt="2026-09-04T06:23:25.363" v="316" actId="26606"/>
          <ac:spMkLst>
            <pc:docMk/>
            <pc:sldMk cId="3982398155" sldId="439"/>
            <ac:spMk id="2" creationId="{00000000-0000-0000-0000-000000000000}"/>
          </ac:spMkLst>
        </pc:spChg>
        <pc:spChg chg="add mod ord">
          <ac:chgData name="Άριστος Αρέστη" userId="813aa191-2d4c-464f-9d05-0a7e494d859f" providerId="ADAL" clId="{F71CA4F9-10EE-4CB6-84DC-4F844A708642}" dt="2026-09-04T06:23:25.363" v="316" actId="26606"/>
          <ac:spMkLst>
            <pc:docMk/>
            <pc:sldMk cId="3982398155" sldId="439"/>
            <ac:spMk id="3" creationId="{6217D807-2CBE-A17F-063E-9D081E94D114}"/>
          </ac:spMkLst>
        </pc:spChg>
        <pc:spChg chg="add del">
          <ac:chgData name="Άριστος Αρέστη" userId="813aa191-2d4c-464f-9d05-0a7e494d859f" providerId="ADAL" clId="{F71CA4F9-10EE-4CB6-84DC-4F844A708642}" dt="2026-09-04T06:23:11.826" v="305" actId="26606"/>
          <ac:spMkLst>
            <pc:docMk/>
            <pc:sldMk cId="3982398155" sldId="439"/>
            <ac:spMk id="26" creationId="{3F088236-D655-4F88-B238-E16762358025}"/>
          </ac:spMkLst>
        </pc:spChg>
        <pc:spChg chg="add del">
          <ac:chgData name="Άριστος Αρέστη" userId="813aa191-2d4c-464f-9d05-0a7e494d859f" providerId="ADAL" clId="{F71CA4F9-10EE-4CB6-84DC-4F844A708642}" dt="2026-09-04T06:23:11.826" v="305" actId="26606"/>
          <ac:spMkLst>
            <pc:docMk/>
            <pc:sldMk cId="3982398155" sldId="439"/>
            <ac:spMk id="28" creationId="{3DAC0C92-199E-475C-9390-119A9B027276}"/>
          </ac:spMkLst>
        </pc:spChg>
        <pc:spChg chg="add del">
          <ac:chgData name="Άριστος Αρέστη" userId="813aa191-2d4c-464f-9d05-0a7e494d859f" providerId="ADAL" clId="{F71CA4F9-10EE-4CB6-84DC-4F844A708642}" dt="2026-09-04T06:23:11.826" v="305" actId="26606"/>
          <ac:spMkLst>
            <pc:docMk/>
            <pc:sldMk cId="3982398155" sldId="439"/>
            <ac:spMk id="30" creationId="{C4CFB339-0ED8-4FE2-9EF1-6D1375B8499B}"/>
          </ac:spMkLst>
        </pc:spChg>
        <pc:spChg chg="add del">
          <ac:chgData name="Άριστος Αρέστη" userId="813aa191-2d4c-464f-9d05-0a7e494d859f" providerId="ADAL" clId="{F71CA4F9-10EE-4CB6-84DC-4F844A708642}" dt="2026-09-04T06:23:11.826" v="305" actId="26606"/>
          <ac:spMkLst>
            <pc:docMk/>
            <pc:sldMk cId="3982398155" sldId="439"/>
            <ac:spMk id="32" creationId="{31896C80-2069-4431-9C19-83B913734490}"/>
          </ac:spMkLst>
        </pc:spChg>
        <pc:spChg chg="add del">
          <ac:chgData name="Άριστος Αρέστη" userId="813aa191-2d4c-464f-9d05-0a7e494d859f" providerId="ADAL" clId="{F71CA4F9-10EE-4CB6-84DC-4F844A708642}" dt="2026-09-04T06:23:11.826" v="305" actId="26606"/>
          <ac:spMkLst>
            <pc:docMk/>
            <pc:sldMk cId="3982398155" sldId="439"/>
            <ac:spMk id="34" creationId="{BF120A21-0841-4823-B0C4-28AEBCEF9B78}"/>
          </ac:spMkLst>
        </pc:spChg>
        <pc:spChg chg="add del">
          <ac:chgData name="Άριστος Αρέστη" userId="813aa191-2d4c-464f-9d05-0a7e494d859f" providerId="ADAL" clId="{F71CA4F9-10EE-4CB6-84DC-4F844A708642}" dt="2026-09-04T06:23:11.826" v="305" actId="26606"/>
          <ac:spMkLst>
            <pc:docMk/>
            <pc:sldMk cId="3982398155" sldId="439"/>
            <ac:spMk id="36" creationId="{DBB05BAE-BBD3-4289-899F-A6851503C6B0}"/>
          </ac:spMkLst>
        </pc:spChg>
        <pc:spChg chg="add del">
          <ac:chgData name="Άριστος Αρέστη" userId="813aa191-2d4c-464f-9d05-0a7e494d859f" providerId="ADAL" clId="{F71CA4F9-10EE-4CB6-84DC-4F844A708642}" dt="2026-09-04T06:23:11.826" v="305" actId="26606"/>
          <ac:spMkLst>
            <pc:docMk/>
            <pc:sldMk cId="3982398155" sldId="439"/>
            <ac:spMk id="38" creationId="{9874D11C-36F5-4BBE-A490-019A54E953B0}"/>
          </ac:spMkLst>
        </pc:spChg>
        <pc:spChg chg="add del">
          <ac:chgData name="Άριστος Αρέστη" userId="813aa191-2d4c-464f-9d05-0a7e494d859f" providerId="ADAL" clId="{F71CA4F9-10EE-4CB6-84DC-4F844A708642}" dt="2026-09-04T06:23:18.606" v="309" actId="26606"/>
          <ac:spMkLst>
            <pc:docMk/>
            <pc:sldMk cId="3982398155" sldId="439"/>
            <ac:spMk id="45" creationId="{3F088236-D655-4F88-B238-E16762358025}"/>
          </ac:spMkLst>
        </pc:spChg>
        <pc:spChg chg="add del">
          <ac:chgData name="Άριστος Αρέστη" userId="813aa191-2d4c-464f-9d05-0a7e494d859f" providerId="ADAL" clId="{F71CA4F9-10EE-4CB6-84DC-4F844A708642}" dt="2026-09-04T06:23:18.606" v="309" actId="26606"/>
          <ac:spMkLst>
            <pc:docMk/>
            <pc:sldMk cId="3982398155" sldId="439"/>
            <ac:spMk id="46" creationId="{3DAC0C92-199E-475C-9390-119A9B027276}"/>
          </ac:spMkLst>
        </pc:spChg>
        <pc:spChg chg="add del">
          <ac:chgData name="Άριστος Αρέστη" userId="813aa191-2d4c-464f-9d05-0a7e494d859f" providerId="ADAL" clId="{F71CA4F9-10EE-4CB6-84DC-4F844A708642}" dt="2026-09-04T06:23:18.606" v="309" actId="26606"/>
          <ac:spMkLst>
            <pc:docMk/>
            <pc:sldMk cId="3982398155" sldId="439"/>
            <ac:spMk id="47" creationId="{C4CFB339-0ED8-4FE2-9EF1-6D1375B8499B}"/>
          </ac:spMkLst>
        </pc:spChg>
        <pc:spChg chg="add del">
          <ac:chgData name="Άριστος Αρέστη" userId="813aa191-2d4c-464f-9d05-0a7e494d859f" providerId="ADAL" clId="{F71CA4F9-10EE-4CB6-84DC-4F844A708642}" dt="2026-09-04T06:23:18.606" v="309" actId="26606"/>
          <ac:spMkLst>
            <pc:docMk/>
            <pc:sldMk cId="3982398155" sldId="439"/>
            <ac:spMk id="48" creationId="{31896C80-2069-4431-9C19-83B913734490}"/>
          </ac:spMkLst>
        </pc:spChg>
        <pc:spChg chg="add del">
          <ac:chgData name="Άριστος Αρέστη" userId="813aa191-2d4c-464f-9d05-0a7e494d859f" providerId="ADAL" clId="{F71CA4F9-10EE-4CB6-84DC-4F844A708642}" dt="2026-09-04T06:23:18.606" v="309" actId="26606"/>
          <ac:spMkLst>
            <pc:docMk/>
            <pc:sldMk cId="3982398155" sldId="439"/>
            <ac:spMk id="49" creationId="{BF120A21-0841-4823-B0C4-28AEBCEF9B78}"/>
          </ac:spMkLst>
        </pc:spChg>
        <pc:spChg chg="add del">
          <ac:chgData name="Άριστος Αρέστη" userId="813aa191-2d4c-464f-9d05-0a7e494d859f" providerId="ADAL" clId="{F71CA4F9-10EE-4CB6-84DC-4F844A708642}" dt="2026-09-04T06:23:18.606" v="309" actId="26606"/>
          <ac:spMkLst>
            <pc:docMk/>
            <pc:sldMk cId="3982398155" sldId="439"/>
            <ac:spMk id="50" creationId="{DBB05BAE-BBD3-4289-899F-A6851503C6B0}"/>
          </ac:spMkLst>
        </pc:spChg>
        <pc:spChg chg="add del">
          <ac:chgData name="Άριστος Αρέστη" userId="813aa191-2d4c-464f-9d05-0a7e494d859f" providerId="ADAL" clId="{F71CA4F9-10EE-4CB6-84DC-4F844A708642}" dt="2026-09-04T06:23:18.606" v="309" actId="26606"/>
          <ac:spMkLst>
            <pc:docMk/>
            <pc:sldMk cId="3982398155" sldId="439"/>
            <ac:spMk id="51" creationId="{9874D11C-36F5-4BBE-A490-019A54E953B0}"/>
          </ac:spMkLst>
        </pc:spChg>
        <pc:grpChg chg="add del">
          <ac:chgData name="Άριστος Αρέστη" userId="813aa191-2d4c-464f-9d05-0a7e494d859f" providerId="ADAL" clId="{F71CA4F9-10EE-4CB6-84DC-4F844A708642}" dt="2026-09-04T06:23:11.826" v="305" actId="26606"/>
          <ac:grpSpMkLst>
            <pc:docMk/>
            <pc:sldMk cId="3982398155" sldId="439"/>
            <ac:grpSpMk id="10" creationId="{E4951899-B99C-47AB-9C7C-16264D7A14C5}"/>
          </ac:grpSpMkLst>
        </pc:grpChg>
        <pc:grpChg chg="add del">
          <ac:chgData name="Άριστος Αρέστη" userId="813aa191-2d4c-464f-9d05-0a7e494d859f" providerId="ADAL" clId="{F71CA4F9-10EE-4CB6-84DC-4F844A708642}" dt="2026-09-04T06:23:14.405" v="307" actId="26606"/>
          <ac:grpSpMkLst>
            <pc:docMk/>
            <pc:sldMk cId="3982398155" sldId="439"/>
            <ac:grpSpMk id="40" creationId="{D6280969-F024-466D-A1DB-4F848C51DEF6}"/>
          </ac:grpSpMkLst>
        </pc:grpChg>
        <pc:grpChg chg="add del">
          <ac:chgData name="Άριστος Αρέστη" userId="813aa191-2d4c-464f-9d05-0a7e494d859f" providerId="ADAL" clId="{F71CA4F9-10EE-4CB6-84DC-4F844A708642}" dt="2026-09-04T06:23:18.606" v="309" actId="26606"/>
          <ac:grpSpMkLst>
            <pc:docMk/>
            <pc:sldMk cId="3982398155" sldId="439"/>
            <ac:grpSpMk id="42" creationId="{E4951899-B99C-47AB-9C7C-16264D7A14C5}"/>
          </ac:grpSpMkLst>
        </pc:grpChg>
        <pc:grpChg chg="add del">
          <ac:chgData name="Άριστος Αρέστη" userId="813aa191-2d4c-464f-9d05-0a7e494d859f" providerId="ADAL" clId="{F71CA4F9-10EE-4CB6-84DC-4F844A708642}" dt="2026-09-04T06:23:21.299" v="311" actId="26606"/>
          <ac:grpSpMkLst>
            <pc:docMk/>
            <pc:sldMk cId="3982398155" sldId="439"/>
            <ac:grpSpMk id="53" creationId="{D6280969-F024-466D-A1DB-4F848C51DEF6}"/>
          </ac:grpSpMkLst>
        </pc:grpChg>
        <pc:grpChg chg="add del">
          <ac:chgData name="Άριστος Αρέστη" userId="813aa191-2d4c-464f-9d05-0a7e494d859f" providerId="ADAL" clId="{F71CA4F9-10EE-4CB6-84DC-4F844A708642}" dt="2026-09-04T06:23:23.267" v="313" actId="26606"/>
          <ac:grpSpMkLst>
            <pc:docMk/>
            <pc:sldMk cId="3982398155" sldId="439"/>
            <ac:grpSpMk id="55" creationId="{D6280969-F024-466D-A1DB-4F848C51DEF6}"/>
          </ac:grpSpMkLst>
        </pc:grpChg>
        <pc:grpChg chg="add del">
          <ac:chgData name="Άριστος Αρέστη" userId="813aa191-2d4c-464f-9d05-0a7e494d859f" providerId="ADAL" clId="{F71CA4F9-10EE-4CB6-84DC-4F844A708642}" dt="2026-09-04T06:23:25.363" v="315" actId="26606"/>
          <ac:grpSpMkLst>
            <pc:docMk/>
            <pc:sldMk cId="3982398155" sldId="439"/>
            <ac:grpSpMk id="57" creationId="{D6280969-F024-466D-A1DB-4F848C51DEF6}"/>
          </ac:grpSpMkLst>
        </pc:grpChg>
        <pc:grpChg chg="add">
          <ac:chgData name="Άριστος Αρέστη" userId="813aa191-2d4c-464f-9d05-0a7e494d859f" providerId="ADAL" clId="{F71CA4F9-10EE-4CB6-84DC-4F844A708642}" dt="2026-09-04T06:23:25.363" v="316" actId="26606"/>
          <ac:grpSpMkLst>
            <pc:docMk/>
            <pc:sldMk cId="3982398155" sldId="439"/>
            <ac:grpSpMk id="59" creationId="{D6280969-F024-466D-A1DB-4F848C51DEF6}"/>
          </ac:grpSpMkLst>
        </pc:grpChg>
        <pc:picChg chg="add mod ord">
          <ac:chgData name="Άριστος Αρέστη" userId="813aa191-2d4c-464f-9d05-0a7e494d859f" providerId="ADAL" clId="{F71CA4F9-10EE-4CB6-84DC-4F844A708642}" dt="2026-09-04T06:23:25.363" v="316" actId="26606"/>
          <ac:picMkLst>
            <pc:docMk/>
            <pc:sldMk cId="3982398155" sldId="439"/>
            <ac:picMk id="5" creationId="{17E14B1B-5481-13A3-5A54-64860D64EF38}"/>
          </ac:picMkLst>
        </pc:picChg>
        <pc:picChg chg="del">
          <ac:chgData name="Άριστος Αρέστη" userId="813aa191-2d4c-464f-9d05-0a7e494d859f" providerId="ADAL" clId="{F71CA4F9-10EE-4CB6-84DC-4F844A708642}" dt="2026-09-04T06:20:10.964" v="266" actId="478"/>
          <ac:picMkLst>
            <pc:docMk/>
            <pc:sldMk cId="3982398155" sldId="439"/>
            <ac:picMk id="9" creationId="{6D5EAA24-A277-D079-8B66-A0DDFBCA7F1C}"/>
          </ac:picMkLst>
        </pc:picChg>
        <pc:cxnChg chg="add del">
          <ac:chgData name="Άριστος Αρέστη" userId="813aa191-2d4c-464f-9d05-0a7e494d859f" providerId="ADAL" clId="{F71CA4F9-10EE-4CB6-84DC-4F844A708642}" dt="2026-09-04T06:23:11.826" v="305" actId="26606"/>
          <ac:cxnSpMkLst>
            <pc:docMk/>
            <pc:sldMk cId="3982398155" sldId="439"/>
            <ac:cxnSpMk id="22" creationId="{64FA5DFF-7FE6-4855-84E6-DFA78EE978BD}"/>
          </ac:cxnSpMkLst>
        </pc:cxnChg>
        <pc:cxnChg chg="add del">
          <ac:chgData name="Άριστος Αρέστη" userId="813aa191-2d4c-464f-9d05-0a7e494d859f" providerId="ADAL" clId="{F71CA4F9-10EE-4CB6-84DC-4F844A708642}" dt="2026-09-04T06:23:11.826" v="305" actId="26606"/>
          <ac:cxnSpMkLst>
            <pc:docMk/>
            <pc:sldMk cId="3982398155" sldId="439"/>
            <ac:cxnSpMk id="24" creationId="{2AFD8CBA-54A3-4363-991B-B9C631BBFA74}"/>
          </ac:cxnSpMkLst>
        </pc:cxnChg>
        <pc:cxnChg chg="add del">
          <ac:chgData name="Άριστος Αρέστη" userId="813aa191-2d4c-464f-9d05-0a7e494d859f" providerId="ADAL" clId="{F71CA4F9-10EE-4CB6-84DC-4F844A708642}" dt="2026-09-04T06:23:18.606" v="309" actId="26606"/>
          <ac:cxnSpMkLst>
            <pc:docMk/>
            <pc:sldMk cId="3982398155" sldId="439"/>
            <ac:cxnSpMk id="43" creationId="{64FA5DFF-7FE6-4855-84E6-DFA78EE978BD}"/>
          </ac:cxnSpMkLst>
        </pc:cxnChg>
        <pc:cxnChg chg="add del">
          <ac:chgData name="Άριστος Αρέστη" userId="813aa191-2d4c-464f-9d05-0a7e494d859f" providerId="ADAL" clId="{F71CA4F9-10EE-4CB6-84DC-4F844A708642}" dt="2026-09-04T06:23:18.606" v="309" actId="26606"/>
          <ac:cxnSpMkLst>
            <pc:docMk/>
            <pc:sldMk cId="3982398155" sldId="439"/>
            <ac:cxnSpMk id="44" creationId="{2AFD8CBA-54A3-4363-991B-B9C631BBFA74}"/>
          </ac:cxnSpMkLst>
        </pc:cxnChg>
      </pc:sldChg>
      <pc:sldChg chg="modSp add mod">
        <pc:chgData name="Άριστος Αρέστη" userId="813aa191-2d4c-464f-9d05-0a7e494d859f" providerId="ADAL" clId="{F71CA4F9-10EE-4CB6-84DC-4F844A708642}" dt="2026-09-03T19:00:27.819" v="161" actId="20577"/>
        <pc:sldMkLst>
          <pc:docMk/>
          <pc:sldMk cId="551315278" sldId="441"/>
        </pc:sldMkLst>
        <pc:spChg chg="mod">
          <ac:chgData name="Άριστος Αρέστη" userId="813aa191-2d4c-464f-9d05-0a7e494d859f" providerId="ADAL" clId="{F71CA4F9-10EE-4CB6-84DC-4F844A708642}" dt="2026-09-03T19:00:27.819" v="161" actId="20577"/>
          <ac:spMkLst>
            <pc:docMk/>
            <pc:sldMk cId="551315278" sldId="441"/>
            <ac:spMk id="2" creationId="{00000000-0000-0000-0000-000000000000}"/>
          </ac:spMkLst>
        </pc:spChg>
        <pc:spChg chg="mod">
          <ac:chgData name="Άριστος Αρέστη" userId="813aa191-2d4c-464f-9d05-0a7e494d859f" providerId="ADAL" clId="{F71CA4F9-10EE-4CB6-84DC-4F844A708642}" dt="2026-09-03T18:59:14.915" v="131" actId="20577"/>
          <ac:spMkLst>
            <pc:docMk/>
            <pc:sldMk cId="551315278" sldId="441"/>
            <ac:spMk id="4" creationId="{00000000-0000-0000-0000-000000000000}"/>
          </ac:spMkLst>
        </pc:spChg>
      </pc:sldChg>
      <pc:sldChg chg="addSp delSp modSp add mod ord">
        <pc:chgData name="Άριστος Αρέστη" userId="813aa191-2d4c-464f-9d05-0a7e494d859f" providerId="ADAL" clId="{F71CA4F9-10EE-4CB6-84DC-4F844A708642}" dt="2026-09-04T05:43:08.312" v="210" actId="20577"/>
        <pc:sldMkLst>
          <pc:docMk/>
          <pc:sldMk cId="841146910" sldId="442"/>
        </pc:sldMkLst>
        <pc:spChg chg="mod">
          <ac:chgData name="Άριστος Αρέστη" userId="813aa191-2d4c-464f-9d05-0a7e494d859f" providerId="ADAL" clId="{F71CA4F9-10EE-4CB6-84DC-4F844A708642}" dt="2026-09-04T05:39:56.431" v="189" actId="27636"/>
          <ac:spMkLst>
            <pc:docMk/>
            <pc:sldMk cId="841146910" sldId="442"/>
            <ac:spMk id="2" creationId="{00000000-0000-0000-0000-000000000000}"/>
          </ac:spMkLst>
        </pc:spChg>
        <pc:spChg chg="add del mod">
          <ac:chgData name="Άριστος Αρέστη" userId="813aa191-2d4c-464f-9d05-0a7e494d859f" providerId="ADAL" clId="{F71CA4F9-10EE-4CB6-84DC-4F844A708642}" dt="2026-09-04T05:39:36.686" v="184" actId="478"/>
          <ac:spMkLst>
            <pc:docMk/>
            <pc:sldMk cId="841146910" sldId="442"/>
            <ac:spMk id="4" creationId="{63BB8ED5-25A9-DF12-983D-2FFF14316FE6}"/>
          </ac:spMkLst>
        </pc:spChg>
        <pc:spChg chg="add mod">
          <ac:chgData name="Άριστος Αρέστη" userId="813aa191-2d4c-464f-9d05-0a7e494d859f" providerId="ADAL" clId="{F71CA4F9-10EE-4CB6-84DC-4F844A708642}" dt="2026-09-04T05:43:08.312" v="210" actId="20577"/>
          <ac:spMkLst>
            <pc:docMk/>
            <pc:sldMk cId="841146910" sldId="442"/>
            <ac:spMk id="6" creationId="{09217ED6-72D3-F22D-3D41-020908EAFA2C}"/>
          </ac:spMkLst>
        </pc:spChg>
        <pc:picChg chg="del">
          <ac:chgData name="Άριστος Αρέστη" userId="813aa191-2d4c-464f-9d05-0a7e494d859f" providerId="ADAL" clId="{F71CA4F9-10EE-4CB6-84DC-4F844A708642}" dt="2026-09-04T05:39:30.083" v="183" actId="478"/>
          <ac:picMkLst>
            <pc:docMk/>
            <pc:sldMk cId="841146910" sldId="442"/>
            <ac:picMk id="5" creationId="{8B5C7BB8-273D-2B9D-2F12-F69619CF3990}"/>
          </ac:picMkLst>
        </pc:picChg>
        <pc:picChg chg="mod">
          <ac:chgData name="Άριστος Αρέστη" userId="813aa191-2d4c-464f-9d05-0a7e494d859f" providerId="ADAL" clId="{F71CA4F9-10EE-4CB6-84DC-4F844A708642}" dt="2026-09-04T05:40:06.816" v="190" actId="1076"/>
          <ac:picMkLst>
            <pc:docMk/>
            <pc:sldMk cId="841146910" sldId="442"/>
            <ac:picMk id="7" creationId="{C589D31C-3061-F262-869A-C4FF26EFDDC6}"/>
          </ac:picMkLst>
        </pc:picChg>
      </pc:sldChg>
      <pc:sldChg chg="addSp delSp modSp add mod setBg">
        <pc:chgData name="Άριστος Αρέστη" userId="813aa191-2d4c-464f-9d05-0a7e494d859f" providerId="ADAL" clId="{F71CA4F9-10EE-4CB6-84DC-4F844A708642}" dt="2026-09-04T05:53:46.707" v="262" actId="1076"/>
        <pc:sldMkLst>
          <pc:docMk/>
          <pc:sldMk cId="818767313" sldId="443"/>
        </pc:sldMkLst>
        <pc:spChg chg="mod ord">
          <ac:chgData name="Άριστος Αρέστη" userId="813aa191-2d4c-464f-9d05-0a7e494d859f" providerId="ADAL" clId="{F71CA4F9-10EE-4CB6-84DC-4F844A708642}" dt="2026-09-04T05:52:01.169" v="242" actId="26606"/>
          <ac:spMkLst>
            <pc:docMk/>
            <pc:sldMk cId="818767313" sldId="443"/>
            <ac:spMk id="2" creationId="{00000000-0000-0000-0000-000000000000}"/>
          </ac:spMkLst>
        </pc:spChg>
        <pc:spChg chg="del mod ord">
          <ac:chgData name="Άριστος Αρέστη" userId="813aa191-2d4c-464f-9d05-0a7e494d859f" providerId="ADAL" clId="{F71CA4F9-10EE-4CB6-84DC-4F844A708642}" dt="2026-09-04T05:52:36.031" v="246" actId="478"/>
          <ac:spMkLst>
            <pc:docMk/>
            <pc:sldMk cId="818767313" sldId="443"/>
            <ac:spMk id="4" creationId="{00000000-0000-0000-0000-000000000000}"/>
          </ac:spMkLst>
        </pc:spChg>
        <pc:spChg chg="add del mod">
          <ac:chgData name="Άριστος Αρέστη" userId="813aa191-2d4c-464f-9d05-0a7e494d859f" providerId="ADAL" clId="{F71CA4F9-10EE-4CB6-84DC-4F844A708642}" dt="2026-09-04T05:52:39.165" v="247" actId="478"/>
          <ac:spMkLst>
            <pc:docMk/>
            <pc:sldMk cId="818767313" sldId="443"/>
            <ac:spMk id="8" creationId="{CAC9705F-0673-CDDD-16CB-6EF680A514A7}"/>
          </ac:spMkLst>
        </pc:spChg>
        <pc:spChg chg="add mod">
          <ac:chgData name="Άριστος Αρέστη" userId="813aa191-2d4c-464f-9d05-0a7e494d859f" providerId="ADAL" clId="{F71CA4F9-10EE-4CB6-84DC-4F844A708642}" dt="2026-09-04T05:53:38.982" v="261" actId="20577"/>
          <ac:spMkLst>
            <pc:docMk/>
            <pc:sldMk cId="818767313" sldId="443"/>
            <ac:spMk id="9" creationId="{B89A92E4-43FC-1DB7-423B-0A95DE08ADB3}"/>
          </ac:spMkLst>
        </pc:spChg>
        <pc:spChg chg="add del">
          <ac:chgData name="Άριστος Αρέστη" userId="813aa191-2d4c-464f-9d05-0a7e494d859f" providerId="ADAL" clId="{F71CA4F9-10EE-4CB6-84DC-4F844A708642}" dt="2026-09-04T05:52:01.169" v="242" actId="26606"/>
          <ac:spMkLst>
            <pc:docMk/>
            <pc:sldMk cId="818767313" sldId="443"/>
            <ac:spMk id="25" creationId="{A912E26A-2737-4A42-92C0-4ED8933C8AF6}"/>
          </ac:spMkLst>
        </pc:spChg>
        <pc:grpChg chg="add del">
          <ac:chgData name="Άριστος Αρέστη" userId="813aa191-2d4c-464f-9d05-0a7e494d859f" providerId="ADAL" clId="{F71CA4F9-10EE-4CB6-84DC-4F844A708642}" dt="2026-09-04T05:52:01.169" v="242" actId="26606"/>
          <ac:grpSpMkLst>
            <pc:docMk/>
            <pc:sldMk cId="818767313" sldId="443"/>
            <ac:grpSpMk id="11" creationId="{BCAEEEBD-779B-4609-A737-4BEFD64744BF}"/>
          </ac:grpSpMkLst>
        </pc:grpChg>
        <pc:picChg chg="del mod">
          <ac:chgData name="Άριστος Αρέστη" userId="813aa191-2d4c-464f-9d05-0a7e494d859f" providerId="ADAL" clId="{F71CA4F9-10EE-4CB6-84DC-4F844A708642}" dt="2026-09-04T05:52:11.908" v="243" actId="478"/>
          <ac:picMkLst>
            <pc:docMk/>
            <pc:sldMk cId="818767313" sldId="443"/>
            <ac:picMk id="5" creationId="{BBE766C8-D9AC-0921-7C31-1826775B3976}"/>
          </ac:picMkLst>
        </pc:picChg>
        <pc:picChg chg="add mod">
          <ac:chgData name="Άριστος Αρέστη" userId="813aa191-2d4c-464f-9d05-0a7e494d859f" providerId="ADAL" clId="{F71CA4F9-10EE-4CB6-84DC-4F844A708642}" dt="2026-09-04T05:53:46.707" v="262" actId="1076"/>
          <ac:picMkLst>
            <pc:docMk/>
            <pc:sldMk cId="818767313" sldId="443"/>
            <ac:picMk id="6" creationId="{1391CE8E-D4E9-846E-8918-DA4EDC1AF8BC}"/>
          </ac:picMkLst>
        </pc:picChg>
        <pc:cxnChg chg="add del">
          <ac:chgData name="Άριστος Αρέστη" userId="813aa191-2d4c-464f-9d05-0a7e494d859f" providerId="ADAL" clId="{F71CA4F9-10EE-4CB6-84DC-4F844A708642}" dt="2026-09-04T05:52:01.169" v="242" actId="26606"/>
          <ac:cxnSpMkLst>
            <pc:docMk/>
            <pc:sldMk cId="818767313" sldId="443"/>
            <ac:cxnSpMk id="23" creationId="{36CB27DD-D98C-4A82-9A5E-422827825769}"/>
          </ac:cxnSpMkLst>
        </pc:cxnChg>
      </pc:sldChg>
      <pc:sldChg chg="add">
        <pc:chgData name="Άριστος Αρέστη" userId="813aa191-2d4c-464f-9d05-0a7e494d859f" providerId="ADAL" clId="{F71CA4F9-10EE-4CB6-84DC-4F844A708642}" dt="2026-09-04T06:19:51.254" v="264"/>
        <pc:sldMkLst>
          <pc:docMk/>
          <pc:sldMk cId="4030258494" sldId="444"/>
        </pc:sldMkLst>
      </pc:sldChg>
    </pc:docChg>
  </pc:docChgLst>
  <pc:docChgLst>
    <pc:chgData name="Άριστος Αρέστη" userId="813aa191-2d4c-464f-9d05-0a7e494d859f" providerId="ADAL" clId="{92E2DEE1-7E50-40F4-AB55-C1EC5F7B6FDB}"/>
    <pc:docChg chg="undo custSel addSld delSld modSld sldOrd modSection">
      <pc:chgData name="Άριστος Αρέστη" userId="813aa191-2d4c-464f-9d05-0a7e494d859f" providerId="ADAL" clId="{92E2DEE1-7E50-40F4-AB55-C1EC5F7B6FDB}" dt="2026-09-16T04:58:00.328" v="319" actId="20577"/>
      <pc:docMkLst>
        <pc:docMk/>
      </pc:docMkLst>
      <pc:sldChg chg="modSp mod">
        <pc:chgData name="Άριστος Αρέστη" userId="813aa191-2d4c-464f-9d05-0a7e494d859f" providerId="ADAL" clId="{92E2DEE1-7E50-40F4-AB55-C1EC5F7B6FDB}" dt="2026-09-07T14:56:58.615" v="3" actId="1076"/>
        <pc:sldMkLst>
          <pc:docMk/>
          <pc:sldMk cId="1459875993" sldId="258"/>
        </pc:sldMkLst>
        <pc:spChg chg="mod">
          <ac:chgData name="Άριστος Αρέστη" userId="813aa191-2d4c-464f-9d05-0a7e494d859f" providerId="ADAL" clId="{92E2DEE1-7E50-40F4-AB55-C1EC5F7B6FDB}" dt="2026-09-07T14:56:27.900" v="2" actId="1076"/>
          <ac:spMkLst>
            <pc:docMk/>
            <pc:sldMk cId="1459875993" sldId="258"/>
            <ac:spMk id="4" creationId="{00000000-0000-0000-0000-000000000000}"/>
          </ac:spMkLst>
        </pc:spChg>
        <pc:picChg chg="mod">
          <ac:chgData name="Άριστος Αρέστη" userId="813aa191-2d4c-464f-9d05-0a7e494d859f" providerId="ADAL" clId="{92E2DEE1-7E50-40F4-AB55-C1EC5F7B6FDB}" dt="2026-09-07T14:56:58.615" v="3" actId="1076"/>
          <ac:picMkLst>
            <pc:docMk/>
            <pc:sldMk cId="1459875993" sldId="258"/>
            <ac:picMk id="5" creationId="{BBA02C3F-3FC2-47A5-6D34-B4CB06BA0716}"/>
          </ac:picMkLst>
        </pc:picChg>
      </pc:sldChg>
      <pc:sldChg chg="delSp modSp add mod ord">
        <pc:chgData name="Άριστος Αρέστη" userId="813aa191-2d4c-464f-9d05-0a7e494d859f" providerId="ADAL" clId="{92E2DEE1-7E50-40F4-AB55-C1EC5F7B6FDB}" dt="2026-09-16T04:58:00.328" v="319" actId="20577"/>
        <pc:sldMkLst>
          <pc:docMk/>
          <pc:sldMk cId="643881412" sldId="259"/>
        </pc:sldMkLst>
        <pc:spChg chg="mod">
          <ac:chgData name="Άριστος Αρέστη" userId="813aa191-2d4c-464f-9d05-0a7e494d859f" providerId="ADAL" clId="{92E2DEE1-7E50-40F4-AB55-C1EC5F7B6FDB}" dt="2026-09-16T04:58:00.328" v="319" actId="20577"/>
          <ac:spMkLst>
            <pc:docMk/>
            <pc:sldMk cId="643881412" sldId="259"/>
            <ac:spMk id="4" creationId="{EB3F7303-CEA4-CFC4-5052-5C4AC627408E}"/>
          </ac:spMkLst>
        </pc:spChg>
        <pc:picChg chg="del">
          <ac:chgData name="Άριστος Αρέστη" userId="813aa191-2d4c-464f-9d05-0a7e494d859f" providerId="ADAL" clId="{92E2DEE1-7E50-40F4-AB55-C1EC5F7B6FDB}" dt="2026-09-07T15:16:13.327" v="152" actId="478"/>
          <ac:picMkLst>
            <pc:docMk/>
            <pc:sldMk cId="643881412" sldId="259"/>
            <ac:picMk id="10" creationId="{00000000-0000-0000-0000-000000000000}"/>
          </ac:picMkLst>
        </pc:picChg>
      </pc:sldChg>
      <pc:sldChg chg="modSp add mod ord setBg">
        <pc:chgData name="Άριστος Αρέστη" userId="813aa191-2d4c-464f-9d05-0a7e494d859f" providerId="ADAL" clId="{92E2DEE1-7E50-40F4-AB55-C1EC5F7B6FDB}" dt="2026-09-16T04:30:30.772" v="178" actId="20577"/>
        <pc:sldMkLst>
          <pc:docMk/>
          <pc:sldMk cId="1430789439" sldId="260"/>
        </pc:sldMkLst>
        <pc:spChg chg="mod">
          <ac:chgData name="Άριστος Αρέστη" userId="813aa191-2d4c-464f-9d05-0a7e494d859f" providerId="ADAL" clId="{92E2DEE1-7E50-40F4-AB55-C1EC5F7B6FDB}" dt="2026-09-16T04:29:29.513" v="154" actId="14100"/>
          <ac:spMkLst>
            <pc:docMk/>
            <pc:sldMk cId="1430789439" sldId="260"/>
            <ac:spMk id="2" creationId="{9A6FB7AF-9C2A-4B0D-A4E8-C12826DE7907}"/>
          </ac:spMkLst>
        </pc:spChg>
        <pc:spChg chg="mod">
          <ac:chgData name="Άριστος Αρέστη" userId="813aa191-2d4c-464f-9d05-0a7e494d859f" providerId="ADAL" clId="{92E2DEE1-7E50-40F4-AB55-C1EC5F7B6FDB}" dt="2026-09-16T04:30:30.772" v="178" actId="20577"/>
          <ac:spMkLst>
            <pc:docMk/>
            <pc:sldMk cId="1430789439" sldId="260"/>
            <ac:spMk id="4" creationId="{5CA761F4-4B1F-43B0-A0A7-C9D7444DAB7F}"/>
          </ac:spMkLst>
        </pc:spChg>
      </pc:sldChg>
      <pc:sldChg chg="addSp delSp modSp mod">
        <pc:chgData name="Άριστος Αρέστη" userId="813aa191-2d4c-464f-9d05-0a7e494d859f" providerId="ADAL" clId="{92E2DEE1-7E50-40F4-AB55-C1EC5F7B6FDB}" dt="2026-09-16T04:50:08.215" v="204" actId="20577"/>
        <pc:sldMkLst>
          <pc:docMk/>
          <pc:sldMk cId="2467819896" sldId="278"/>
        </pc:sldMkLst>
        <pc:spChg chg="del mod">
          <ac:chgData name="Άριστος Αρέστη" userId="813aa191-2d4c-464f-9d05-0a7e494d859f" providerId="ADAL" clId="{92E2DEE1-7E50-40F4-AB55-C1EC5F7B6FDB}" dt="2026-09-16T04:49:28.702" v="181" actId="478"/>
          <ac:spMkLst>
            <pc:docMk/>
            <pc:sldMk cId="2467819896" sldId="278"/>
            <ac:spMk id="4" creationId="{4F7059D2-7234-9A18-8EC3-97389EC073B3}"/>
          </ac:spMkLst>
        </pc:spChg>
        <pc:spChg chg="mod">
          <ac:chgData name="Άριστος Αρέστη" userId="813aa191-2d4c-464f-9d05-0a7e494d859f" providerId="ADAL" clId="{92E2DEE1-7E50-40F4-AB55-C1EC5F7B6FDB}" dt="2026-09-16T04:50:08.215" v="204" actId="20577"/>
          <ac:spMkLst>
            <pc:docMk/>
            <pc:sldMk cId="2467819896" sldId="278"/>
            <ac:spMk id="5" creationId="{9BF9A9EA-A3CB-AC85-3752-6360C044E602}"/>
          </ac:spMkLst>
        </pc:spChg>
        <pc:spChg chg="add del mod">
          <ac:chgData name="Άριστος Αρέστη" userId="813aa191-2d4c-464f-9d05-0a7e494d859f" providerId="ADAL" clId="{92E2DEE1-7E50-40F4-AB55-C1EC5F7B6FDB}" dt="2026-09-16T04:49:34.709" v="183" actId="478"/>
          <ac:spMkLst>
            <pc:docMk/>
            <pc:sldMk cId="2467819896" sldId="278"/>
            <ac:spMk id="6" creationId="{5028144F-805A-5041-E5A7-0E121917B21A}"/>
          </ac:spMkLst>
        </pc:spChg>
      </pc:sldChg>
      <pc:sldChg chg="del">
        <pc:chgData name="Άριστος Αρέστη" userId="813aa191-2d4c-464f-9d05-0a7e494d859f" providerId="ADAL" clId="{92E2DEE1-7E50-40F4-AB55-C1EC5F7B6FDB}" dt="2026-09-07T15:02:33.788" v="48" actId="47"/>
        <pc:sldMkLst>
          <pc:docMk/>
          <pc:sldMk cId="2972475615" sldId="424"/>
        </pc:sldMkLst>
      </pc:sldChg>
      <pc:sldChg chg="addSp delSp modSp add mod setBg delDesignElem">
        <pc:chgData name="Άριστος Αρέστη" userId="813aa191-2d4c-464f-9d05-0a7e494d859f" providerId="ADAL" clId="{92E2DEE1-7E50-40F4-AB55-C1EC5F7B6FDB}" dt="2026-09-07T15:07:11.171" v="85" actId="962"/>
        <pc:sldMkLst>
          <pc:docMk/>
          <pc:sldMk cId="1686786439" sldId="425"/>
        </pc:sldMkLst>
        <pc:spChg chg="mod">
          <ac:chgData name="Άριστος Αρέστη" userId="813aa191-2d4c-464f-9d05-0a7e494d859f" providerId="ADAL" clId="{92E2DEE1-7E50-40F4-AB55-C1EC5F7B6FDB}" dt="2026-09-07T14:58:37.170" v="22" actId="6549"/>
          <ac:spMkLst>
            <pc:docMk/>
            <pc:sldMk cId="1686786439" sldId="425"/>
            <ac:spMk id="2" creationId="{00000000-0000-0000-0000-000000000000}"/>
          </ac:spMkLst>
        </pc:spChg>
        <pc:spChg chg="mod">
          <ac:chgData name="Άριστος Αρέστη" userId="813aa191-2d4c-464f-9d05-0a7e494d859f" providerId="ADAL" clId="{92E2DEE1-7E50-40F4-AB55-C1EC5F7B6FDB}" dt="2026-09-07T15:01:27.685" v="46" actId="113"/>
          <ac:spMkLst>
            <pc:docMk/>
            <pc:sldMk cId="1686786439" sldId="425"/>
            <ac:spMk id="4" creationId="{00000000-0000-0000-0000-000000000000}"/>
          </ac:spMkLst>
        </pc:spChg>
        <pc:spChg chg="del">
          <ac:chgData name="Άριστος Αρέστη" userId="813aa191-2d4c-464f-9d05-0a7e494d859f" providerId="ADAL" clId="{92E2DEE1-7E50-40F4-AB55-C1EC5F7B6FDB}" dt="2026-09-07T14:58:15.041" v="5"/>
          <ac:spMkLst>
            <pc:docMk/>
            <pc:sldMk cId="1686786439" sldId="425"/>
            <ac:spMk id="26" creationId="{3F088236-D655-4F88-B238-E16762358025}"/>
          </ac:spMkLst>
        </pc:spChg>
        <pc:spChg chg="del">
          <ac:chgData name="Άριστος Αρέστη" userId="813aa191-2d4c-464f-9d05-0a7e494d859f" providerId="ADAL" clId="{92E2DEE1-7E50-40F4-AB55-C1EC5F7B6FDB}" dt="2026-09-07T14:58:15.041" v="5"/>
          <ac:spMkLst>
            <pc:docMk/>
            <pc:sldMk cId="1686786439" sldId="425"/>
            <ac:spMk id="28" creationId="{3DAC0C92-199E-475C-9390-119A9B027276}"/>
          </ac:spMkLst>
        </pc:spChg>
        <pc:spChg chg="del">
          <ac:chgData name="Άριστος Αρέστη" userId="813aa191-2d4c-464f-9d05-0a7e494d859f" providerId="ADAL" clId="{92E2DEE1-7E50-40F4-AB55-C1EC5F7B6FDB}" dt="2026-09-07T14:58:15.041" v="5"/>
          <ac:spMkLst>
            <pc:docMk/>
            <pc:sldMk cId="1686786439" sldId="425"/>
            <ac:spMk id="30" creationId="{C4CFB339-0ED8-4FE2-9EF1-6D1375B8499B}"/>
          </ac:spMkLst>
        </pc:spChg>
        <pc:spChg chg="del">
          <ac:chgData name="Άριστος Αρέστη" userId="813aa191-2d4c-464f-9d05-0a7e494d859f" providerId="ADAL" clId="{92E2DEE1-7E50-40F4-AB55-C1EC5F7B6FDB}" dt="2026-09-07T14:58:15.041" v="5"/>
          <ac:spMkLst>
            <pc:docMk/>
            <pc:sldMk cId="1686786439" sldId="425"/>
            <ac:spMk id="32" creationId="{31896C80-2069-4431-9C19-83B913734490}"/>
          </ac:spMkLst>
        </pc:spChg>
        <pc:spChg chg="del">
          <ac:chgData name="Άριστος Αρέστη" userId="813aa191-2d4c-464f-9d05-0a7e494d859f" providerId="ADAL" clId="{92E2DEE1-7E50-40F4-AB55-C1EC5F7B6FDB}" dt="2026-09-07T14:58:15.041" v="5"/>
          <ac:spMkLst>
            <pc:docMk/>
            <pc:sldMk cId="1686786439" sldId="425"/>
            <ac:spMk id="34" creationId="{BF120A21-0841-4823-B0C4-28AEBCEF9B78}"/>
          </ac:spMkLst>
        </pc:spChg>
        <pc:spChg chg="del">
          <ac:chgData name="Άριστος Αρέστη" userId="813aa191-2d4c-464f-9d05-0a7e494d859f" providerId="ADAL" clId="{92E2DEE1-7E50-40F4-AB55-C1EC5F7B6FDB}" dt="2026-09-07T14:58:15.041" v="5"/>
          <ac:spMkLst>
            <pc:docMk/>
            <pc:sldMk cId="1686786439" sldId="425"/>
            <ac:spMk id="36" creationId="{DBB05BAE-BBD3-4289-899F-A6851503C6B0}"/>
          </ac:spMkLst>
        </pc:spChg>
        <pc:spChg chg="del">
          <ac:chgData name="Άριστος Αρέστη" userId="813aa191-2d4c-464f-9d05-0a7e494d859f" providerId="ADAL" clId="{92E2DEE1-7E50-40F4-AB55-C1EC5F7B6FDB}" dt="2026-09-07T14:58:15.041" v="5"/>
          <ac:spMkLst>
            <pc:docMk/>
            <pc:sldMk cId="1686786439" sldId="425"/>
            <ac:spMk id="38" creationId="{9874D11C-36F5-4BBE-A490-019A54E953B0}"/>
          </ac:spMkLst>
        </pc:spChg>
        <pc:grpChg chg="del">
          <ac:chgData name="Άριστος Αρέστη" userId="813aa191-2d4c-464f-9d05-0a7e494d859f" providerId="ADAL" clId="{92E2DEE1-7E50-40F4-AB55-C1EC5F7B6FDB}" dt="2026-09-07T14:58:15.041" v="5"/>
          <ac:grpSpMkLst>
            <pc:docMk/>
            <pc:sldMk cId="1686786439" sldId="425"/>
            <ac:grpSpMk id="10" creationId="{E4951899-B99C-47AB-9C7C-16264D7A14C5}"/>
          </ac:grpSpMkLst>
        </pc:grpChg>
        <pc:picChg chg="del">
          <ac:chgData name="Άριστος Αρέστη" userId="813aa191-2d4c-464f-9d05-0a7e494d859f" providerId="ADAL" clId="{92E2DEE1-7E50-40F4-AB55-C1EC5F7B6FDB}" dt="2026-09-07T15:06:49.981" v="81" actId="478"/>
          <ac:picMkLst>
            <pc:docMk/>
            <pc:sldMk cId="1686786439" sldId="425"/>
            <ac:picMk id="5" creationId="{BBA02C3F-3FC2-47A5-6D34-B4CB06BA0716}"/>
          </ac:picMkLst>
        </pc:picChg>
        <pc:picChg chg="add mod">
          <ac:chgData name="Άριστος Αρέστη" userId="813aa191-2d4c-464f-9d05-0a7e494d859f" providerId="ADAL" clId="{92E2DEE1-7E50-40F4-AB55-C1EC5F7B6FDB}" dt="2026-09-07T15:07:11.171" v="85" actId="962"/>
          <ac:picMkLst>
            <pc:docMk/>
            <pc:sldMk cId="1686786439" sldId="425"/>
            <ac:picMk id="6" creationId="{0D2BD7C8-16CA-D7E0-8A69-102F0B27F121}"/>
          </ac:picMkLst>
        </pc:picChg>
        <pc:cxnChg chg="del">
          <ac:chgData name="Άριστος Αρέστη" userId="813aa191-2d4c-464f-9d05-0a7e494d859f" providerId="ADAL" clId="{92E2DEE1-7E50-40F4-AB55-C1EC5F7B6FDB}" dt="2026-09-07T14:58:15.041" v="5"/>
          <ac:cxnSpMkLst>
            <pc:docMk/>
            <pc:sldMk cId="1686786439" sldId="425"/>
            <ac:cxnSpMk id="22" creationId="{64FA5DFF-7FE6-4855-84E6-DFA78EE978BD}"/>
          </ac:cxnSpMkLst>
        </pc:cxnChg>
        <pc:cxnChg chg="del">
          <ac:chgData name="Άριστος Αρέστη" userId="813aa191-2d4c-464f-9d05-0a7e494d859f" providerId="ADAL" clId="{92E2DEE1-7E50-40F4-AB55-C1EC5F7B6FDB}" dt="2026-09-07T14:58:15.041" v="5"/>
          <ac:cxnSpMkLst>
            <pc:docMk/>
            <pc:sldMk cId="1686786439" sldId="425"/>
            <ac:cxnSpMk id="24" creationId="{2AFD8CBA-54A3-4363-991B-B9C631BBFA74}"/>
          </ac:cxnSpMkLst>
        </pc:cxnChg>
      </pc:sldChg>
      <pc:sldChg chg="addSp delSp modSp add mod">
        <pc:chgData name="Άριστος Αρέστη" userId="813aa191-2d4c-464f-9d05-0a7e494d859f" providerId="ADAL" clId="{92E2DEE1-7E50-40F4-AB55-C1EC5F7B6FDB}" dt="2026-09-07T15:04:06.146" v="76" actId="27636"/>
        <pc:sldMkLst>
          <pc:docMk/>
          <pc:sldMk cId="799471456" sldId="426"/>
        </pc:sldMkLst>
        <pc:spChg chg="mod">
          <ac:chgData name="Άριστος Αρέστη" userId="813aa191-2d4c-464f-9d05-0a7e494d859f" providerId="ADAL" clId="{92E2DEE1-7E50-40F4-AB55-C1EC5F7B6FDB}" dt="2026-09-07T15:04:06.146" v="76" actId="27636"/>
          <ac:spMkLst>
            <pc:docMk/>
            <pc:sldMk cId="799471456" sldId="426"/>
            <ac:spMk id="2" creationId="{9A6FB7AF-9C2A-4B0D-A4E8-C12826DE7907}"/>
          </ac:spMkLst>
        </pc:spChg>
        <pc:spChg chg="del">
          <ac:chgData name="Άριστος Αρέστη" userId="813aa191-2d4c-464f-9d05-0a7e494d859f" providerId="ADAL" clId="{92E2DEE1-7E50-40F4-AB55-C1EC5F7B6FDB}" dt="2026-09-07T15:03:38.203" v="52" actId="478"/>
          <ac:spMkLst>
            <pc:docMk/>
            <pc:sldMk cId="799471456" sldId="426"/>
            <ac:spMk id="4" creationId="{5CA761F4-4B1F-43B0-A0A7-C9D7444DAB7F}"/>
          </ac:spMkLst>
        </pc:spChg>
        <pc:spChg chg="add del mod">
          <ac:chgData name="Άριστος Αρέστη" userId="813aa191-2d4c-464f-9d05-0a7e494d859f" providerId="ADAL" clId="{92E2DEE1-7E50-40F4-AB55-C1EC5F7B6FDB}" dt="2026-09-07T15:03:39.915" v="53" actId="478"/>
          <ac:spMkLst>
            <pc:docMk/>
            <pc:sldMk cId="799471456" sldId="426"/>
            <ac:spMk id="6" creationId="{993BE95D-E7E2-2795-9594-EC85E3016E8B}"/>
          </ac:spMkLst>
        </pc:spChg>
        <pc:picChg chg="add mod">
          <ac:chgData name="Άριστος Αρέστη" userId="813aa191-2d4c-464f-9d05-0a7e494d859f" providerId="ADAL" clId="{92E2DEE1-7E50-40F4-AB55-C1EC5F7B6FDB}" dt="2026-09-07T15:03:44.835" v="55" actId="14100"/>
          <ac:picMkLst>
            <pc:docMk/>
            <pc:sldMk cId="799471456" sldId="426"/>
            <ac:picMk id="3" creationId="{CF5E0E3E-7396-BC4D-CC8A-2DEF0A00F7A6}"/>
          </ac:picMkLst>
        </pc:picChg>
        <pc:picChg chg="del">
          <ac:chgData name="Άριστος Αρέστη" userId="813aa191-2d4c-464f-9d05-0a7e494d859f" providerId="ADAL" clId="{92E2DEE1-7E50-40F4-AB55-C1EC5F7B6FDB}" dt="2026-09-07T15:03:33.571" v="51" actId="478"/>
          <ac:picMkLst>
            <pc:docMk/>
            <pc:sldMk cId="799471456" sldId="426"/>
            <ac:picMk id="61" creationId="{00000000-0000-0000-0000-000000000000}"/>
          </ac:picMkLst>
        </pc:picChg>
      </pc:sldChg>
    </pc:docChg>
  </pc:docChgLst>
  <pc:docChgLst>
    <pc:chgData name="Άριστος Αρέστη" userId="813aa191-2d4c-464f-9d05-0a7e494d859f" providerId="ADAL" clId="{61B9B2C4-CEBF-42A8-BDB9-5DA7067D7AD5}"/>
    <pc:docChg chg="custSel addSld delSld modSld modSection">
      <pc:chgData name="Άριστος Αρέστη" userId="813aa191-2d4c-464f-9d05-0a7e494d859f" providerId="ADAL" clId="{61B9B2C4-CEBF-42A8-BDB9-5DA7067D7AD5}" dt="2026-09-07T06:45:38.142" v="109" actId="478"/>
      <pc:docMkLst>
        <pc:docMk/>
      </pc:docMkLst>
      <pc:sldChg chg="addSp delSp modSp mod">
        <pc:chgData name="Άριστος Αρέστη" userId="813aa191-2d4c-464f-9d05-0a7e494d859f" providerId="ADAL" clId="{61B9B2C4-CEBF-42A8-BDB9-5DA7067D7AD5}" dt="2026-09-07T06:11:10.622" v="103" actId="14100"/>
        <pc:sldMkLst>
          <pc:docMk/>
          <pc:sldMk cId="1459875993" sldId="258"/>
        </pc:sldMkLst>
        <pc:spChg chg="mod">
          <ac:chgData name="Άριστος Αρέστη" userId="813aa191-2d4c-464f-9d05-0a7e494d859f" providerId="ADAL" clId="{61B9B2C4-CEBF-42A8-BDB9-5DA7067D7AD5}" dt="2026-09-07T05:59:31.565" v="24" actId="20577"/>
          <ac:spMkLst>
            <pc:docMk/>
            <pc:sldMk cId="1459875993" sldId="258"/>
            <ac:spMk id="2" creationId="{00000000-0000-0000-0000-000000000000}"/>
          </ac:spMkLst>
        </pc:spChg>
        <pc:spChg chg="mod">
          <ac:chgData name="Άριστος Αρέστη" userId="813aa191-2d4c-464f-9d05-0a7e494d859f" providerId="ADAL" clId="{61B9B2C4-CEBF-42A8-BDB9-5DA7067D7AD5}" dt="2026-09-07T06:10:28.455" v="98" actId="27636"/>
          <ac:spMkLst>
            <pc:docMk/>
            <pc:sldMk cId="1459875993" sldId="258"/>
            <ac:spMk id="4" creationId="{00000000-0000-0000-0000-000000000000}"/>
          </ac:spMkLst>
        </pc:spChg>
        <pc:picChg chg="add mod">
          <ac:chgData name="Άριστος Αρέστη" userId="813aa191-2d4c-464f-9d05-0a7e494d859f" providerId="ADAL" clId="{61B9B2C4-CEBF-42A8-BDB9-5DA7067D7AD5}" dt="2026-09-07T06:11:10.622" v="103" actId="14100"/>
          <ac:picMkLst>
            <pc:docMk/>
            <pc:sldMk cId="1459875993" sldId="258"/>
            <ac:picMk id="5" creationId="{BBA02C3F-3FC2-47A5-6D34-B4CB06BA0716}"/>
          </ac:picMkLst>
        </pc:picChg>
        <pc:picChg chg="del">
          <ac:chgData name="Άριστος Αρέστη" userId="813aa191-2d4c-464f-9d05-0a7e494d859f" providerId="ADAL" clId="{61B9B2C4-CEBF-42A8-BDB9-5DA7067D7AD5}" dt="2026-09-07T05:59:37.542" v="25" actId="478"/>
          <ac:picMkLst>
            <pc:docMk/>
            <pc:sldMk cId="1459875993" sldId="258"/>
            <ac:picMk id="8" creationId="{8E9A73BA-365C-E2C8-1AAC-997F4AF39F5C}"/>
          </ac:picMkLst>
        </pc:picChg>
      </pc:sldChg>
      <pc:sldChg chg="modSp mod">
        <pc:chgData name="Άριστος Αρέστη" userId="813aa191-2d4c-464f-9d05-0a7e494d859f" providerId="ADAL" clId="{61B9B2C4-CEBF-42A8-BDB9-5DA7067D7AD5}" dt="2026-09-07T05:58:44.264" v="7" actId="27636"/>
        <pc:sldMkLst>
          <pc:docMk/>
          <pc:sldMk cId="1858723173" sldId="423"/>
        </pc:sldMkLst>
        <pc:spChg chg="mod">
          <ac:chgData name="Άριστος Αρέστη" userId="813aa191-2d4c-464f-9d05-0a7e494d859f" providerId="ADAL" clId="{61B9B2C4-CEBF-42A8-BDB9-5DA7067D7AD5}" dt="2026-09-07T05:58:44.264" v="7" actId="27636"/>
          <ac:spMkLst>
            <pc:docMk/>
            <pc:sldMk cId="1858723173" sldId="423"/>
            <ac:spMk id="3" creationId="{00000000-0000-0000-0000-000000000000}"/>
          </ac:spMkLst>
        </pc:spChg>
      </pc:sldChg>
      <pc:sldChg chg="del">
        <pc:chgData name="Άριστος Αρέστη" userId="813aa191-2d4c-464f-9d05-0a7e494d859f" providerId="ADAL" clId="{61B9B2C4-CEBF-42A8-BDB9-5DA7067D7AD5}" dt="2026-09-07T06:14:49.670" v="104" actId="47"/>
        <pc:sldMkLst>
          <pc:docMk/>
          <pc:sldMk cId="2570149264" sldId="424"/>
        </pc:sldMkLst>
      </pc:sldChg>
      <pc:sldChg chg="addSp delSp modSp add mod setBg delDesignElem">
        <pc:chgData name="Άριστος Αρέστη" userId="813aa191-2d4c-464f-9d05-0a7e494d859f" providerId="ADAL" clId="{61B9B2C4-CEBF-42A8-BDB9-5DA7067D7AD5}" dt="2026-09-07T06:45:38.142" v="109" actId="478"/>
        <pc:sldMkLst>
          <pc:docMk/>
          <pc:sldMk cId="2972475615" sldId="424"/>
        </pc:sldMkLst>
        <pc:spChg chg="mod">
          <ac:chgData name="Άριστος Αρέστη" userId="813aa191-2d4c-464f-9d05-0a7e494d859f" providerId="ADAL" clId="{61B9B2C4-CEBF-42A8-BDB9-5DA7067D7AD5}" dt="2026-09-07T06:45:28.023" v="107"/>
          <ac:spMkLst>
            <pc:docMk/>
            <pc:sldMk cId="2972475615" sldId="424"/>
            <ac:spMk id="2" creationId="{00000000-0000-0000-0000-000000000000}"/>
          </ac:spMkLst>
        </pc:spChg>
        <pc:spChg chg="del">
          <ac:chgData name="Άριστος Αρέστη" userId="813aa191-2d4c-464f-9d05-0a7e494d859f" providerId="ADAL" clId="{61B9B2C4-CEBF-42A8-BDB9-5DA7067D7AD5}" dt="2026-09-07T06:45:38.142" v="109" actId="478"/>
          <ac:spMkLst>
            <pc:docMk/>
            <pc:sldMk cId="2972475615" sldId="424"/>
            <ac:spMk id="4" creationId="{00000000-0000-0000-0000-000000000000}"/>
          </ac:spMkLst>
        </pc:spChg>
        <pc:spChg chg="add mod">
          <ac:chgData name="Άριστος Αρέστη" userId="813aa191-2d4c-464f-9d05-0a7e494d859f" providerId="ADAL" clId="{61B9B2C4-CEBF-42A8-BDB9-5DA7067D7AD5}" dt="2026-09-07T06:45:38.142" v="109" actId="478"/>
          <ac:spMkLst>
            <pc:docMk/>
            <pc:sldMk cId="2972475615" sldId="424"/>
            <ac:spMk id="6" creationId="{911C51EA-C014-6A3A-0EF1-826584AACE45}"/>
          </ac:spMkLst>
        </pc:spChg>
        <pc:spChg chg="del">
          <ac:chgData name="Άριστος Αρέστη" userId="813aa191-2d4c-464f-9d05-0a7e494d859f" providerId="ADAL" clId="{61B9B2C4-CEBF-42A8-BDB9-5DA7067D7AD5}" dt="2026-09-07T06:14:57.541" v="106"/>
          <ac:spMkLst>
            <pc:docMk/>
            <pc:sldMk cId="2972475615" sldId="424"/>
            <ac:spMk id="26" creationId="{3F088236-D655-4F88-B238-E16762358025}"/>
          </ac:spMkLst>
        </pc:spChg>
        <pc:spChg chg="del">
          <ac:chgData name="Άριστος Αρέστη" userId="813aa191-2d4c-464f-9d05-0a7e494d859f" providerId="ADAL" clId="{61B9B2C4-CEBF-42A8-BDB9-5DA7067D7AD5}" dt="2026-09-07T06:14:57.541" v="106"/>
          <ac:spMkLst>
            <pc:docMk/>
            <pc:sldMk cId="2972475615" sldId="424"/>
            <ac:spMk id="28" creationId="{3DAC0C92-199E-475C-9390-119A9B027276}"/>
          </ac:spMkLst>
        </pc:spChg>
        <pc:spChg chg="del">
          <ac:chgData name="Άριστος Αρέστη" userId="813aa191-2d4c-464f-9d05-0a7e494d859f" providerId="ADAL" clId="{61B9B2C4-CEBF-42A8-BDB9-5DA7067D7AD5}" dt="2026-09-07T06:14:57.541" v="106"/>
          <ac:spMkLst>
            <pc:docMk/>
            <pc:sldMk cId="2972475615" sldId="424"/>
            <ac:spMk id="30" creationId="{C4CFB339-0ED8-4FE2-9EF1-6D1375B8499B}"/>
          </ac:spMkLst>
        </pc:spChg>
        <pc:spChg chg="del">
          <ac:chgData name="Άριστος Αρέστη" userId="813aa191-2d4c-464f-9d05-0a7e494d859f" providerId="ADAL" clId="{61B9B2C4-CEBF-42A8-BDB9-5DA7067D7AD5}" dt="2026-09-07T06:14:57.541" v="106"/>
          <ac:spMkLst>
            <pc:docMk/>
            <pc:sldMk cId="2972475615" sldId="424"/>
            <ac:spMk id="32" creationId="{31896C80-2069-4431-9C19-83B913734490}"/>
          </ac:spMkLst>
        </pc:spChg>
        <pc:spChg chg="del">
          <ac:chgData name="Άριστος Αρέστη" userId="813aa191-2d4c-464f-9d05-0a7e494d859f" providerId="ADAL" clId="{61B9B2C4-CEBF-42A8-BDB9-5DA7067D7AD5}" dt="2026-09-07T06:14:57.541" v="106"/>
          <ac:spMkLst>
            <pc:docMk/>
            <pc:sldMk cId="2972475615" sldId="424"/>
            <ac:spMk id="34" creationId="{BF120A21-0841-4823-B0C4-28AEBCEF9B78}"/>
          </ac:spMkLst>
        </pc:spChg>
        <pc:spChg chg="del">
          <ac:chgData name="Άριστος Αρέστη" userId="813aa191-2d4c-464f-9d05-0a7e494d859f" providerId="ADAL" clId="{61B9B2C4-CEBF-42A8-BDB9-5DA7067D7AD5}" dt="2026-09-07T06:14:57.541" v="106"/>
          <ac:spMkLst>
            <pc:docMk/>
            <pc:sldMk cId="2972475615" sldId="424"/>
            <ac:spMk id="36" creationId="{DBB05BAE-BBD3-4289-899F-A6851503C6B0}"/>
          </ac:spMkLst>
        </pc:spChg>
        <pc:spChg chg="del">
          <ac:chgData name="Άριστος Αρέστη" userId="813aa191-2d4c-464f-9d05-0a7e494d859f" providerId="ADAL" clId="{61B9B2C4-CEBF-42A8-BDB9-5DA7067D7AD5}" dt="2026-09-07T06:14:57.541" v="106"/>
          <ac:spMkLst>
            <pc:docMk/>
            <pc:sldMk cId="2972475615" sldId="424"/>
            <ac:spMk id="38" creationId="{9874D11C-36F5-4BBE-A490-019A54E953B0}"/>
          </ac:spMkLst>
        </pc:spChg>
        <pc:grpChg chg="del">
          <ac:chgData name="Άριστος Αρέστη" userId="813aa191-2d4c-464f-9d05-0a7e494d859f" providerId="ADAL" clId="{61B9B2C4-CEBF-42A8-BDB9-5DA7067D7AD5}" dt="2026-09-07T06:14:57.541" v="106"/>
          <ac:grpSpMkLst>
            <pc:docMk/>
            <pc:sldMk cId="2972475615" sldId="424"/>
            <ac:grpSpMk id="10" creationId="{E4951899-B99C-47AB-9C7C-16264D7A14C5}"/>
          </ac:grpSpMkLst>
        </pc:grpChg>
        <pc:picChg chg="del">
          <ac:chgData name="Άριστος Αρέστη" userId="813aa191-2d4c-464f-9d05-0a7e494d859f" providerId="ADAL" clId="{61B9B2C4-CEBF-42A8-BDB9-5DA7067D7AD5}" dt="2026-09-07T06:45:32.268" v="108" actId="478"/>
          <ac:picMkLst>
            <pc:docMk/>
            <pc:sldMk cId="2972475615" sldId="424"/>
            <ac:picMk id="5" creationId="{BBA02C3F-3FC2-47A5-6D34-B4CB06BA0716}"/>
          </ac:picMkLst>
        </pc:picChg>
        <pc:cxnChg chg="del">
          <ac:chgData name="Άριστος Αρέστη" userId="813aa191-2d4c-464f-9d05-0a7e494d859f" providerId="ADAL" clId="{61B9B2C4-CEBF-42A8-BDB9-5DA7067D7AD5}" dt="2026-09-07T06:14:57.541" v="106"/>
          <ac:cxnSpMkLst>
            <pc:docMk/>
            <pc:sldMk cId="2972475615" sldId="424"/>
            <ac:cxnSpMk id="22" creationId="{64FA5DFF-7FE6-4855-84E6-DFA78EE978BD}"/>
          </ac:cxnSpMkLst>
        </pc:cxnChg>
        <pc:cxnChg chg="del">
          <ac:chgData name="Άριστος Αρέστη" userId="813aa191-2d4c-464f-9d05-0a7e494d859f" providerId="ADAL" clId="{61B9B2C4-CEBF-42A8-BDB9-5DA7067D7AD5}" dt="2026-09-07T06:14:57.541" v="106"/>
          <ac:cxnSpMkLst>
            <pc:docMk/>
            <pc:sldMk cId="2972475615" sldId="424"/>
            <ac:cxnSpMk id="24" creationId="{2AFD8CBA-54A3-4363-991B-B9C631BBFA74}"/>
          </ac:cxnSpMkLst>
        </pc:cxnChg>
      </pc:sldChg>
      <pc:sldChg chg="del">
        <pc:chgData name="Άριστος Αρέστη" userId="813aa191-2d4c-464f-9d05-0a7e494d859f" providerId="ADAL" clId="{61B9B2C4-CEBF-42A8-BDB9-5DA7067D7AD5}" dt="2026-09-07T06:14:49.670" v="104" actId="47"/>
        <pc:sldMkLst>
          <pc:docMk/>
          <pc:sldMk cId="3786659628" sldId="425"/>
        </pc:sldMkLst>
      </pc:sldChg>
      <pc:sldChg chg="del">
        <pc:chgData name="Άριστος Αρέστη" userId="813aa191-2d4c-464f-9d05-0a7e494d859f" providerId="ADAL" clId="{61B9B2C4-CEBF-42A8-BDB9-5DA7067D7AD5}" dt="2026-09-07T06:14:49.670" v="104" actId="47"/>
        <pc:sldMkLst>
          <pc:docMk/>
          <pc:sldMk cId="2075458874" sldId="426"/>
        </pc:sldMkLst>
      </pc:sldChg>
      <pc:sldChg chg="del">
        <pc:chgData name="Άριστος Αρέστη" userId="813aa191-2d4c-464f-9d05-0a7e494d859f" providerId="ADAL" clId="{61B9B2C4-CEBF-42A8-BDB9-5DA7067D7AD5}" dt="2026-09-07T06:14:49.670" v="104" actId="47"/>
        <pc:sldMkLst>
          <pc:docMk/>
          <pc:sldMk cId="643881412" sldId="427"/>
        </pc:sldMkLst>
      </pc:sldChg>
    </pc:docChg>
  </pc:docChgLst>
  <pc:docChgLst>
    <pc:chgData name="Άριστος Αρέστη" userId="813aa191-2d4c-464f-9d05-0a7e494d859f" providerId="ADAL" clId="{48267B4E-3ACF-40CF-90A0-D1F5AD9ACFDD}"/>
    <pc:docChg chg="undo custSel addSld delSld modSld sldOrd addSection delSection modSection">
      <pc:chgData name="Άριστος Αρέστη" userId="813aa191-2d4c-464f-9d05-0a7e494d859f" providerId="ADAL" clId="{48267B4E-3ACF-40CF-90A0-D1F5AD9ACFDD}" dt="2026-09-06T12:56:02.636" v="954" actId="14100"/>
      <pc:docMkLst>
        <pc:docMk/>
      </pc:docMkLst>
      <pc:sldChg chg="modSp mod">
        <pc:chgData name="Άριστος Αρέστη" userId="813aa191-2d4c-464f-9d05-0a7e494d859f" providerId="ADAL" clId="{48267B4E-3ACF-40CF-90A0-D1F5AD9ACFDD}" dt="2026-09-06T05:26:33.763" v="46" actId="20577"/>
        <pc:sldMkLst>
          <pc:docMk/>
          <pc:sldMk cId="3026196822" sldId="256"/>
        </pc:sldMkLst>
        <pc:spChg chg="mod">
          <ac:chgData name="Άριστος Αρέστη" userId="813aa191-2d4c-464f-9d05-0a7e494d859f" providerId="ADAL" clId="{48267B4E-3ACF-40CF-90A0-D1F5AD9ACFDD}" dt="2026-09-06T05:26:33.763" v="46" actId="20577"/>
          <ac:spMkLst>
            <pc:docMk/>
            <pc:sldMk cId="3026196822" sldId="256"/>
            <ac:spMk id="2" creationId="{00000000-0000-0000-0000-000000000000}"/>
          </ac:spMkLst>
        </pc:spChg>
      </pc:sldChg>
      <pc:sldChg chg="addSp delSp modSp add del mod">
        <pc:chgData name="Άριστος Αρέστη" userId="813aa191-2d4c-464f-9d05-0a7e494d859f" providerId="ADAL" clId="{48267B4E-3ACF-40CF-90A0-D1F5AD9ACFDD}" dt="2026-09-06T05:53:39.681" v="117" actId="962"/>
        <pc:sldMkLst>
          <pc:docMk/>
          <pc:sldMk cId="1459875993" sldId="258"/>
        </pc:sldMkLst>
        <pc:spChg chg="mod">
          <ac:chgData name="Άριστος Αρέστη" userId="813aa191-2d4c-464f-9d05-0a7e494d859f" providerId="ADAL" clId="{48267B4E-3ACF-40CF-90A0-D1F5AD9ACFDD}" dt="2026-09-06T05:47:08.417" v="100" actId="26606"/>
          <ac:spMkLst>
            <pc:docMk/>
            <pc:sldMk cId="1459875993" sldId="258"/>
            <ac:spMk id="2" creationId="{00000000-0000-0000-0000-000000000000}"/>
          </ac:spMkLst>
        </pc:spChg>
        <pc:spChg chg="mod">
          <ac:chgData name="Άριστος Αρέστη" userId="813aa191-2d4c-464f-9d05-0a7e494d859f" providerId="ADAL" clId="{48267B4E-3ACF-40CF-90A0-D1F5AD9ACFDD}" dt="2026-09-06T05:47:08.417" v="100" actId="26606"/>
          <ac:spMkLst>
            <pc:docMk/>
            <pc:sldMk cId="1459875993" sldId="258"/>
            <ac:spMk id="4" creationId="{00000000-0000-0000-0000-000000000000}"/>
          </ac:spMkLst>
        </pc:spChg>
        <pc:spChg chg="add del">
          <ac:chgData name="Άριστος Αρέστη" userId="813aa191-2d4c-464f-9d05-0a7e494d859f" providerId="ADAL" clId="{48267B4E-3ACF-40CF-90A0-D1F5AD9ACFDD}" dt="2026-09-06T05:47:08.417" v="100" actId="26606"/>
          <ac:spMkLst>
            <pc:docMk/>
            <pc:sldMk cId="1459875993" sldId="258"/>
            <ac:spMk id="26" creationId="{3F088236-D655-4F88-B238-E16762358025}"/>
          </ac:spMkLst>
        </pc:spChg>
        <pc:spChg chg="add del">
          <ac:chgData name="Άριστος Αρέστη" userId="813aa191-2d4c-464f-9d05-0a7e494d859f" providerId="ADAL" clId="{48267B4E-3ACF-40CF-90A0-D1F5AD9ACFDD}" dt="2026-09-06T05:47:08.417" v="100" actId="26606"/>
          <ac:spMkLst>
            <pc:docMk/>
            <pc:sldMk cId="1459875993" sldId="258"/>
            <ac:spMk id="28" creationId="{3DAC0C92-199E-475C-9390-119A9B027276}"/>
          </ac:spMkLst>
        </pc:spChg>
        <pc:spChg chg="add del">
          <ac:chgData name="Άριστος Αρέστη" userId="813aa191-2d4c-464f-9d05-0a7e494d859f" providerId="ADAL" clId="{48267B4E-3ACF-40CF-90A0-D1F5AD9ACFDD}" dt="2026-09-06T05:47:08.417" v="100" actId="26606"/>
          <ac:spMkLst>
            <pc:docMk/>
            <pc:sldMk cId="1459875993" sldId="258"/>
            <ac:spMk id="30" creationId="{C4CFB339-0ED8-4FE2-9EF1-6D1375B8499B}"/>
          </ac:spMkLst>
        </pc:spChg>
        <pc:spChg chg="add del">
          <ac:chgData name="Άριστος Αρέστη" userId="813aa191-2d4c-464f-9d05-0a7e494d859f" providerId="ADAL" clId="{48267B4E-3ACF-40CF-90A0-D1F5AD9ACFDD}" dt="2026-09-06T05:47:08.417" v="100" actId="26606"/>
          <ac:spMkLst>
            <pc:docMk/>
            <pc:sldMk cId="1459875993" sldId="258"/>
            <ac:spMk id="32" creationId="{31896C80-2069-4431-9C19-83B913734490}"/>
          </ac:spMkLst>
        </pc:spChg>
        <pc:spChg chg="add del">
          <ac:chgData name="Άριστος Αρέστη" userId="813aa191-2d4c-464f-9d05-0a7e494d859f" providerId="ADAL" clId="{48267B4E-3ACF-40CF-90A0-D1F5AD9ACFDD}" dt="2026-09-06T05:47:08.417" v="100" actId="26606"/>
          <ac:spMkLst>
            <pc:docMk/>
            <pc:sldMk cId="1459875993" sldId="258"/>
            <ac:spMk id="34" creationId="{BF120A21-0841-4823-B0C4-28AEBCEF9B78}"/>
          </ac:spMkLst>
        </pc:spChg>
        <pc:spChg chg="add del">
          <ac:chgData name="Άριστος Αρέστη" userId="813aa191-2d4c-464f-9d05-0a7e494d859f" providerId="ADAL" clId="{48267B4E-3ACF-40CF-90A0-D1F5AD9ACFDD}" dt="2026-09-06T05:47:08.417" v="100" actId="26606"/>
          <ac:spMkLst>
            <pc:docMk/>
            <pc:sldMk cId="1459875993" sldId="258"/>
            <ac:spMk id="36" creationId="{DBB05BAE-BBD3-4289-899F-A6851503C6B0}"/>
          </ac:spMkLst>
        </pc:spChg>
        <pc:spChg chg="add del">
          <ac:chgData name="Άριστος Αρέστη" userId="813aa191-2d4c-464f-9d05-0a7e494d859f" providerId="ADAL" clId="{48267B4E-3ACF-40CF-90A0-D1F5AD9ACFDD}" dt="2026-09-06T05:47:08.417" v="100" actId="26606"/>
          <ac:spMkLst>
            <pc:docMk/>
            <pc:sldMk cId="1459875993" sldId="258"/>
            <ac:spMk id="38" creationId="{9874D11C-36F5-4BBE-A490-019A54E953B0}"/>
          </ac:spMkLst>
        </pc:spChg>
        <pc:spChg chg="add del">
          <ac:chgData name="Άριστος Αρέστη" userId="813aa191-2d4c-464f-9d05-0a7e494d859f" providerId="ADAL" clId="{48267B4E-3ACF-40CF-90A0-D1F5AD9ACFDD}" dt="2026-09-06T05:47:02.557" v="96" actId="26606"/>
          <ac:spMkLst>
            <pc:docMk/>
            <pc:sldMk cId="1459875993" sldId="258"/>
            <ac:spMk id="55" creationId="{3BCB5F6A-9EB0-40B0-9D13-3023E9A20508}"/>
          </ac:spMkLst>
        </pc:spChg>
        <pc:spChg chg="add del">
          <ac:chgData name="Άριστος Αρέστη" userId="813aa191-2d4c-464f-9d05-0a7e494d859f" providerId="ADAL" clId="{48267B4E-3ACF-40CF-90A0-D1F5AD9ACFDD}" dt="2026-09-06T05:47:04.071" v="98" actId="26606"/>
          <ac:spMkLst>
            <pc:docMk/>
            <pc:sldMk cId="1459875993" sldId="258"/>
            <ac:spMk id="59" creationId="{3F088236-D655-4F88-B238-E16762358025}"/>
          </ac:spMkLst>
        </pc:spChg>
        <pc:spChg chg="add del">
          <ac:chgData name="Άριστος Αρέστη" userId="813aa191-2d4c-464f-9d05-0a7e494d859f" providerId="ADAL" clId="{48267B4E-3ACF-40CF-90A0-D1F5AD9ACFDD}" dt="2026-09-06T05:47:04.071" v="98" actId="26606"/>
          <ac:spMkLst>
            <pc:docMk/>
            <pc:sldMk cId="1459875993" sldId="258"/>
            <ac:spMk id="61" creationId="{3DAC0C92-199E-475C-9390-119A9B027276}"/>
          </ac:spMkLst>
        </pc:spChg>
        <pc:spChg chg="add del">
          <ac:chgData name="Άριστος Αρέστη" userId="813aa191-2d4c-464f-9d05-0a7e494d859f" providerId="ADAL" clId="{48267B4E-3ACF-40CF-90A0-D1F5AD9ACFDD}" dt="2026-09-06T05:47:04.071" v="98" actId="26606"/>
          <ac:spMkLst>
            <pc:docMk/>
            <pc:sldMk cId="1459875993" sldId="258"/>
            <ac:spMk id="63" creationId="{C4CFB339-0ED8-4FE2-9EF1-6D1375B8499B}"/>
          </ac:spMkLst>
        </pc:spChg>
        <pc:spChg chg="add del">
          <ac:chgData name="Άριστος Αρέστη" userId="813aa191-2d4c-464f-9d05-0a7e494d859f" providerId="ADAL" clId="{48267B4E-3ACF-40CF-90A0-D1F5AD9ACFDD}" dt="2026-09-06T05:47:04.071" v="98" actId="26606"/>
          <ac:spMkLst>
            <pc:docMk/>
            <pc:sldMk cId="1459875993" sldId="258"/>
            <ac:spMk id="65" creationId="{31896C80-2069-4431-9C19-83B913734490}"/>
          </ac:spMkLst>
        </pc:spChg>
        <pc:spChg chg="add del">
          <ac:chgData name="Άριστος Αρέστη" userId="813aa191-2d4c-464f-9d05-0a7e494d859f" providerId="ADAL" clId="{48267B4E-3ACF-40CF-90A0-D1F5AD9ACFDD}" dt="2026-09-06T05:47:04.071" v="98" actId="26606"/>
          <ac:spMkLst>
            <pc:docMk/>
            <pc:sldMk cId="1459875993" sldId="258"/>
            <ac:spMk id="67" creationId="{BF120A21-0841-4823-B0C4-28AEBCEF9B78}"/>
          </ac:spMkLst>
        </pc:spChg>
        <pc:spChg chg="add del">
          <ac:chgData name="Άριστος Αρέστη" userId="813aa191-2d4c-464f-9d05-0a7e494d859f" providerId="ADAL" clId="{48267B4E-3ACF-40CF-90A0-D1F5AD9ACFDD}" dt="2026-09-06T05:47:04.071" v="98" actId="26606"/>
          <ac:spMkLst>
            <pc:docMk/>
            <pc:sldMk cId="1459875993" sldId="258"/>
            <ac:spMk id="69" creationId="{DBB05BAE-BBD3-4289-899F-A6851503C6B0}"/>
          </ac:spMkLst>
        </pc:spChg>
        <pc:spChg chg="add del">
          <ac:chgData name="Άριστος Αρέστη" userId="813aa191-2d4c-464f-9d05-0a7e494d859f" providerId="ADAL" clId="{48267B4E-3ACF-40CF-90A0-D1F5AD9ACFDD}" dt="2026-09-06T05:47:04.071" v="98" actId="26606"/>
          <ac:spMkLst>
            <pc:docMk/>
            <pc:sldMk cId="1459875993" sldId="258"/>
            <ac:spMk id="71" creationId="{9874D11C-36F5-4BBE-A490-019A54E953B0}"/>
          </ac:spMkLst>
        </pc:spChg>
        <pc:spChg chg="add del">
          <ac:chgData name="Άριστος Αρέστη" userId="813aa191-2d4c-464f-9d05-0a7e494d859f" providerId="ADAL" clId="{48267B4E-3ACF-40CF-90A0-D1F5AD9ACFDD}" dt="2026-09-06T05:47:08.417" v="100" actId="26606"/>
          <ac:spMkLst>
            <pc:docMk/>
            <pc:sldMk cId="1459875993" sldId="258"/>
            <ac:spMk id="74" creationId="{3BCB5F6A-9EB0-40B0-9D13-3023E9A20508}"/>
          </ac:spMkLst>
        </pc:spChg>
        <pc:grpChg chg="add del">
          <ac:chgData name="Άριστος Αρέστη" userId="813aa191-2d4c-464f-9d05-0a7e494d859f" providerId="ADAL" clId="{48267B4E-3ACF-40CF-90A0-D1F5AD9ACFDD}" dt="2026-09-06T05:47:08.417" v="100" actId="26606"/>
          <ac:grpSpMkLst>
            <pc:docMk/>
            <pc:sldMk cId="1459875993" sldId="258"/>
            <ac:grpSpMk id="10" creationId="{E4951899-B99C-47AB-9C7C-16264D7A14C5}"/>
          </ac:grpSpMkLst>
        </pc:grpChg>
        <pc:grpChg chg="add del">
          <ac:chgData name="Άριστος Αρέστη" userId="813aa191-2d4c-464f-9d05-0a7e494d859f" providerId="ADAL" clId="{48267B4E-3ACF-40CF-90A0-D1F5AD9ACFDD}" dt="2026-09-06T05:47:02.557" v="96" actId="26606"/>
          <ac:grpSpMkLst>
            <pc:docMk/>
            <pc:sldMk cId="1459875993" sldId="258"/>
            <ac:grpSpMk id="43" creationId="{E4951899-B99C-47AB-9C7C-16264D7A14C5}"/>
          </ac:grpSpMkLst>
        </pc:grpChg>
        <pc:grpChg chg="add del">
          <ac:chgData name="Άριστος Αρέστη" userId="813aa191-2d4c-464f-9d05-0a7e494d859f" providerId="ADAL" clId="{48267B4E-3ACF-40CF-90A0-D1F5AD9ACFDD}" dt="2026-09-06T05:47:04.071" v="98" actId="26606"/>
          <ac:grpSpMkLst>
            <pc:docMk/>
            <pc:sldMk cId="1459875993" sldId="258"/>
            <ac:grpSpMk id="58" creationId="{E4951899-B99C-47AB-9C7C-16264D7A14C5}"/>
          </ac:grpSpMkLst>
        </pc:grpChg>
        <pc:grpChg chg="add del">
          <ac:chgData name="Άριστος Αρέστη" userId="813aa191-2d4c-464f-9d05-0a7e494d859f" providerId="ADAL" clId="{48267B4E-3ACF-40CF-90A0-D1F5AD9ACFDD}" dt="2026-09-06T05:47:08.417" v="100" actId="26606"/>
          <ac:grpSpMkLst>
            <pc:docMk/>
            <pc:sldMk cId="1459875993" sldId="258"/>
            <ac:grpSpMk id="73" creationId="{E4951899-B99C-47AB-9C7C-16264D7A14C5}"/>
          </ac:grpSpMkLst>
        </pc:grpChg>
        <pc:picChg chg="del">
          <ac:chgData name="Άριστος Αρέστη" userId="813aa191-2d4c-464f-9d05-0a7e494d859f" providerId="ADAL" clId="{48267B4E-3ACF-40CF-90A0-D1F5AD9ACFDD}" dt="2026-09-06T05:40:48.824" v="79" actId="478"/>
          <ac:picMkLst>
            <pc:docMk/>
            <pc:sldMk cId="1459875993" sldId="258"/>
            <ac:picMk id="5" creationId="{F9C7443D-155B-C774-5622-77852D52D5F3}"/>
          </ac:picMkLst>
        </pc:picChg>
        <pc:picChg chg="add del mod ord">
          <ac:chgData name="Άριστος Αρέστη" userId="813aa191-2d4c-464f-9d05-0a7e494d859f" providerId="ADAL" clId="{48267B4E-3ACF-40CF-90A0-D1F5AD9ACFDD}" dt="2026-09-06T05:53:28.752" v="112" actId="478"/>
          <ac:picMkLst>
            <pc:docMk/>
            <pc:sldMk cId="1459875993" sldId="258"/>
            <ac:picMk id="6" creationId="{9F705020-9768-41E0-9FF4-3B466F5025F6}"/>
          </ac:picMkLst>
        </pc:picChg>
        <pc:picChg chg="add mod">
          <ac:chgData name="Άριστος Αρέστη" userId="813aa191-2d4c-464f-9d05-0a7e494d859f" providerId="ADAL" clId="{48267B4E-3ACF-40CF-90A0-D1F5AD9ACFDD}" dt="2026-09-06T05:53:39.681" v="117" actId="962"/>
          <ac:picMkLst>
            <pc:docMk/>
            <pc:sldMk cId="1459875993" sldId="258"/>
            <ac:picMk id="8" creationId="{8E9A73BA-365C-E2C8-1AAC-997F4AF39F5C}"/>
          </ac:picMkLst>
        </pc:picChg>
        <pc:cxnChg chg="add del">
          <ac:chgData name="Άριστος Αρέστη" userId="813aa191-2d4c-464f-9d05-0a7e494d859f" providerId="ADAL" clId="{48267B4E-3ACF-40CF-90A0-D1F5AD9ACFDD}" dt="2026-09-06T05:47:08.417" v="100" actId="26606"/>
          <ac:cxnSpMkLst>
            <pc:docMk/>
            <pc:sldMk cId="1459875993" sldId="258"/>
            <ac:cxnSpMk id="22" creationId="{64FA5DFF-7FE6-4855-84E6-DFA78EE978BD}"/>
          </ac:cxnSpMkLst>
        </pc:cxnChg>
        <pc:cxnChg chg="add del">
          <ac:chgData name="Άριστος Αρέστη" userId="813aa191-2d4c-464f-9d05-0a7e494d859f" providerId="ADAL" clId="{48267B4E-3ACF-40CF-90A0-D1F5AD9ACFDD}" dt="2026-09-06T05:47:08.417" v="100" actId="26606"/>
          <ac:cxnSpMkLst>
            <pc:docMk/>
            <pc:sldMk cId="1459875993" sldId="258"/>
            <ac:cxnSpMk id="24" creationId="{2AFD8CBA-54A3-4363-991B-B9C631BBFA74}"/>
          </ac:cxnSpMkLst>
        </pc:cxnChg>
        <pc:cxnChg chg="add del">
          <ac:chgData name="Άριστος Αρέστη" userId="813aa191-2d4c-464f-9d05-0a7e494d859f" providerId="ADAL" clId="{48267B4E-3ACF-40CF-90A0-D1F5AD9ACFDD}" dt="2026-09-06T05:47:04.071" v="98" actId="26606"/>
          <ac:cxnSpMkLst>
            <pc:docMk/>
            <pc:sldMk cId="1459875993" sldId="258"/>
            <ac:cxnSpMk id="57" creationId="{2AFD8CBA-54A3-4363-991B-B9C631BBFA74}"/>
          </ac:cxnSpMkLst>
        </pc:cxnChg>
        <pc:cxnChg chg="add del">
          <ac:chgData name="Άριστος Αρέστη" userId="813aa191-2d4c-464f-9d05-0a7e494d859f" providerId="ADAL" clId="{48267B4E-3ACF-40CF-90A0-D1F5AD9ACFDD}" dt="2026-09-06T05:47:04.071" v="98" actId="26606"/>
          <ac:cxnSpMkLst>
            <pc:docMk/>
            <pc:sldMk cId="1459875993" sldId="258"/>
            <ac:cxnSpMk id="60" creationId="{64FA5DFF-7FE6-4855-84E6-DFA78EE978BD}"/>
          </ac:cxnSpMkLst>
        </pc:cxnChg>
      </pc:sldChg>
      <pc:sldChg chg="add del">
        <pc:chgData name="Άριστος Αρέστη" userId="813aa191-2d4c-464f-9d05-0a7e494d859f" providerId="ADAL" clId="{48267B4E-3ACF-40CF-90A0-D1F5AD9ACFDD}" dt="2026-09-06T05:47:30.559" v="104" actId="47"/>
        <pc:sldMkLst>
          <pc:docMk/>
          <pc:sldMk cId="2467819896" sldId="278"/>
        </pc:sldMkLst>
      </pc:sldChg>
      <pc:sldChg chg="modSp mod">
        <pc:chgData name="Άριστος Αρέστη" userId="813aa191-2d4c-464f-9d05-0a7e494d859f" providerId="ADAL" clId="{48267B4E-3ACF-40CF-90A0-D1F5AD9ACFDD}" dt="2026-09-06T05:39:11.345" v="55" actId="6549"/>
        <pc:sldMkLst>
          <pc:docMk/>
          <pc:sldMk cId="1858723173" sldId="423"/>
        </pc:sldMkLst>
        <pc:spChg chg="mod">
          <ac:chgData name="Άριστος Αρέστη" userId="813aa191-2d4c-464f-9d05-0a7e494d859f" providerId="ADAL" clId="{48267B4E-3ACF-40CF-90A0-D1F5AD9ACFDD}" dt="2026-09-06T05:39:11.345" v="55" actId="6549"/>
          <ac:spMkLst>
            <pc:docMk/>
            <pc:sldMk cId="1858723173" sldId="423"/>
            <ac:spMk id="3" creationId="{00000000-0000-0000-0000-000000000000}"/>
          </ac:spMkLst>
        </pc:spChg>
      </pc:sldChg>
      <pc:sldChg chg="addSp delSp modSp add mod setBg delDesignElem">
        <pc:chgData name="Άριστος Αρέστη" userId="813aa191-2d4c-464f-9d05-0a7e494d859f" providerId="ADAL" clId="{48267B4E-3ACF-40CF-90A0-D1F5AD9ACFDD}" dt="2026-09-06T05:59:43.684" v="150" actId="14100"/>
        <pc:sldMkLst>
          <pc:docMk/>
          <pc:sldMk cId="2570149264" sldId="424"/>
        </pc:sldMkLst>
        <pc:spChg chg="mod">
          <ac:chgData name="Άριστος Αρέστη" userId="813aa191-2d4c-464f-9d05-0a7e494d859f" providerId="ADAL" clId="{48267B4E-3ACF-40CF-90A0-D1F5AD9ACFDD}" dt="2026-09-06T05:59:09.216" v="142" actId="20577"/>
          <ac:spMkLst>
            <pc:docMk/>
            <pc:sldMk cId="2570149264" sldId="424"/>
            <ac:spMk id="2" creationId="{00000000-0000-0000-0000-000000000000}"/>
          </ac:spMkLst>
        </pc:spChg>
        <pc:spChg chg="del">
          <ac:chgData name="Άριστος Αρέστη" userId="813aa191-2d4c-464f-9d05-0a7e494d859f" providerId="ADAL" clId="{48267B4E-3ACF-40CF-90A0-D1F5AD9ACFDD}" dt="2026-09-06T05:59:13.628" v="143" actId="478"/>
          <ac:spMkLst>
            <pc:docMk/>
            <pc:sldMk cId="2570149264" sldId="424"/>
            <ac:spMk id="4" creationId="{00000000-0000-0000-0000-000000000000}"/>
          </ac:spMkLst>
        </pc:spChg>
        <pc:spChg chg="add del mod">
          <ac:chgData name="Άριστος Αρέστη" userId="813aa191-2d4c-464f-9d05-0a7e494d859f" providerId="ADAL" clId="{48267B4E-3ACF-40CF-90A0-D1F5AD9ACFDD}" dt="2026-09-06T05:59:15.540" v="144" actId="478"/>
          <ac:spMkLst>
            <pc:docMk/>
            <pc:sldMk cId="2570149264" sldId="424"/>
            <ac:spMk id="5" creationId="{4D53F617-8608-24CF-51CF-EAFE4DB320A3}"/>
          </ac:spMkLst>
        </pc:spChg>
        <pc:spChg chg="del">
          <ac:chgData name="Άριστος Αρέστη" userId="813aa191-2d4c-464f-9d05-0a7e494d859f" providerId="ADAL" clId="{48267B4E-3ACF-40CF-90A0-D1F5AD9ACFDD}" dt="2026-09-06T05:53:49.172" v="119"/>
          <ac:spMkLst>
            <pc:docMk/>
            <pc:sldMk cId="2570149264" sldId="424"/>
            <ac:spMk id="26" creationId="{3F088236-D655-4F88-B238-E16762358025}"/>
          </ac:spMkLst>
        </pc:spChg>
        <pc:spChg chg="del">
          <ac:chgData name="Άριστος Αρέστη" userId="813aa191-2d4c-464f-9d05-0a7e494d859f" providerId="ADAL" clId="{48267B4E-3ACF-40CF-90A0-D1F5AD9ACFDD}" dt="2026-09-06T05:53:49.172" v="119"/>
          <ac:spMkLst>
            <pc:docMk/>
            <pc:sldMk cId="2570149264" sldId="424"/>
            <ac:spMk id="28" creationId="{3DAC0C92-199E-475C-9390-119A9B027276}"/>
          </ac:spMkLst>
        </pc:spChg>
        <pc:spChg chg="del">
          <ac:chgData name="Άριστος Αρέστη" userId="813aa191-2d4c-464f-9d05-0a7e494d859f" providerId="ADAL" clId="{48267B4E-3ACF-40CF-90A0-D1F5AD9ACFDD}" dt="2026-09-06T05:53:49.172" v="119"/>
          <ac:spMkLst>
            <pc:docMk/>
            <pc:sldMk cId="2570149264" sldId="424"/>
            <ac:spMk id="30" creationId="{C4CFB339-0ED8-4FE2-9EF1-6D1375B8499B}"/>
          </ac:spMkLst>
        </pc:spChg>
        <pc:spChg chg="del">
          <ac:chgData name="Άριστος Αρέστη" userId="813aa191-2d4c-464f-9d05-0a7e494d859f" providerId="ADAL" clId="{48267B4E-3ACF-40CF-90A0-D1F5AD9ACFDD}" dt="2026-09-06T05:53:49.172" v="119"/>
          <ac:spMkLst>
            <pc:docMk/>
            <pc:sldMk cId="2570149264" sldId="424"/>
            <ac:spMk id="32" creationId="{31896C80-2069-4431-9C19-83B913734490}"/>
          </ac:spMkLst>
        </pc:spChg>
        <pc:spChg chg="del">
          <ac:chgData name="Άριστος Αρέστη" userId="813aa191-2d4c-464f-9d05-0a7e494d859f" providerId="ADAL" clId="{48267B4E-3ACF-40CF-90A0-D1F5AD9ACFDD}" dt="2026-09-06T05:53:49.172" v="119"/>
          <ac:spMkLst>
            <pc:docMk/>
            <pc:sldMk cId="2570149264" sldId="424"/>
            <ac:spMk id="34" creationId="{BF120A21-0841-4823-B0C4-28AEBCEF9B78}"/>
          </ac:spMkLst>
        </pc:spChg>
        <pc:spChg chg="del">
          <ac:chgData name="Άριστος Αρέστη" userId="813aa191-2d4c-464f-9d05-0a7e494d859f" providerId="ADAL" clId="{48267B4E-3ACF-40CF-90A0-D1F5AD9ACFDD}" dt="2026-09-06T05:53:49.172" v="119"/>
          <ac:spMkLst>
            <pc:docMk/>
            <pc:sldMk cId="2570149264" sldId="424"/>
            <ac:spMk id="36" creationId="{DBB05BAE-BBD3-4289-899F-A6851503C6B0}"/>
          </ac:spMkLst>
        </pc:spChg>
        <pc:spChg chg="del">
          <ac:chgData name="Άριστος Αρέστη" userId="813aa191-2d4c-464f-9d05-0a7e494d859f" providerId="ADAL" clId="{48267B4E-3ACF-40CF-90A0-D1F5AD9ACFDD}" dt="2026-09-06T05:53:49.172" v="119"/>
          <ac:spMkLst>
            <pc:docMk/>
            <pc:sldMk cId="2570149264" sldId="424"/>
            <ac:spMk id="38" creationId="{9874D11C-36F5-4BBE-A490-019A54E953B0}"/>
          </ac:spMkLst>
        </pc:spChg>
        <pc:grpChg chg="del">
          <ac:chgData name="Άριστος Αρέστη" userId="813aa191-2d4c-464f-9d05-0a7e494d859f" providerId="ADAL" clId="{48267B4E-3ACF-40CF-90A0-D1F5AD9ACFDD}" dt="2026-09-06T05:53:49.172" v="119"/>
          <ac:grpSpMkLst>
            <pc:docMk/>
            <pc:sldMk cId="2570149264" sldId="424"/>
            <ac:grpSpMk id="10" creationId="{E4951899-B99C-47AB-9C7C-16264D7A14C5}"/>
          </ac:grpSpMkLst>
        </pc:grpChg>
        <pc:picChg chg="add mod">
          <ac:chgData name="Άριστος Αρέστη" userId="813aa191-2d4c-464f-9d05-0a7e494d859f" providerId="ADAL" clId="{48267B4E-3ACF-40CF-90A0-D1F5AD9ACFDD}" dt="2026-09-06T05:59:43.684" v="150" actId="14100"/>
          <ac:picMkLst>
            <pc:docMk/>
            <pc:sldMk cId="2570149264" sldId="424"/>
            <ac:picMk id="7" creationId="{22CA1806-EF69-5B9D-9D79-222BE567F167}"/>
          </ac:picMkLst>
        </pc:picChg>
        <pc:picChg chg="del">
          <ac:chgData name="Άριστος Αρέστη" userId="813aa191-2d4c-464f-9d05-0a7e494d859f" providerId="ADAL" clId="{48267B4E-3ACF-40CF-90A0-D1F5AD9ACFDD}" dt="2026-09-06T05:59:17.259" v="145" actId="478"/>
          <ac:picMkLst>
            <pc:docMk/>
            <pc:sldMk cId="2570149264" sldId="424"/>
            <ac:picMk id="8" creationId="{8E9A73BA-365C-E2C8-1AAC-997F4AF39F5C}"/>
          </ac:picMkLst>
        </pc:picChg>
        <pc:cxnChg chg="del">
          <ac:chgData name="Άριστος Αρέστη" userId="813aa191-2d4c-464f-9d05-0a7e494d859f" providerId="ADAL" clId="{48267B4E-3ACF-40CF-90A0-D1F5AD9ACFDD}" dt="2026-09-06T05:53:49.172" v="119"/>
          <ac:cxnSpMkLst>
            <pc:docMk/>
            <pc:sldMk cId="2570149264" sldId="424"/>
            <ac:cxnSpMk id="22" creationId="{64FA5DFF-7FE6-4855-84E6-DFA78EE978BD}"/>
          </ac:cxnSpMkLst>
        </pc:cxnChg>
        <pc:cxnChg chg="del">
          <ac:chgData name="Άριστος Αρέστη" userId="813aa191-2d4c-464f-9d05-0a7e494d859f" providerId="ADAL" clId="{48267B4E-3ACF-40CF-90A0-D1F5AD9ACFDD}" dt="2026-09-06T05:53:49.172" v="119"/>
          <ac:cxnSpMkLst>
            <pc:docMk/>
            <pc:sldMk cId="2570149264" sldId="424"/>
            <ac:cxnSpMk id="24" creationId="{2AFD8CBA-54A3-4363-991B-B9C631BBFA74}"/>
          </ac:cxnSpMkLst>
        </pc:cxnChg>
      </pc:sldChg>
      <pc:sldChg chg="add del">
        <pc:chgData name="Άριστος Αρέστη" userId="813aa191-2d4c-464f-9d05-0a7e494d859f" providerId="ADAL" clId="{48267B4E-3ACF-40CF-90A0-D1F5AD9ACFDD}" dt="2026-09-06T05:47:35.624" v="106" actId="47"/>
        <pc:sldMkLst>
          <pc:docMk/>
          <pc:sldMk cId="4223261051" sldId="424"/>
        </pc:sldMkLst>
      </pc:sldChg>
      <pc:sldChg chg="addSp delSp modSp add mod">
        <pc:chgData name="Άριστος Αρέστη" userId="813aa191-2d4c-464f-9d05-0a7e494d859f" providerId="ADAL" clId="{48267B4E-3ACF-40CF-90A0-D1F5AD9ACFDD}" dt="2026-09-06T12:18:33.059" v="877"/>
        <pc:sldMkLst>
          <pc:docMk/>
          <pc:sldMk cId="3786659628" sldId="425"/>
        </pc:sldMkLst>
        <pc:spChg chg="mod">
          <ac:chgData name="Άριστος Αρέστη" userId="813aa191-2d4c-464f-9d05-0a7e494d859f" providerId="ADAL" clId="{48267B4E-3ACF-40CF-90A0-D1F5AD9ACFDD}" dt="2026-09-06T12:09:22.962" v="707" actId="114"/>
          <ac:spMkLst>
            <pc:docMk/>
            <pc:sldMk cId="3786659628" sldId="425"/>
            <ac:spMk id="2" creationId="{00000000-0000-0000-0000-000000000000}"/>
          </ac:spMkLst>
        </pc:spChg>
        <pc:spChg chg="add del mod">
          <ac:chgData name="Άριστος Αρέστη" userId="813aa191-2d4c-464f-9d05-0a7e494d859f" providerId="ADAL" clId="{48267B4E-3ACF-40CF-90A0-D1F5AD9ACFDD}" dt="2026-09-06T07:55:01.606" v="201"/>
          <ac:spMkLst>
            <pc:docMk/>
            <pc:sldMk cId="3786659628" sldId="425"/>
            <ac:spMk id="3" creationId="{67F2E5BF-3A5F-4A70-7064-2FC3175730CD}"/>
          </ac:spMkLst>
        </pc:spChg>
        <pc:spChg chg="add mod">
          <ac:chgData name="Άριστος Αρέστη" userId="813aa191-2d4c-464f-9d05-0a7e494d859f" providerId="ADAL" clId="{48267B4E-3ACF-40CF-90A0-D1F5AD9ACFDD}" dt="2026-09-06T12:18:33.059" v="877"/>
          <ac:spMkLst>
            <pc:docMk/>
            <pc:sldMk cId="3786659628" sldId="425"/>
            <ac:spMk id="4" creationId="{EB3F7303-CEA4-CFC4-5052-5C4AC627408E}"/>
          </ac:spMkLst>
        </pc:spChg>
        <pc:picChg chg="del">
          <ac:chgData name="Άριστος Αρέστη" userId="813aa191-2d4c-464f-9d05-0a7e494d859f" providerId="ADAL" clId="{48267B4E-3ACF-40CF-90A0-D1F5AD9ACFDD}" dt="2026-09-06T06:20:51.074" v="182" actId="478"/>
          <ac:picMkLst>
            <pc:docMk/>
            <pc:sldMk cId="3786659628" sldId="425"/>
            <ac:picMk id="7" creationId="{22CA1806-EF69-5B9D-9D79-222BE567F167}"/>
          </ac:picMkLst>
        </pc:picChg>
      </pc:sldChg>
      <pc:sldChg chg="add del">
        <pc:chgData name="Άριστος Αρέστη" userId="813aa191-2d4c-464f-9d05-0a7e494d859f" providerId="ADAL" clId="{48267B4E-3ACF-40CF-90A0-D1F5AD9ACFDD}" dt="2026-09-06T05:47:39.123" v="108" actId="47"/>
        <pc:sldMkLst>
          <pc:docMk/>
          <pc:sldMk cId="4168441250" sldId="425"/>
        </pc:sldMkLst>
      </pc:sldChg>
      <pc:sldChg chg="modSp add mod ord">
        <pc:chgData name="Άριστος Αρέστη" userId="813aa191-2d4c-464f-9d05-0a7e494d859f" providerId="ADAL" clId="{48267B4E-3ACF-40CF-90A0-D1F5AD9ACFDD}" dt="2026-09-06T08:33:07.224" v="488"/>
        <pc:sldMkLst>
          <pc:docMk/>
          <pc:sldMk cId="2075458874" sldId="426"/>
        </pc:sldMkLst>
        <pc:spChg chg="mod">
          <ac:chgData name="Άριστος Αρέστη" userId="813aa191-2d4c-464f-9d05-0a7e494d859f" providerId="ADAL" clId="{48267B4E-3ACF-40CF-90A0-D1F5AD9ACFDD}" dt="2026-09-06T08:08:30.443" v="486" actId="14100"/>
          <ac:spMkLst>
            <pc:docMk/>
            <pc:sldMk cId="2075458874" sldId="426"/>
            <ac:spMk id="2" creationId="{00000000-0000-0000-0000-000000000000}"/>
          </ac:spMkLst>
        </pc:spChg>
      </pc:sldChg>
      <pc:sldChg chg="addSp modSp add mod">
        <pc:chgData name="Άριστος Αρέστη" userId="813aa191-2d4c-464f-9d05-0a7e494d859f" providerId="ADAL" clId="{48267B4E-3ACF-40CF-90A0-D1F5AD9ACFDD}" dt="2026-09-06T12:56:02.636" v="954" actId="14100"/>
        <pc:sldMkLst>
          <pc:docMk/>
          <pc:sldMk cId="643881412" sldId="427"/>
        </pc:sldMkLst>
        <pc:spChg chg="mod">
          <ac:chgData name="Άριστος Αρέστη" userId="813aa191-2d4c-464f-9d05-0a7e494d859f" providerId="ADAL" clId="{48267B4E-3ACF-40CF-90A0-D1F5AD9ACFDD}" dt="2026-09-06T12:40:24.164" v="907" actId="20577"/>
          <ac:spMkLst>
            <pc:docMk/>
            <pc:sldMk cId="643881412" sldId="427"/>
            <ac:spMk id="2" creationId="{00000000-0000-0000-0000-000000000000}"/>
          </ac:spMkLst>
        </pc:spChg>
        <pc:spChg chg="mod">
          <ac:chgData name="Άριστος Αρέστη" userId="813aa191-2d4c-464f-9d05-0a7e494d859f" providerId="ADAL" clId="{48267B4E-3ACF-40CF-90A0-D1F5AD9ACFDD}" dt="2026-09-06T12:55:49.370" v="951" actId="27636"/>
          <ac:spMkLst>
            <pc:docMk/>
            <pc:sldMk cId="643881412" sldId="427"/>
            <ac:spMk id="4" creationId="{EB3F7303-CEA4-CFC4-5052-5C4AC627408E}"/>
          </ac:spMkLst>
        </pc:spChg>
        <pc:picChg chg="add mod">
          <ac:chgData name="Άριστος Αρέστη" userId="813aa191-2d4c-464f-9d05-0a7e494d859f" providerId="ADAL" clId="{48267B4E-3ACF-40CF-90A0-D1F5AD9ACFDD}" dt="2026-09-06T12:56:02.636" v="954" actId="14100"/>
          <ac:picMkLst>
            <pc:docMk/>
            <pc:sldMk cId="643881412" sldId="427"/>
            <ac:picMk id="5" creationId="{DE3ABEED-FF67-76D9-E9F2-52FA6FAABEC5}"/>
          </ac:picMkLst>
        </pc:picChg>
        <pc:picChg chg="add mod">
          <ac:chgData name="Άριστος Αρέστη" userId="813aa191-2d4c-464f-9d05-0a7e494d859f" providerId="ADAL" clId="{48267B4E-3ACF-40CF-90A0-D1F5AD9ACFDD}" dt="2026-09-06T12:55:58.719" v="953" actId="14100"/>
          <ac:picMkLst>
            <pc:docMk/>
            <pc:sldMk cId="643881412" sldId="427"/>
            <ac:picMk id="7" creationId="{9090A21B-FFCB-DD2E-4B89-591C30C4AAE3}"/>
          </ac:picMkLst>
        </pc:picChg>
      </pc:sldChg>
      <pc:sldChg chg="del">
        <pc:chgData name="Άριστος Αρέστη" userId="813aa191-2d4c-464f-9d05-0a7e494d859f" providerId="ADAL" clId="{48267B4E-3ACF-40CF-90A0-D1F5AD9ACFDD}" dt="2026-09-06T05:26:44.690" v="47" actId="47"/>
        <pc:sldMkLst>
          <pc:docMk/>
          <pc:sldMk cId="3076537880" sldId="432"/>
        </pc:sldMkLst>
      </pc:sldChg>
      <pc:sldChg chg="add del">
        <pc:chgData name="Άριστος Αρέστη" userId="813aa191-2d4c-464f-9d05-0a7e494d859f" providerId="ADAL" clId="{48267B4E-3ACF-40CF-90A0-D1F5AD9ACFDD}" dt="2026-09-06T05:47:34.149" v="105" actId="47"/>
        <pc:sldMkLst>
          <pc:docMk/>
          <pc:sldMk cId="3406044108" sldId="433"/>
        </pc:sldMkLst>
      </pc:sldChg>
      <pc:sldChg chg="del">
        <pc:chgData name="Άριστος Αρέστη" userId="813aa191-2d4c-464f-9d05-0a7e494d859f" providerId="ADAL" clId="{48267B4E-3ACF-40CF-90A0-D1F5AD9ACFDD}" dt="2026-09-06T05:47:13.809" v="101" actId="47"/>
        <pc:sldMkLst>
          <pc:docMk/>
          <pc:sldMk cId="2870619907" sldId="434"/>
        </pc:sldMkLst>
      </pc:sldChg>
      <pc:sldChg chg="add del">
        <pc:chgData name="Άριστος Αρέστη" userId="813aa191-2d4c-464f-9d05-0a7e494d859f" providerId="ADAL" clId="{48267B4E-3ACF-40CF-90A0-D1F5AD9ACFDD}" dt="2026-09-06T05:47:37.552" v="107" actId="47"/>
        <pc:sldMkLst>
          <pc:docMk/>
          <pc:sldMk cId="3377036941" sldId="435"/>
        </pc:sldMkLst>
      </pc:sldChg>
      <pc:sldChg chg="add del">
        <pc:chgData name="Άριστος Αρέστη" userId="813aa191-2d4c-464f-9d05-0a7e494d859f" providerId="ADAL" clId="{48267B4E-3ACF-40CF-90A0-D1F5AD9ACFDD}" dt="2026-09-06T05:47:48.839" v="109" actId="47"/>
        <pc:sldMkLst>
          <pc:docMk/>
          <pc:sldMk cId="1937179050" sldId="436"/>
        </pc:sldMkLst>
      </pc:sldChg>
      <pc:sldChg chg="add del">
        <pc:chgData name="Άριστος Αρέστη" userId="813aa191-2d4c-464f-9d05-0a7e494d859f" providerId="ADAL" clId="{48267B4E-3ACF-40CF-90A0-D1F5AD9ACFDD}" dt="2026-09-06T05:47:48.839" v="109" actId="47"/>
        <pc:sldMkLst>
          <pc:docMk/>
          <pc:sldMk cId="46050486" sldId="437"/>
        </pc:sldMkLst>
      </pc:sldChg>
      <pc:sldChg chg="add del">
        <pc:chgData name="Άριστος Αρέστη" userId="813aa191-2d4c-464f-9d05-0a7e494d859f" providerId="ADAL" clId="{48267B4E-3ACF-40CF-90A0-D1F5AD9ACFDD}" dt="2026-09-06T05:47:48.839" v="109" actId="47"/>
        <pc:sldMkLst>
          <pc:docMk/>
          <pc:sldMk cId="354044467" sldId="438"/>
        </pc:sldMkLst>
      </pc:sldChg>
      <pc:sldChg chg="add del">
        <pc:chgData name="Άριστος Αρέστη" userId="813aa191-2d4c-464f-9d05-0a7e494d859f" providerId="ADAL" clId="{48267B4E-3ACF-40CF-90A0-D1F5AD9ACFDD}" dt="2026-09-06T05:47:57.457" v="111" actId="47"/>
        <pc:sldMkLst>
          <pc:docMk/>
          <pc:sldMk cId="3982398155" sldId="439"/>
        </pc:sldMkLst>
      </pc:sldChg>
      <pc:sldChg chg="add del">
        <pc:chgData name="Άριστος Αρέστη" userId="813aa191-2d4c-464f-9d05-0a7e494d859f" providerId="ADAL" clId="{48267B4E-3ACF-40CF-90A0-D1F5AD9ACFDD}" dt="2026-09-06T05:47:48.839" v="109" actId="47"/>
        <pc:sldMkLst>
          <pc:docMk/>
          <pc:sldMk cId="1631350224" sldId="440"/>
        </pc:sldMkLst>
      </pc:sldChg>
      <pc:sldChg chg="del">
        <pc:chgData name="Άριστος Αρέστη" userId="813aa191-2d4c-464f-9d05-0a7e494d859f" providerId="ADAL" clId="{48267B4E-3ACF-40CF-90A0-D1F5AD9ACFDD}" dt="2026-09-06T05:47:16.197" v="102" actId="47"/>
        <pc:sldMkLst>
          <pc:docMk/>
          <pc:sldMk cId="551315278" sldId="441"/>
        </pc:sldMkLst>
      </pc:sldChg>
      <pc:sldChg chg="add del">
        <pc:chgData name="Άριστος Αρέστη" userId="813aa191-2d4c-464f-9d05-0a7e494d859f" providerId="ADAL" clId="{48267B4E-3ACF-40CF-90A0-D1F5AD9ACFDD}" dt="2026-09-06T05:47:48.839" v="109" actId="47"/>
        <pc:sldMkLst>
          <pc:docMk/>
          <pc:sldMk cId="841146910" sldId="442"/>
        </pc:sldMkLst>
      </pc:sldChg>
      <pc:sldChg chg="add del">
        <pc:chgData name="Άριστος Αρέστη" userId="813aa191-2d4c-464f-9d05-0a7e494d859f" providerId="ADAL" clId="{48267B4E-3ACF-40CF-90A0-D1F5AD9ACFDD}" dt="2026-09-06T05:47:48.839" v="109" actId="47"/>
        <pc:sldMkLst>
          <pc:docMk/>
          <pc:sldMk cId="818767313" sldId="443"/>
        </pc:sldMkLst>
      </pc:sldChg>
      <pc:sldChg chg="add del">
        <pc:chgData name="Άριστος Αρέστη" userId="813aa191-2d4c-464f-9d05-0a7e494d859f" providerId="ADAL" clId="{48267B4E-3ACF-40CF-90A0-D1F5AD9ACFDD}" dt="2026-09-06T05:47:53.251" v="110" actId="47"/>
        <pc:sldMkLst>
          <pc:docMk/>
          <pc:sldMk cId="4030258494" sldId="44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ABF85C-F8FB-4CF1-A892-6B96CF4527BB}" type="datetimeFigureOut">
              <a:rPr lang="en-US" smtClean="0"/>
              <a:t>16-Sep-26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7520E1-37F4-465C-8C75-8C120D206C42}" type="slidenum">
              <a:rPr lang="en-US" smtClean="0"/>
              <a:t>‹#›</a:t>
            </a:fld>
            <a:endParaRPr lang="en-US"/>
          </a:p>
        </p:txBody>
      </p:sp>
    </p:spTree>
    <p:extLst>
      <p:ext uri="{BB962C8B-B14F-4D97-AF65-F5344CB8AC3E}">
        <p14:creationId xmlns:p14="http://schemas.microsoft.com/office/powerpoint/2010/main" val="159139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pliroforiki_a_lykeiou_simeioseis_2023_2024(1).pdf, σελ. 74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pliroforiki_a_lykeiou_simeioseis_2023_2024(1).pdf, σελ. 75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pliroforiki_a_lykeiou_simeioseis_2023_2024(1).pdf, σελ. 74</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9871859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E1AB97B-D0C7-4CCB-8568-F47C13D538D5}" type="datetimeFigureOut">
              <a:rPr lang="en-GB" smtClean="0"/>
              <a:t>16/09/2026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2239BDF-7A9B-44BA-815E-434EFA41A2DE}" type="slidenum">
              <a:rPr lang="en-GB" smtClean="0"/>
              <a:t>‹#›</a:t>
            </a:fld>
            <a:endParaRPr lang="en-GB"/>
          </a:p>
        </p:txBody>
      </p:sp>
    </p:spTree>
    <p:extLst>
      <p:ext uri="{BB962C8B-B14F-4D97-AF65-F5344CB8AC3E}">
        <p14:creationId xmlns:p14="http://schemas.microsoft.com/office/powerpoint/2010/main" val="21912884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E1AB97B-D0C7-4CCB-8568-F47C13D538D5}" type="datetimeFigureOut">
              <a:rPr lang="en-GB" smtClean="0"/>
              <a:t>16/09/2026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2239BDF-7A9B-44BA-815E-434EFA41A2DE}" type="slidenum">
              <a:rPr lang="en-GB" smtClean="0"/>
              <a:t>‹#›</a:t>
            </a:fld>
            <a:endParaRPr lang="en-GB"/>
          </a:p>
        </p:txBody>
      </p:sp>
    </p:spTree>
    <p:extLst>
      <p:ext uri="{BB962C8B-B14F-4D97-AF65-F5344CB8AC3E}">
        <p14:creationId xmlns:p14="http://schemas.microsoft.com/office/powerpoint/2010/main" val="40397476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E1AB97B-D0C7-4CCB-8568-F47C13D538D5}" type="datetimeFigureOut">
              <a:rPr lang="en-GB" smtClean="0"/>
              <a:t>16/09/2026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2239BDF-7A9B-44BA-815E-434EFA41A2DE}" type="slidenum">
              <a:rPr lang="en-GB" smtClean="0"/>
              <a:t>‹#›</a:t>
            </a:fld>
            <a:endParaRPr lang="en-GB"/>
          </a:p>
        </p:txBody>
      </p:sp>
    </p:spTree>
    <p:extLst>
      <p:ext uri="{BB962C8B-B14F-4D97-AF65-F5344CB8AC3E}">
        <p14:creationId xmlns:p14="http://schemas.microsoft.com/office/powerpoint/2010/main" val="9531076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E1AB97B-D0C7-4CCB-8568-F47C13D538D5}" type="datetimeFigureOut">
              <a:rPr lang="en-GB" smtClean="0"/>
              <a:t>16/09/2026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2239BDF-7A9B-44BA-815E-434EFA41A2DE}" type="slidenum">
              <a:rPr lang="en-GB" smtClean="0"/>
              <a:t>‹#›</a:t>
            </a:fld>
            <a:endParaRPr lang="en-GB"/>
          </a:p>
        </p:txBody>
      </p:sp>
    </p:spTree>
    <p:extLst>
      <p:ext uri="{BB962C8B-B14F-4D97-AF65-F5344CB8AC3E}">
        <p14:creationId xmlns:p14="http://schemas.microsoft.com/office/powerpoint/2010/main" val="2619841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E1AB97B-D0C7-4CCB-8568-F47C13D538D5}" type="datetimeFigureOut">
              <a:rPr lang="en-GB" smtClean="0"/>
              <a:t>16/09/2026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E2239BDF-7A9B-44BA-815E-434EFA41A2DE}" type="slidenum">
              <a:rPr lang="en-GB" smtClean="0"/>
              <a:t>‹#›</a:t>
            </a:fld>
            <a:endParaRPr lang="en-GB"/>
          </a:p>
        </p:txBody>
      </p:sp>
    </p:spTree>
    <p:extLst>
      <p:ext uri="{BB962C8B-B14F-4D97-AF65-F5344CB8AC3E}">
        <p14:creationId xmlns:p14="http://schemas.microsoft.com/office/powerpoint/2010/main" val="38835400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E1AB97B-D0C7-4CCB-8568-F47C13D538D5}" type="datetimeFigureOut">
              <a:rPr lang="en-GB" smtClean="0"/>
              <a:t>16/09/2026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E2239BDF-7A9B-44BA-815E-434EFA41A2DE}" type="slidenum">
              <a:rPr lang="en-GB" smtClean="0"/>
              <a:t>‹#›</a:t>
            </a:fld>
            <a:endParaRPr lang="en-GB"/>
          </a:p>
        </p:txBody>
      </p:sp>
    </p:spTree>
    <p:extLst>
      <p:ext uri="{BB962C8B-B14F-4D97-AF65-F5344CB8AC3E}">
        <p14:creationId xmlns:p14="http://schemas.microsoft.com/office/powerpoint/2010/main" val="2344101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1AB97B-D0C7-4CCB-8568-F47C13D538D5}" type="datetimeFigureOut">
              <a:rPr lang="en-GB" smtClean="0"/>
              <a:t>16/09/2026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E2239BDF-7A9B-44BA-815E-434EFA41A2DE}" type="slidenum">
              <a:rPr lang="en-GB" smtClean="0"/>
              <a:t>‹#›</a:t>
            </a:fld>
            <a:endParaRPr lang="en-GB"/>
          </a:p>
        </p:txBody>
      </p:sp>
    </p:spTree>
    <p:extLst>
      <p:ext uri="{BB962C8B-B14F-4D97-AF65-F5344CB8AC3E}">
        <p14:creationId xmlns:p14="http://schemas.microsoft.com/office/powerpoint/2010/main" val="19113064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E1AB97B-D0C7-4CCB-8568-F47C13D538D5}" type="datetimeFigureOut">
              <a:rPr lang="en-GB" smtClean="0"/>
              <a:t>16/09/2026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2239BDF-7A9B-44BA-815E-434EFA41A2DE}" type="slidenum">
              <a:rPr lang="en-GB" smtClean="0"/>
              <a:t>‹#›</a:t>
            </a:fld>
            <a:endParaRPr lang="en-GB"/>
          </a:p>
        </p:txBody>
      </p:sp>
    </p:spTree>
    <p:extLst>
      <p:ext uri="{BB962C8B-B14F-4D97-AF65-F5344CB8AC3E}">
        <p14:creationId xmlns:p14="http://schemas.microsoft.com/office/powerpoint/2010/main" val="38329182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2239BDF-7A9B-44BA-815E-434EFA41A2DE}" type="slidenum">
              <a:rPr lang="en-GB" smtClean="0"/>
              <a:t>‹#›</a:t>
            </a:fld>
            <a:endParaRPr lang="en-GB"/>
          </a:p>
        </p:txBody>
      </p:sp>
      <p:sp>
        <p:nvSpPr>
          <p:cNvPr id="5" name="Date Placeholder 4"/>
          <p:cNvSpPr>
            <a:spLocks noGrp="1"/>
          </p:cNvSpPr>
          <p:nvPr>
            <p:ph type="dt" sz="half" idx="10"/>
          </p:nvPr>
        </p:nvSpPr>
        <p:spPr/>
        <p:txBody>
          <a:bodyPr/>
          <a:lstStyle/>
          <a:p>
            <a:fld id="{0E1AB97B-D0C7-4CCB-8568-F47C13D538D5}" type="datetimeFigureOut">
              <a:rPr lang="en-GB" smtClean="0"/>
              <a:t>16/09/2026</a:t>
            </a:fld>
            <a:endParaRPr lang="en-GB"/>
          </a:p>
        </p:txBody>
      </p:sp>
    </p:spTree>
    <p:extLst>
      <p:ext uri="{BB962C8B-B14F-4D97-AF65-F5344CB8AC3E}">
        <p14:creationId xmlns:p14="http://schemas.microsoft.com/office/powerpoint/2010/main" val="6194105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E1AB97B-D0C7-4CCB-8568-F47C13D538D5}" type="datetimeFigureOut">
              <a:rPr lang="en-GB" smtClean="0"/>
              <a:t>16/09/2026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2239BDF-7A9B-44BA-815E-434EFA41A2DE}" type="slidenum">
              <a:rPr lang="en-GB" smtClean="0"/>
              <a:t>‹#›</a:t>
            </a:fld>
            <a:endParaRPr lang="en-GB"/>
          </a:p>
        </p:txBody>
      </p:sp>
    </p:spTree>
    <p:extLst>
      <p:ext uri="{BB962C8B-B14F-4D97-AF65-F5344CB8AC3E}">
        <p14:creationId xmlns:p14="http://schemas.microsoft.com/office/powerpoint/2010/main" val="19878295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E1AB97B-D0C7-4CCB-8568-F47C13D538D5}" type="datetimeFigureOut">
              <a:rPr lang="en-GB" smtClean="0"/>
              <a:t>16/09/2026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2239BDF-7A9B-44BA-815E-434EFA41A2DE}" type="slidenum">
              <a:rPr lang="en-GB" smtClean="0"/>
              <a:t>‹#›</a:t>
            </a:fld>
            <a:endParaRPr lang="en-GB"/>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749444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E1AB97B-D0C7-4CCB-8568-F47C13D538D5}" type="datetimeFigureOut">
              <a:rPr lang="en-GB" smtClean="0"/>
              <a:t>16/09/2026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2239BDF-7A9B-44BA-815E-434EFA41A2DE}" type="slidenum">
              <a:rPr lang="en-GB" smtClean="0"/>
              <a:t>‹#›</a:t>
            </a:fld>
            <a:endParaRPr lang="en-GB"/>
          </a:p>
        </p:txBody>
      </p:sp>
    </p:spTree>
    <p:extLst>
      <p:ext uri="{BB962C8B-B14F-4D97-AF65-F5344CB8AC3E}">
        <p14:creationId xmlns:p14="http://schemas.microsoft.com/office/powerpoint/2010/main" val="27207155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E1AB97B-D0C7-4CCB-8568-F47C13D538D5}" type="datetimeFigureOut">
              <a:rPr lang="en-GB" smtClean="0"/>
              <a:t>16/09/2026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2239BDF-7A9B-44BA-815E-434EFA41A2DE}" type="slidenum">
              <a:rPr lang="en-GB" smtClean="0"/>
              <a:t>‹#›</a:t>
            </a:fld>
            <a:endParaRPr lang="en-GB"/>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340971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E1AB97B-D0C7-4CCB-8568-F47C13D538D5}" type="datetimeFigureOut">
              <a:rPr lang="en-GB" smtClean="0"/>
              <a:t>16/09/2026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2239BDF-7A9B-44BA-815E-434EFA41A2DE}" type="slidenum">
              <a:rPr lang="en-GB" smtClean="0"/>
              <a:t>‹#›</a:t>
            </a:fld>
            <a:endParaRPr lang="en-GB"/>
          </a:p>
        </p:txBody>
      </p:sp>
    </p:spTree>
    <p:extLst>
      <p:ext uri="{BB962C8B-B14F-4D97-AF65-F5344CB8AC3E}">
        <p14:creationId xmlns:p14="http://schemas.microsoft.com/office/powerpoint/2010/main" val="17597257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E1AB97B-D0C7-4CCB-8568-F47C13D538D5}" type="datetimeFigureOut">
              <a:rPr lang="en-GB" smtClean="0"/>
              <a:t>16/09/2026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2239BDF-7A9B-44BA-815E-434EFA41A2DE}" type="slidenum">
              <a:rPr lang="en-GB" smtClean="0"/>
              <a:t>‹#›</a:t>
            </a:fld>
            <a:endParaRPr lang="en-GB"/>
          </a:p>
        </p:txBody>
      </p:sp>
    </p:spTree>
    <p:extLst>
      <p:ext uri="{BB962C8B-B14F-4D97-AF65-F5344CB8AC3E}">
        <p14:creationId xmlns:p14="http://schemas.microsoft.com/office/powerpoint/2010/main" val="8925674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E1AB97B-D0C7-4CCB-8568-F47C13D538D5}" type="datetimeFigureOut">
              <a:rPr lang="en-GB" smtClean="0"/>
              <a:t>16/09/2026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2239BDF-7A9B-44BA-815E-434EFA41A2DE}" type="slidenum">
              <a:rPr lang="en-GB" smtClean="0"/>
              <a:t>‹#›</a:t>
            </a:fld>
            <a:endParaRPr lang="en-GB"/>
          </a:p>
        </p:txBody>
      </p:sp>
    </p:spTree>
    <p:extLst>
      <p:ext uri="{BB962C8B-B14F-4D97-AF65-F5344CB8AC3E}">
        <p14:creationId xmlns:p14="http://schemas.microsoft.com/office/powerpoint/2010/main" val="29715001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0E1AB97B-D0C7-4CCB-8568-F47C13D538D5}" type="datetimeFigureOut">
              <a:rPr lang="en-GB" smtClean="0"/>
              <a:t>16/09/2026</a:t>
            </a:fld>
            <a:endParaRPr lang="en-GB"/>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E2239BDF-7A9B-44BA-815E-434EFA41A2DE}" type="slidenum">
              <a:rPr lang="en-GB" smtClean="0"/>
              <a:t>‹#›</a:t>
            </a:fld>
            <a:endParaRPr lang="en-GB"/>
          </a:p>
        </p:txBody>
      </p:sp>
    </p:spTree>
    <p:extLst>
      <p:ext uri="{BB962C8B-B14F-4D97-AF65-F5344CB8AC3E}">
        <p14:creationId xmlns:p14="http://schemas.microsoft.com/office/powerpoint/2010/main" val="329944324"/>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7" name="Rectangle 46">
            <a:extLst>
              <a:ext uri="{FF2B5EF4-FFF2-40B4-BE49-F238E27FC236}">
                <a16:creationId xmlns:a16="http://schemas.microsoft.com/office/drawing/2014/main" id="{2783C067-F8BF-4755-B516-8A0CD74CF6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664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Isosceles Triangle 48">
            <a:extLst>
              <a:ext uri="{FF2B5EF4-FFF2-40B4-BE49-F238E27FC236}">
                <a16:creationId xmlns:a16="http://schemas.microsoft.com/office/drawing/2014/main" id="{2ED796EC-E7FF-46DB-B912-FB08BF12AA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Y"/>
          </a:p>
        </p:txBody>
      </p:sp>
      <p:sp>
        <p:nvSpPr>
          <p:cNvPr id="51" name="Isosceles Triangle 50">
            <a:extLst>
              <a:ext uri="{FF2B5EF4-FFF2-40B4-BE49-F238E27FC236}">
                <a16:creationId xmlns:a16="http://schemas.microsoft.com/office/drawing/2014/main" id="{549A2DAB-B431-487D-95AD-BB0FECB49E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38534" y="3818467"/>
            <a:ext cx="4450292" cy="3039533"/>
          </a:xfrm>
          <a:prstGeom prst="triangle">
            <a:avLst>
              <a:gd name="adj" fmla="val 100000"/>
            </a:avLst>
          </a:prstGeom>
          <a:solidFill>
            <a:schemeClr val="accent1">
              <a:lumMod val="75000"/>
              <a:alpha val="88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Y"/>
          </a:p>
        </p:txBody>
      </p:sp>
      <p:cxnSp>
        <p:nvCxnSpPr>
          <p:cNvPr id="53" name="Straight Connector 52">
            <a:extLst>
              <a:ext uri="{FF2B5EF4-FFF2-40B4-BE49-F238E27FC236}">
                <a16:creationId xmlns:a16="http://schemas.microsoft.com/office/drawing/2014/main" id="{C5ECDEE1-7093-418F-9CF5-24EEB115C1C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134600" y="0"/>
            <a:ext cx="1727200" cy="6858000"/>
          </a:xfrm>
          <a:prstGeom prst="line">
            <a:avLst/>
          </a:prstGeom>
          <a:ln w="15875" cap="sq">
            <a:solidFill>
              <a:schemeClr val="accent2"/>
            </a:solidFill>
            <a:bevel/>
          </a:ln>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045062AF-EB11-4651-BC4A-4DA21768D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15875">
            <a:solidFill>
              <a:schemeClr val="accent1"/>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ctrTitle"/>
          </p:nvPr>
        </p:nvSpPr>
        <p:spPr>
          <a:xfrm>
            <a:off x="1507066" y="1397000"/>
            <a:ext cx="8102759" cy="2421467"/>
          </a:xfrm>
        </p:spPr>
        <p:txBody>
          <a:bodyPr>
            <a:normAutofit/>
          </a:bodyPr>
          <a:lstStyle/>
          <a:p>
            <a:pPr algn="l"/>
            <a:r>
              <a:rPr lang="el-GR" dirty="0"/>
              <a:t>Ήχος</a:t>
            </a:r>
            <a:endParaRPr lang="en-GB" dirty="0"/>
          </a:p>
        </p:txBody>
      </p:sp>
      <p:sp>
        <p:nvSpPr>
          <p:cNvPr id="57" name="Rectangle 27">
            <a:extLst>
              <a:ext uri="{FF2B5EF4-FFF2-40B4-BE49-F238E27FC236}">
                <a16:creationId xmlns:a16="http://schemas.microsoft.com/office/drawing/2014/main" id="{0819F787-32B4-46A8-BC57-C6571BCEE2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25641" y="0"/>
            <a:ext cx="1766359" cy="6858000"/>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Y"/>
          </a:p>
        </p:txBody>
      </p:sp>
    </p:spTree>
    <p:extLst>
      <p:ext uri="{BB962C8B-B14F-4D97-AF65-F5344CB8AC3E}">
        <p14:creationId xmlns:p14="http://schemas.microsoft.com/office/powerpoint/2010/main" val="30261968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l-GR" b="1" dirty="0"/>
              <a:t>Στόχοι σημερινού μαθήματος</a:t>
            </a:r>
            <a:endParaRPr lang="en-GB" b="1" dirty="0"/>
          </a:p>
        </p:txBody>
      </p:sp>
      <p:sp>
        <p:nvSpPr>
          <p:cNvPr id="3" name="Content Placeholder 2"/>
          <p:cNvSpPr>
            <a:spLocks noGrp="1"/>
          </p:cNvSpPr>
          <p:nvPr>
            <p:ph sz="half" idx="1"/>
          </p:nvPr>
        </p:nvSpPr>
        <p:spPr>
          <a:xfrm>
            <a:off x="677334" y="2160589"/>
            <a:ext cx="5637202" cy="3880772"/>
          </a:xfrm>
        </p:spPr>
        <p:txBody>
          <a:bodyPr>
            <a:normAutofit fontScale="85000" lnSpcReduction="10000"/>
          </a:bodyPr>
          <a:lstStyle/>
          <a:p>
            <a:r>
              <a:rPr lang="el-GR" sz="2800" dirty="0"/>
              <a:t>Να διχάζουμε και να διπλασιάζουμε ένα επιλεγμένο μέρος του ήχου </a:t>
            </a:r>
            <a:endParaRPr lang="en-US" sz="2800" dirty="0"/>
          </a:p>
          <a:p>
            <a:r>
              <a:rPr lang="el-GR" sz="2800" dirty="0"/>
              <a:t>Να χρησιμοποιούμε τα εφέ Fade In/Out </a:t>
            </a:r>
            <a:endParaRPr lang="en-US" sz="2800" dirty="0"/>
          </a:p>
          <a:p>
            <a:r>
              <a:rPr lang="el-GR" sz="2800" dirty="0"/>
              <a:t>Να αλλάζουμε την ταχύτητα και τον ρυθμό ενός ήχου </a:t>
            </a:r>
            <a:endParaRPr lang="en-US" sz="2800" dirty="0"/>
          </a:p>
          <a:p>
            <a:r>
              <a:rPr lang="el-GR" sz="2800" dirty="0"/>
              <a:t>Να εφαρμόζουμε αναστροφή χρόνου </a:t>
            </a:r>
            <a:endParaRPr lang="en-US" sz="2800" dirty="0"/>
          </a:p>
          <a:p>
            <a:r>
              <a:rPr lang="el-GR" sz="2800" dirty="0"/>
              <a:t>Να κατεβάζουμε ήχους από το Youtube</a:t>
            </a:r>
            <a:endParaRPr lang="el-GR" sz="3000" dirty="0">
              <a:latin typeface="+mj-lt"/>
            </a:endParaRPr>
          </a:p>
        </p:txBody>
      </p:sp>
      <p:pic>
        <p:nvPicPr>
          <p:cNvPr id="5" name="Content Placeholder 4"/>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825049" y="1916219"/>
            <a:ext cx="3810000" cy="3609975"/>
          </a:xfrm>
        </p:spPr>
      </p:pic>
    </p:spTree>
    <p:extLst>
      <p:ext uri="{BB962C8B-B14F-4D97-AF65-F5344CB8AC3E}">
        <p14:creationId xmlns:p14="http://schemas.microsoft.com/office/powerpoint/2010/main" val="18587231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E4951899-B99C-47AB-9C7C-16264D7A14C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1" name="Straight Connector 10">
              <a:extLst>
                <a:ext uri="{FF2B5EF4-FFF2-40B4-BE49-F238E27FC236}">
                  <a16:creationId xmlns:a16="http://schemas.microsoft.com/office/drawing/2014/main" id="{B94D217E-92A1-48B2-B6BF-8B6A35AF9DD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9582FD9-95AB-4339-8A07-BAD420BE104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6778DC79-DE09-4F89-81B1-275C542D7F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Rectangle 25">
              <a:extLst>
                <a:ext uri="{FF2B5EF4-FFF2-40B4-BE49-F238E27FC236}">
                  <a16:creationId xmlns:a16="http://schemas.microsoft.com/office/drawing/2014/main" id="{EAEC370A-1F34-4D8E-B065-81F6F568AA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Isosceles Triangle 14">
              <a:extLst>
                <a:ext uri="{FF2B5EF4-FFF2-40B4-BE49-F238E27FC236}">
                  <a16:creationId xmlns:a16="http://schemas.microsoft.com/office/drawing/2014/main" id="{A816EDF3-D9EE-488C-AFDC-0223815139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27">
              <a:extLst>
                <a:ext uri="{FF2B5EF4-FFF2-40B4-BE49-F238E27FC236}">
                  <a16:creationId xmlns:a16="http://schemas.microsoft.com/office/drawing/2014/main" id="{E8330BD4-97D9-4D24-815A-0E557B04F9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28">
              <a:extLst>
                <a:ext uri="{FF2B5EF4-FFF2-40B4-BE49-F238E27FC236}">
                  <a16:creationId xmlns:a16="http://schemas.microsoft.com/office/drawing/2014/main" id="{EA8EDE67-BAC0-478C-99D9-BBC5AD5320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Rectangle 29">
              <a:extLst>
                <a:ext uri="{FF2B5EF4-FFF2-40B4-BE49-F238E27FC236}">
                  <a16:creationId xmlns:a16="http://schemas.microsoft.com/office/drawing/2014/main" id="{33DFB3F3-2523-4F1F-BC2B-B97C172F2C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a:extLst>
                <a:ext uri="{FF2B5EF4-FFF2-40B4-BE49-F238E27FC236}">
                  <a16:creationId xmlns:a16="http://schemas.microsoft.com/office/drawing/2014/main" id="{5E5660E4-7443-4FCC-AD43-9D1AE972B5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Isosceles Triangle 19">
              <a:extLst>
                <a:ext uri="{FF2B5EF4-FFF2-40B4-BE49-F238E27FC236}">
                  <a16:creationId xmlns:a16="http://schemas.microsoft.com/office/drawing/2014/main" id="{4EDF9C36-B365-4426-85B9-82E0DE187A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677333" y="609600"/>
            <a:ext cx="3851123" cy="1320800"/>
          </a:xfrm>
        </p:spPr>
        <p:txBody>
          <a:bodyPr vert="horz" lIns="91440" tIns="45720" rIns="91440" bIns="45720" rtlCol="0" anchor="t">
            <a:normAutofit/>
          </a:bodyPr>
          <a:lstStyle/>
          <a:p>
            <a:r>
              <a:rPr lang="el-GR" dirty="0"/>
              <a:t>Διχασμός(</a:t>
            </a:r>
            <a:r>
              <a:rPr lang="en-US" dirty="0"/>
              <a:t>split</a:t>
            </a:r>
            <a:r>
              <a:rPr lang="el-GR" dirty="0"/>
              <a:t>)</a:t>
            </a:r>
            <a:endParaRPr lang="en-US" dirty="0"/>
          </a:p>
        </p:txBody>
      </p:sp>
      <p:sp>
        <p:nvSpPr>
          <p:cNvPr id="4" name="Content Placeholder 3"/>
          <p:cNvSpPr>
            <a:spLocks noGrp="1"/>
          </p:cNvSpPr>
          <p:nvPr>
            <p:ph sz="half" idx="1"/>
          </p:nvPr>
        </p:nvSpPr>
        <p:spPr>
          <a:xfrm>
            <a:off x="757251" y="1484379"/>
            <a:ext cx="3851122" cy="3880773"/>
          </a:xfrm>
        </p:spPr>
        <p:txBody>
          <a:bodyPr vert="horz" lIns="91440" tIns="45720" rIns="91440" bIns="45720" rtlCol="0">
            <a:normAutofit fontScale="85000" lnSpcReduction="10000"/>
          </a:bodyPr>
          <a:lstStyle/>
          <a:p>
            <a:pPr marL="0" indent="0"/>
            <a:r>
              <a:rPr lang="el-GR" dirty="0"/>
              <a:t>Διχασμός: χωρίζουμε ένα κανάλι σε ανεξάρτητα κομμάτια</a:t>
            </a:r>
          </a:p>
          <a:p>
            <a:pPr marL="0" indent="0"/>
            <a:r>
              <a:rPr lang="el-GR" dirty="0"/>
              <a:t>Εάν σε ένα κανάλι ήχου υπάρχουν πολλά τμήματα τα οποία θέλουμε να επεξεργαστούμε ως ανεξάρτητα κομμάτια (π.χ. μια σειρά από τραγούδια στο ίδιο κανάλι), μπορούμε να τα διαχωρίσουμε με το εργαλείο του διχασμού</a:t>
            </a:r>
          </a:p>
          <a:p>
            <a:pPr marL="0" indent="0"/>
            <a:r>
              <a:rPr lang="el-GR" dirty="0"/>
              <a:t>Επεξεργασία </a:t>
            </a:r>
            <a:r>
              <a:rPr lang="en-US" dirty="0"/>
              <a:t>-&gt;</a:t>
            </a:r>
            <a:r>
              <a:rPr lang="el-GR" dirty="0"/>
              <a:t> </a:t>
            </a:r>
            <a:r>
              <a:rPr lang="en-US" dirty="0"/>
              <a:t>Audio </a:t>
            </a:r>
            <a:r>
              <a:rPr lang="en-GB" dirty="0"/>
              <a:t>Clips -&gt; </a:t>
            </a:r>
            <a:r>
              <a:rPr lang="el-GR" dirty="0"/>
              <a:t>Διαίρεση</a:t>
            </a:r>
          </a:p>
          <a:p>
            <a:pPr marL="0" indent="0"/>
            <a:r>
              <a:rPr lang="el-GR" dirty="0"/>
              <a:t>Επεξεργασία </a:t>
            </a:r>
            <a:r>
              <a:rPr lang="en-US" dirty="0"/>
              <a:t>-&gt;</a:t>
            </a:r>
            <a:r>
              <a:rPr lang="el-GR" dirty="0"/>
              <a:t> </a:t>
            </a:r>
            <a:r>
              <a:rPr lang="en-US" dirty="0"/>
              <a:t>Audio </a:t>
            </a:r>
            <a:r>
              <a:rPr lang="en-GB" dirty="0"/>
              <a:t>Clips -&gt; </a:t>
            </a:r>
            <a:r>
              <a:rPr lang="el-GR" dirty="0"/>
              <a:t>Διαίρεση σε νέο</a:t>
            </a:r>
          </a:p>
          <a:p>
            <a:pPr marL="0" indent="0"/>
            <a:r>
              <a:rPr lang="el-GR" dirty="0"/>
              <a:t>εκτός από τον διαχωρισμό, το επιλεγμένο κομμάτι ήχου μεταφέρεται σε νέο κανάλι.</a:t>
            </a:r>
            <a:endParaRPr lang="en-US" dirty="0"/>
          </a:p>
          <a:p>
            <a:pPr marL="0" indent="0"/>
            <a:endParaRPr lang="en-US" dirty="0"/>
          </a:p>
        </p:txBody>
      </p:sp>
      <p:cxnSp>
        <p:nvCxnSpPr>
          <p:cNvPr id="22" name="Straight Connector 21">
            <a:extLst>
              <a:ext uri="{FF2B5EF4-FFF2-40B4-BE49-F238E27FC236}">
                <a16:creationId xmlns:a16="http://schemas.microsoft.com/office/drawing/2014/main" id="{64FA5DFF-7FE6-4855-84E6-DFA78EE978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2AFD8CBA-54A3-4363-991B-B9C631BBFA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6" name="Rectangle 23">
            <a:extLst>
              <a:ext uri="{FF2B5EF4-FFF2-40B4-BE49-F238E27FC236}">
                <a16:creationId xmlns:a16="http://schemas.microsoft.com/office/drawing/2014/main" id="{3F088236-D655-4F88-B238-E16762358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5">
            <a:extLst>
              <a:ext uri="{FF2B5EF4-FFF2-40B4-BE49-F238E27FC236}">
                <a16:creationId xmlns:a16="http://schemas.microsoft.com/office/drawing/2014/main" id="{3DAC0C92-199E-475C-9390-119A9B027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Isosceles Triangle 24">
            <a:extLst>
              <a:ext uri="{FF2B5EF4-FFF2-40B4-BE49-F238E27FC236}">
                <a16:creationId xmlns:a16="http://schemas.microsoft.com/office/drawing/2014/main" id="{C4CFB339-0ED8-4FE2-9EF1-6D1375B84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32" name="Rectangle 27">
            <a:extLst>
              <a:ext uri="{FF2B5EF4-FFF2-40B4-BE49-F238E27FC236}">
                <a16:creationId xmlns:a16="http://schemas.microsoft.com/office/drawing/2014/main" id="{31896C80-2069-4431-9C19-83B913734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sp>
      <p:sp>
        <p:nvSpPr>
          <p:cNvPr id="34" name="Rectangle 28">
            <a:extLst>
              <a:ext uri="{FF2B5EF4-FFF2-40B4-BE49-F238E27FC236}">
                <a16:creationId xmlns:a16="http://schemas.microsoft.com/office/drawing/2014/main" id="{BF120A21-0841-4823-B0C4-28AEBCEF9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6" name="Rectangle 29">
            <a:extLst>
              <a:ext uri="{FF2B5EF4-FFF2-40B4-BE49-F238E27FC236}">
                <a16:creationId xmlns:a16="http://schemas.microsoft.com/office/drawing/2014/main" id="{DBB05BAE-BBD3-4289-899F-A6851503C6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8" name="Isosceles Triangle 29">
            <a:extLst>
              <a:ext uri="{FF2B5EF4-FFF2-40B4-BE49-F238E27FC236}">
                <a16:creationId xmlns:a16="http://schemas.microsoft.com/office/drawing/2014/main" id="{9874D11C-36F5-4BBE-A490-019A54E95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pic>
        <p:nvPicPr>
          <p:cNvPr id="5" name="Picture 4">
            <a:extLst>
              <a:ext uri="{FF2B5EF4-FFF2-40B4-BE49-F238E27FC236}">
                <a16:creationId xmlns:a16="http://schemas.microsoft.com/office/drawing/2014/main" id="{BBA02C3F-3FC2-47A5-6D34-B4CB06BA07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13323" y="1297780"/>
            <a:ext cx="5476889" cy="2958573"/>
          </a:xfrm>
          <a:prstGeom prst="rect">
            <a:avLst/>
          </a:prstGeom>
        </p:spPr>
      </p:pic>
    </p:spTree>
    <p:extLst>
      <p:ext uri="{BB962C8B-B14F-4D97-AF65-F5344CB8AC3E}">
        <p14:creationId xmlns:p14="http://schemas.microsoft.com/office/powerpoint/2010/main" val="14598759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3" y="609600"/>
            <a:ext cx="3851123" cy="1320800"/>
          </a:xfrm>
        </p:spPr>
        <p:txBody>
          <a:bodyPr vert="horz" lIns="91440" tIns="45720" rIns="91440" bIns="45720" rtlCol="0" anchor="t">
            <a:normAutofit/>
          </a:bodyPr>
          <a:lstStyle/>
          <a:p>
            <a:r>
              <a:rPr lang="el-GR" dirty="0"/>
              <a:t>Διπλασιασμός </a:t>
            </a:r>
            <a:endParaRPr lang="en-US" dirty="0"/>
          </a:p>
        </p:txBody>
      </p:sp>
      <p:sp>
        <p:nvSpPr>
          <p:cNvPr id="4" name="Content Placeholder 3"/>
          <p:cNvSpPr>
            <a:spLocks noGrp="1"/>
          </p:cNvSpPr>
          <p:nvPr>
            <p:ph sz="half" idx="1"/>
          </p:nvPr>
        </p:nvSpPr>
        <p:spPr>
          <a:xfrm>
            <a:off x="757251" y="1484379"/>
            <a:ext cx="3851122" cy="3880773"/>
          </a:xfrm>
        </p:spPr>
        <p:txBody>
          <a:bodyPr vert="horz" lIns="91440" tIns="45720" rIns="91440" bIns="45720" rtlCol="0">
            <a:normAutofit/>
          </a:bodyPr>
          <a:lstStyle/>
          <a:p>
            <a:pPr marL="0" indent="0"/>
            <a:r>
              <a:rPr lang="el-GR" sz="1800" b="0" i="0" u="none" strike="noStrike" baseline="0" dirty="0">
                <a:solidFill>
                  <a:srgbClr val="000000"/>
                </a:solidFill>
                <a:latin typeface="Tahoma" panose="020B0604030504040204" pitchFamily="34" charset="0"/>
              </a:rPr>
              <a:t>Αντίγραφο ενός επιλεγμένου τμήματος ήχου στην ίδια χρονική θέση όπως και το πρωτότυπο, </a:t>
            </a:r>
            <a:r>
              <a:rPr lang="el-GR" sz="1800" b="1" i="0" u="none" strike="noStrike" baseline="0" dirty="0">
                <a:solidFill>
                  <a:srgbClr val="000000"/>
                </a:solidFill>
                <a:latin typeface="Tahoma" panose="020B0604030504040204" pitchFamily="34" charset="0"/>
              </a:rPr>
              <a:t>αλλά σε άλλο κανάλι </a:t>
            </a:r>
            <a:endParaRPr lang="en-US" sz="1800" b="1" i="0" u="none" strike="noStrike" baseline="0" dirty="0">
              <a:solidFill>
                <a:srgbClr val="000000"/>
              </a:solidFill>
              <a:latin typeface="Tahoma" panose="020B0604030504040204" pitchFamily="34" charset="0"/>
            </a:endParaRPr>
          </a:p>
          <a:p>
            <a:pPr marL="0" indent="0"/>
            <a:r>
              <a:rPr lang="el-GR" sz="1800" b="0" i="0" u="none" strike="noStrike" baseline="0" dirty="0">
                <a:solidFill>
                  <a:srgbClr val="000000"/>
                </a:solidFill>
                <a:latin typeface="Tahoma" panose="020B0604030504040204" pitchFamily="34" charset="0"/>
              </a:rPr>
              <a:t>Αφού επιλέξουμε το τμήμα που επιθυμούμε να διπλασιάσουμε, </a:t>
            </a:r>
          </a:p>
          <a:p>
            <a:pPr marL="0" indent="0"/>
            <a:r>
              <a:rPr lang="el-GR" sz="1800" b="0" i="0" u="none" strike="noStrike" baseline="0" dirty="0">
                <a:solidFill>
                  <a:srgbClr val="000000"/>
                </a:solidFill>
                <a:latin typeface="Tahoma" panose="020B0604030504040204" pitchFamily="34" charset="0"/>
              </a:rPr>
              <a:t>από το μενού επιλέγουμε Επεξεργασία </a:t>
            </a:r>
            <a:r>
              <a:rPr lang="el-GR" sz="1800" b="0" i="0" u="none" strike="noStrike" baseline="0" dirty="0">
                <a:solidFill>
                  <a:srgbClr val="000000"/>
                </a:solidFill>
                <a:latin typeface="Wingdings" panose="05000000000000000000" pitchFamily="2" charset="2"/>
              </a:rPr>
              <a:t> </a:t>
            </a:r>
            <a:r>
              <a:rPr lang="el-GR" sz="1800" b="0" i="0" u="none" strike="noStrike" baseline="0" dirty="0">
                <a:solidFill>
                  <a:srgbClr val="000000"/>
                </a:solidFill>
                <a:latin typeface="Tahoma" panose="020B0604030504040204" pitchFamily="34" charset="0"/>
              </a:rPr>
              <a:t>Διπλασιασμός</a:t>
            </a:r>
            <a:endParaRPr lang="en-US" dirty="0"/>
          </a:p>
        </p:txBody>
      </p:sp>
      <p:pic>
        <p:nvPicPr>
          <p:cNvPr id="6" name="Picture 5" descr="A screenshot of a computer&#10;&#10;Description automatically generated">
            <a:extLst>
              <a:ext uri="{FF2B5EF4-FFF2-40B4-BE49-F238E27FC236}">
                <a16:creationId xmlns:a16="http://schemas.microsoft.com/office/drawing/2014/main" id="{0D2BD7C8-16CA-D7E0-8A69-102F0B27F1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88291" y="1270000"/>
            <a:ext cx="6105570" cy="3190898"/>
          </a:xfrm>
          <a:prstGeom prst="rect">
            <a:avLst/>
          </a:prstGeom>
        </p:spPr>
      </p:pic>
    </p:spTree>
    <p:extLst>
      <p:ext uri="{BB962C8B-B14F-4D97-AF65-F5344CB8AC3E}">
        <p14:creationId xmlns:p14="http://schemas.microsoft.com/office/powerpoint/2010/main" val="16867864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traight Connector 10">
            <a:extLst>
              <a:ext uri="{FF2B5EF4-FFF2-40B4-BE49-F238E27FC236}">
                <a16:creationId xmlns:a16="http://schemas.microsoft.com/office/drawing/2014/main" id="{A7265B1C-5C33-4314-B600-8A577721536B}"/>
              </a:ext>
            </a:extLst>
          </p:cNvPr>
          <p:cNvSpPr>
            <a:spLocks noGrp="1"/>
          </p:cNvSpPr>
          <p:nvPr/>
        </p:nv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sp>
      <p:sp>
        <p:nvSpPr>
          <p:cNvPr id="12" name="Straight Connector 11">
            <a:extLst>
              <a:ext uri="{FF2B5EF4-FFF2-40B4-BE49-F238E27FC236}">
                <a16:creationId xmlns:a16="http://schemas.microsoft.com/office/drawing/2014/main" id="{01913992-1A2A-4ECD-91C9-647DDC35E488}"/>
              </a:ext>
            </a:extLst>
          </p:cNvPr>
          <p:cNvSpPr>
            <a:spLocks noGrp="1"/>
          </p:cNvSpPr>
          <p:nvPr/>
        </p:nv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sp>
      <p:sp>
        <p:nvSpPr>
          <p:cNvPr id="13" name="Rectangle 23">
            <a:extLst>
              <a:ext uri="{FF2B5EF4-FFF2-40B4-BE49-F238E27FC236}">
                <a16:creationId xmlns:a16="http://schemas.microsoft.com/office/drawing/2014/main" id="{6778DC79-DE09-4F89-81B1-275C542D7FB4}"/>
              </a:ext>
            </a:extLst>
          </p:cNvPr>
          <p:cNvSpPr>
            <a:spLocks noGrp="1"/>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p:spPr>
        <p:style>
          <a:lnRef idx="1">
            <a:schemeClr val="accent1"/>
          </a:lnRef>
          <a:fillRef idx="3">
            <a:schemeClr val="accent1"/>
          </a:fillRef>
          <a:effectRef idx="2">
            <a:schemeClr val="accent1"/>
          </a:effectRef>
          <a:fontRef idx="minor">
            <a:schemeClr val="lt1"/>
          </a:fontRef>
        </p:style>
      </p:sp>
      <p:sp>
        <p:nvSpPr>
          <p:cNvPr id="14" name="Rectangle 25">
            <a:extLst>
              <a:ext uri="{FF2B5EF4-FFF2-40B4-BE49-F238E27FC236}">
                <a16:creationId xmlns:a16="http://schemas.microsoft.com/office/drawing/2014/main" id="{EAEC370A-1F34-4D8E-B065-81F6F568AA75}"/>
              </a:ext>
            </a:extLst>
          </p:cNvPr>
          <p:cNvSpPr>
            <a:spLocks noGrp="1"/>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sp>
      <p:sp>
        <p:nvSpPr>
          <p:cNvPr id="15" name="Isosceles Triangle 14">
            <a:extLst>
              <a:ext uri="{FF2B5EF4-FFF2-40B4-BE49-F238E27FC236}">
                <a16:creationId xmlns:a16="http://schemas.microsoft.com/office/drawing/2014/main" id="{A816EDF3-D9EE-488C-AFDC-0223815139E3}"/>
              </a:ext>
            </a:extLst>
          </p:cNvPr>
          <p:cNvSpPr>
            <a:spLocks noGrp="1"/>
          </p:cNvSpPr>
          <p:nvPr/>
        </p:nvSpPr>
        <p:spPr>
          <a:xfrm>
            <a:off x="8932333" y="3048000"/>
            <a:ext cx="3259667" cy="3810000"/>
          </a:xfrm>
          <a:prstGeom prst="triangle">
            <a:avLst>
              <a:gd name="adj" fmla="val 100000"/>
            </a:avLst>
          </a:prstGeom>
          <a:solidFill>
            <a:schemeClr val="accent1">
              <a:lumMod val="75000"/>
              <a:alpha val="66000"/>
            </a:schemeClr>
          </a:solidFill>
          <a:ln>
            <a:noFill/>
          </a:ln>
        </p:spPr>
        <p:style>
          <a:lnRef idx="1">
            <a:schemeClr val="accent1"/>
          </a:lnRef>
          <a:fillRef idx="3">
            <a:schemeClr val="accent1"/>
          </a:fillRef>
          <a:effectRef idx="2">
            <a:schemeClr val="accent1"/>
          </a:effectRef>
          <a:fontRef idx="minor">
            <a:schemeClr val="lt1"/>
          </a:fontRef>
        </p:style>
      </p:sp>
      <p:sp>
        <p:nvSpPr>
          <p:cNvPr id="16" name="Rectangle 27">
            <a:extLst>
              <a:ext uri="{FF2B5EF4-FFF2-40B4-BE49-F238E27FC236}">
                <a16:creationId xmlns:a16="http://schemas.microsoft.com/office/drawing/2014/main" id="{E8330BD4-97D9-4D24-815A-0E557B04F96A}"/>
              </a:ext>
            </a:extLst>
          </p:cNvPr>
          <p:cNvSpPr>
            <a:spLocks noGrp="1"/>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p:spPr>
        <p:style>
          <a:lnRef idx="1">
            <a:schemeClr val="accent1"/>
          </a:lnRef>
          <a:fillRef idx="3">
            <a:schemeClr val="accent1"/>
          </a:fillRef>
          <a:effectRef idx="2">
            <a:schemeClr val="accent1"/>
          </a:effectRef>
          <a:fontRef idx="minor">
            <a:schemeClr val="lt1"/>
          </a:fontRef>
        </p:style>
      </p:sp>
      <p:sp>
        <p:nvSpPr>
          <p:cNvPr id="17" name="Rectangle 28">
            <a:extLst>
              <a:ext uri="{FF2B5EF4-FFF2-40B4-BE49-F238E27FC236}">
                <a16:creationId xmlns:a16="http://schemas.microsoft.com/office/drawing/2014/main" id="{EA8EDE67-BAC0-478C-99D9-BBC5AD532084}"/>
              </a:ext>
            </a:extLst>
          </p:cNvPr>
          <p:cNvSpPr>
            <a:spLocks noGrp="1"/>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p:spPr>
        <p:style>
          <a:lnRef idx="1">
            <a:schemeClr val="accent1"/>
          </a:lnRef>
          <a:fillRef idx="3">
            <a:schemeClr val="accent1"/>
          </a:fillRef>
          <a:effectRef idx="2">
            <a:schemeClr val="accent1"/>
          </a:effectRef>
          <a:fontRef idx="minor">
            <a:schemeClr val="lt1"/>
          </a:fontRef>
        </p:style>
      </p:sp>
      <p:sp>
        <p:nvSpPr>
          <p:cNvPr id="18" name="Rectangle 29">
            <a:extLst>
              <a:ext uri="{FF2B5EF4-FFF2-40B4-BE49-F238E27FC236}">
                <a16:creationId xmlns:a16="http://schemas.microsoft.com/office/drawing/2014/main" id="{33DFB3F3-2523-4F1F-BC2B-B97C172F2C47}"/>
              </a:ext>
            </a:extLst>
          </p:cNvPr>
          <p:cNvSpPr>
            <a:spLocks noGrp="1"/>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p:spPr>
        <p:style>
          <a:lnRef idx="1">
            <a:schemeClr val="accent1"/>
          </a:lnRef>
          <a:fillRef idx="3">
            <a:schemeClr val="accent1"/>
          </a:fillRef>
          <a:effectRef idx="2">
            <a:schemeClr val="accent1"/>
          </a:effectRef>
          <a:fontRef idx="minor">
            <a:schemeClr val="lt1"/>
          </a:fontRef>
        </p:style>
      </p:sp>
      <p:sp>
        <p:nvSpPr>
          <p:cNvPr id="19" name="Isosceles Triangle 18">
            <a:extLst>
              <a:ext uri="{FF2B5EF4-FFF2-40B4-BE49-F238E27FC236}">
                <a16:creationId xmlns:a16="http://schemas.microsoft.com/office/drawing/2014/main" id="{5E5660E4-7443-4FCC-AD43-9D1AE972B5C4}"/>
              </a:ext>
            </a:extLst>
          </p:cNvPr>
          <p:cNvSpPr>
            <a:spLocks noGrp="1"/>
          </p:cNvSpPr>
          <p:nvPr/>
        </p:nvSpPr>
        <p:spPr>
          <a:xfrm>
            <a:off x="10371666" y="3589867"/>
            <a:ext cx="1817159" cy="3268133"/>
          </a:xfrm>
          <a:prstGeom prst="triangle">
            <a:avLst>
              <a:gd name="adj" fmla="val 100000"/>
            </a:avLst>
          </a:prstGeom>
          <a:solidFill>
            <a:schemeClr val="accent1">
              <a:lumMod val="75000"/>
              <a:alpha val="66000"/>
            </a:schemeClr>
          </a:solidFill>
          <a:ln>
            <a:noFill/>
          </a:ln>
        </p:spPr>
        <p:style>
          <a:lnRef idx="1">
            <a:schemeClr val="accent1"/>
          </a:lnRef>
          <a:fillRef idx="3">
            <a:schemeClr val="accent1"/>
          </a:fillRef>
          <a:effectRef idx="2">
            <a:schemeClr val="accent1"/>
          </a:effectRef>
          <a:fontRef idx="minor">
            <a:schemeClr val="lt1"/>
          </a:fontRef>
        </p:style>
      </p:sp>
      <p:sp>
        <p:nvSpPr>
          <p:cNvPr id="20" name="Isosceles Triangle 19">
            <a:extLst>
              <a:ext uri="{FF2B5EF4-FFF2-40B4-BE49-F238E27FC236}">
                <a16:creationId xmlns:a16="http://schemas.microsoft.com/office/drawing/2014/main" id="{4EDF9C36-B365-4426-85B9-82E0DE187A59}"/>
              </a:ext>
            </a:extLst>
          </p:cNvPr>
          <p:cNvSpPr>
            <a:spLocks noGrp="1"/>
          </p:cNvSpPr>
          <p:nvPr/>
        </p:nvSpPr>
        <p:spPr>
          <a:xfrm>
            <a:off x="0" y="4013200"/>
            <a:ext cx="448733" cy="2844800"/>
          </a:xfrm>
          <a:prstGeom prst="triangle">
            <a:avLst>
              <a:gd name="adj" fmla="val 0"/>
            </a:avLst>
          </a:prstGeom>
          <a:solidFill>
            <a:schemeClr val="accent1">
              <a:alpha val="70000"/>
            </a:schemeClr>
          </a:solidFill>
          <a:ln>
            <a:noFill/>
          </a:ln>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9A6FB7AF-9C2A-4B0D-A4E8-C12826DE7907}"/>
              </a:ext>
            </a:extLst>
          </p:cNvPr>
          <p:cNvSpPr>
            <a:spLocks noGrp="1"/>
          </p:cNvSpPr>
          <p:nvPr>
            <p:ph type="title"/>
          </p:nvPr>
        </p:nvSpPr>
        <p:spPr>
          <a:xfrm>
            <a:off x="677333" y="609600"/>
            <a:ext cx="4212167" cy="864269"/>
          </a:xfrm>
        </p:spPr>
        <p:txBody>
          <a:bodyPr vert="horz" lIns="91440" tIns="45720" rIns="91440" bIns="45720" anchor="t">
            <a:normAutofit/>
          </a:bodyPr>
          <a:lstStyle/>
          <a:p>
            <a:r>
              <a:t>Fade Out – Fade In</a:t>
            </a:r>
          </a:p>
        </p:txBody>
      </p:sp>
      <p:sp>
        <p:nvSpPr>
          <p:cNvPr id="4" name="Content Placeholder 3">
            <a:extLst>
              <a:ext uri="{FF2B5EF4-FFF2-40B4-BE49-F238E27FC236}">
                <a16:creationId xmlns:a16="http://schemas.microsoft.com/office/drawing/2014/main" id="{5CA761F4-4B1F-43B0-A0A7-C9D7444DAB7F}"/>
              </a:ext>
            </a:extLst>
          </p:cNvPr>
          <p:cNvSpPr>
            <a:spLocks noGrp="1"/>
          </p:cNvSpPr>
          <p:nvPr>
            <p:ph idx="1"/>
          </p:nvPr>
        </p:nvSpPr>
        <p:spPr>
          <a:xfrm>
            <a:off x="677334" y="2160589"/>
            <a:ext cx="3851122" cy="3880773"/>
          </a:xfrm>
        </p:spPr>
        <p:txBody>
          <a:bodyPr vert="horz" lIns="91440" tIns="45720" rIns="91440" bIns="45720">
            <a:normAutofit/>
          </a:bodyPr>
          <a:lstStyle/>
          <a:p>
            <a:pPr marL="0" indent="0">
              <a:buNone/>
            </a:pPr>
            <a:r>
              <a:rPr dirty="0"/>
              <a:t>Τα </a:t>
            </a:r>
            <a:r>
              <a:rPr dirty="0" err="1"/>
              <a:t>συνδυάζουμε</a:t>
            </a:r>
            <a:r>
              <a:rPr dirty="0"/>
              <a:t> </a:t>
            </a:r>
            <a:r>
              <a:rPr dirty="0" err="1"/>
              <a:t>γι</a:t>
            </a:r>
            <a:r>
              <a:rPr dirty="0"/>
              <a:t>α ομαλή μετάβαση ανάμεσα σε δύο τραγούδια</a:t>
            </a:r>
          </a:p>
          <a:p>
            <a:pPr marL="0" indent="0">
              <a:buNone/>
            </a:pPr>
            <a:r>
              <a:rPr dirty="0"/>
              <a:t>Επ</a:t>
            </a:r>
            <a:r>
              <a:rPr dirty="0" err="1"/>
              <a:t>ιλέγουμε</a:t>
            </a:r>
            <a:r>
              <a:rPr dirty="0"/>
              <a:t> π</a:t>
            </a:r>
            <a:r>
              <a:rPr dirty="0" err="1"/>
              <a:t>ρώτ</a:t>
            </a:r>
            <a:r>
              <a:rPr dirty="0"/>
              <a:t>α το τμήμα και μετά εφαρμόζουμε το εφέ</a:t>
            </a:r>
            <a:endParaRPr lang="el-GR" dirty="0"/>
          </a:p>
          <a:p>
            <a:pPr marL="0" indent="0">
              <a:buNone/>
            </a:pPr>
            <a:r>
              <a:rPr lang="el-GR" dirty="0"/>
              <a:t>Fade Out: η ένταση μειώνεται σταδιακά μέχρι τη σιγή (Εφφέ -&gt;</a:t>
            </a:r>
            <a:r>
              <a:rPr lang="en-US" dirty="0"/>
              <a:t> Fading -&gt;</a:t>
            </a:r>
            <a:r>
              <a:rPr lang="el-GR" dirty="0"/>
              <a:t> Εξασθένηση)</a:t>
            </a:r>
          </a:p>
          <a:p>
            <a:pPr marL="0" indent="0">
              <a:buNone/>
            </a:pPr>
            <a:r>
              <a:rPr lang="el-GR" dirty="0"/>
              <a:t>Fade In: η ένταση αυξάνεται σταδιακά από τη σιγή (Εφφέ -&gt;</a:t>
            </a:r>
            <a:r>
              <a:rPr lang="en-US" dirty="0"/>
              <a:t> Fading -&gt;</a:t>
            </a:r>
            <a:r>
              <a:rPr lang="el-GR" dirty="0"/>
              <a:t> Ενίσχυση)</a:t>
            </a:r>
          </a:p>
          <a:p>
            <a:pPr marL="0" indent="0">
              <a:buNone/>
            </a:pPr>
            <a:endParaRPr dirty="0"/>
          </a:p>
        </p:txBody>
      </p:sp>
      <p:sp>
        <p:nvSpPr>
          <p:cNvPr id="22" name="Straight Connector 21">
            <a:extLst>
              <a:ext uri="{FF2B5EF4-FFF2-40B4-BE49-F238E27FC236}">
                <a16:creationId xmlns:a16="http://schemas.microsoft.com/office/drawing/2014/main" id="{511C0739-F808-4B67-BBF1-01BED2F36F9A}"/>
              </a:ext>
            </a:extLst>
          </p:cNvPr>
          <p:cNvSpPr>
            <a:spLocks noGrp="1"/>
          </p:cNvSpPr>
          <p:nvPr/>
        </p:nv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sp>
      <p:sp>
        <p:nvSpPr>
          <p:cNvPr id="24" name="Straight Connector 23">
            <a:extLst>
              <a:ext uri="{FF2B5EF4-FFF2-40B4-BE49-F238E27FC236}">
                <a16:creationId xmlns:a16="http://schemas.microsoft.com/office/drawing/2014/main" id="{8D9FD803-128F-4ADD-9167-C040C4130507}"/>
              </a:ext>
            </a:extLst>
          </p:cNvPr>
          <p:cNvSpPr>
            <a:spLocks noGrp="1"/>
          </p:cNvSpPr>
          <p:nvPr/>
        </p:nv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sp>
      <p:sp>
        <p:nvSpPr>
          <p:cNvPr id="26" name="Rectangle 23">
            <a:extLst>
              <a:ext uri="{FF2B5EF4-FFF2-40B4-BE49-F238E27FC236}">
                <a16:creationId xmlns:a16="http://schemas.microsoft.com/office/drawing/2014/main" id="{3F088236-D655-4F88-B238-E16762358025}"/>
              </a:ext>
            </a:extLst>
          </p:cNvPr>
          <p:cNvSpPr>
            <a:spLocks noGrp="1"/>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sp>
      <p:sp>
        <p:nvSpPr>
          <p:cNvPr id="28" name="Rectangle 25">
            <a:extLst>
              <a:ext uri="{FF2B5EF4-FFF2-40B4-BE49-F238E27FC236}">
                <a16:creationId xmlns:a16="http://schemas.microsoft.com/office/drawing/2014/main" id="{3DAC0C92-199E-475C-9390-119A9B027276}"/>
              </a:ext>
            </a:extLst>
          </p:cNvPr>
          <p:cNvSpPr>
            <a:spLocks noGrp="1"/>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sp>
      <p:sp>
        <p:nvSpPr>
          <p:cNvPr id="30" name="Isosceles Triangle 24">
            <a:extLst>
              <a:ext uri="{FF2B5EF4-FFF2-40B4-BE49-F238E27FC236}">
                <a16:creationId xmlns:a16="http://schemas.microsoft.com/office/drawing/2014/main" id="{C4CFB339-0ED8-4FE2-9EF1-6D1375B8499B}"/>
              </a:ext>
            </a:extLst>
          </p:cNvPr>
          <p:cNvSpPr>
            <a:spLocks noGrp="1"/>
          </p:cNvSpPr>
          <p:nvPr/>
        </p:nvSpPr>
        <p:spPr>
          <a:xfrm>
            <a:off x="8932333"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sp>
      <p:sp>
        <p:nvSpPr>
          <p:cNvPr id="32" name="Rectangle 27">
            <a:extLst>
              <a:ext uri="{FF2B5EF4-FFF2-40B4-BE49-F238E27FC236}">
                <a16:creationId xmlns:a16="http://schemas.microsoft.com/office/drawing/2014/main" id="{31896C80-2069-4431-9C19-83B913734490}"/>
              </a:ext>
            </a:extLst>
          </p:cNvPr>
          <p:cNvSpPr>
            <a:spLocks noGrp="1"/>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p:spPr>
        <p:style>
          <a:lnRef idx="1">
            <a:schemeClr val="accent1"/>
          </a:lnRef>
          <a:fillRef idx="3">
            <a:schemeClr val="accent1"/>
          </a:fillRef>
          <a:effectRef idx="2">
            <a:schemeClr val="accent1"/>
          </a:effectRef>
          <a:fontRef idx="minor">
            <a:schemeClr val="lt1"/>
          </a:fontRef>
        </p:style>
      </p:sp>
      <p:sp>
        <p:nvSpPr>
          <p:cNvPr id="34" name="Rectangle 28">
            <a:extLst>
              <a:ext uri="{FF2B5EF4-FFF2-40B4-BE49-F238E27FC236}">
                <a16:creationId xmlns:a16="http://schemas.microsoft.com/office/drawing/2014/main" id="{BF120A21-0841-4823-B0C4-28AEBCEF9B78}"/>
              </a:ext>
            </a:extLst>
          </p:cNvPr>
          <p:cNvSpPr>
            <a:spLocks noGrp="1"/>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p:spPr>
        <p:style>
          <a:lnRef idx="1">
            <a:schemeClr val="accent1"/>
          </a:lnRef>
          <a:fillRef idx="3">
            <a:schemeClr val="accent1"/>
          </a:fillRef>
          <a:effectRef idx="2">
            <a:schemeClr val="accent1"/>
          </a:effectRef>
          <a:fontRef idx="minor">
            <a:schemeClr val="lt1"/>
          </a:fontRef>
        </p:style>
      </p:sp>
      <p:sp>
        <p:nvSpPr>
          <p:cNvPr id="36" name="Rectangle 29">
            <a:extLst>
              <a:ext uri="{FF2B5EF4-FFF2-40B4-BE49-F238E27FC236}">
                <a16:creationId xmlns:a16="http://schemas.microsoft.com/office/drawing/2014/main" id="{DBB05BAE-BBD3-4289-899F-A6851503C6B0}"/>
              </a:ext>
            </a:extLst>
          </p:cNvPr>
          <p:cNvSpPr>
            <a:spLocks noGrp="1"/>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p:spPr>
        <p:style>
          <a:lnRef idx="1">
            <a:schemeClr val="accent1"/>
          </a:lnRef>
          <a:fillRef idx="3">
            <a:schemeClr val="accent1"/>
          </a:fillRef>
          <a:effectRef idx="2">
            <a:schemeClr val="accent1"/>
          </a:effectRef>
          <a:fontRef idx="minor">
            <a:schemeClr val="lt1"/>
          </a:fontRef>
        </p:style>
      </p:sp>
      <p:sp>
        <p:nvSpPr>
          <p:cNvPr id="38" name="Isosceles Triangle 29">
            <a:extLst>
              <a:ext uri="{FF2B5EF4-FFF2-40B4-BE49-F238E27FC236}">
                <a16:creationId xmlns:a16="http://schemas.microsoft.com/office/drawing/2014/main" id="{9874D11C-36F5-4BBE-A490-019A54E953B0}"/>
              </a:ext>
            </a:extLst>
          </p:cNvPr>
          <p:cNvSpPr>
            <a:spLocks noGrp="1"/>
          </p:cNvSpPr>
          <p:nvPr/>
        </p:nvSpPr>
        <p:spPr>
          <a:xfrm>
            <a:off x="10371666"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sp>
      <p:pic>
        <p:nvPicPr>
          <p:cNvPr id="61" name="Picture 7"/>
          <p:cNvPicPr>
            <a:picLocks noChangeAspect="1"/>
          </p:cNvPicPr>
          <p:nvPr/>
        </p:nvPicPr>
        <p:blipFill>
          <a:blip r:embed="rId3"/>
          <a:srcRect/>
          <a:stretch>
            <a:fillRect/>
          </a:stretch>
        </p:blipFill>
        <p:spPr>
          <a:xfrm>
            <a:off x="4508682" y="1785382"/>
            <a:ext cx="5861675" cy="3598749"/>
          </a:xfrm>
          <a:prstGeom prst="rect">
            <a:avLst/>
          </a:prstGeom>
        </p:spPr>
      </p:pic>
    </p:spTree>
    <p:extLst>
      <p:ext uri="{BB962C8B-B14F-4D97-AF65-F5344CB8AC3E}">
        <p14:creationId xmlns:p14="http://schemas.microsoft.com/office/powerpoint/2010/main" val="14307894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437B8-FC08-47FA-B91A-092E05986DA7}"/>
              </a:ext>
            </a:extLst>
          </p:cNvPr>
          <p:cNvSpPr>
            <a:spLocks noGrp="1"/>
          </p:cNvSpPr>
          <p:nvPr>
            <p:ph type="title"/>
          </p:nvPr>
        </p:nvSpPr>
        <p:spPr>
          <a:xfrm>
            <a:off x="677332" y="609600"/>
            <a:ext cx="5825735" cy="1320800"/>
          </a:xfrm>
        </p:spPr>
        <p:txBody>
          <a:bodyPr vert="horz" lIns="91440" tIns="45720" rIns="91440" bIns="45720" anchor="t">
            <a:normAutofit/>
          </a:bodyPr>
          <a:lstStyle/>
          <a:p>
            <a:r>
              <a:t>Εφέ αλλαγής ήχου</a:t>
            </a:r>
          </a:p>
        </p:txBody>
      </p:sp>
      <p:sp>
        <p:nvSpPr>
          <p:cNvPr id="4" name="Content Placeholder 2">
            <a:extLst>
              <a:ext uri="{FF2B5EF4-FFF2-40B4-BE49-F238E27FC236}">
                <a16:creationId xmlns:a16="http://schemas.microsoft.com/office/drawing/2014/main" id="{EB3F7303-CEA4-CFC4-5052-5C4AC627408E}"/>
              </a:ext>
            </a:extLst>
          </p:cNvPr>
          <p:cNvSpPr>
            <a:spLocks noGrp="1"/>
          </p:cNvSpPr>
          <p:nvPr>
            <p:ph idx="1"/>
          </p:nvPr>
        </p:nvSpPr>
        <p:spPr>
          <a:xfrm>
            <a:off x="677333" y="1563757"/>
            <a:ext cx="5952067" cy="4477604"/>
          </a:xfrm>
        </p:spPr>
        <p:txBody>
          <a:bodyPr>
            <a:normAutofit/>
          </a:bodyPr>
          <a:lstStyle/>
          <a:p>
            <a:r>
              <a:rPr sz="2800" dirty="0"/>
              <a:t>Change Speed: α</a:t>
            </a:r>
            <a:r>
              <a:rPr sz="2800" dirty="0" err="1"/>
              <a:t>λλάζει</a:t>
            </a:r>
            <a:r>
              <a:rPr sz="2800" dirty="0"/>
              <a:t> τα</a:t>
            </a:r>
            <a:r>
              <a:rPr sz="2800" dirty="0" err="1"/>
              <a:t>χύτητ</a:t>
            </a:r>
            <a:r>
              <a:rPr sz="2800" dirty="0"/>
              <a:t>α, τόνο, ρυθμό και διάρκεια.</a:t>
            </a:r>
            <a:r>
              <a:rPr lang="el-GR" sz="2800" dirty="0"/>
              <a:t>(εφφέ -&gt; </a:t>
            </a:r>
            <a:r>
              <a:rPr lang="en-US" sz="2800" dirty="0"/>
              <a:t>pitch and tempo -&gt; </a:t>
            </a:r>
            <a:r>
              <a:rPr lang="en-US" sz="2800"/>
              <a:t>change speed and pitch)</a:t>
            </a:r>
            <a:endParaRPr sz="2800" dirty="0"/>
          </a:p>
          <a:p>
            <a:r>
              <a:rPr sz="2800" dirty="0"/>
              <a:t>Change Tempo: α</a:t>
            </a:r>
            <a:r>
              <a:rPr sz="2800" dirty="0" err="1"/>
              <a:t>λλάζει</a:t>
            </a:r>
            <a:r>
              <a:rPr sz="2800" dirty="0"/>
              <a:t> </a:t>
            </a:r>
            <a:r>
              <a:rPr sz="2800" dirty="0" err="1"/>
              <a:t>τον</a:t>
            </a:r>
            <a:r>
              <a:rPr sz="2800" dirty="0"/>
              <a:t> </a:t>
            </a:r>
            <a:r>
              <a:rPr sz="2800" dirty="0" err="1"/>
              <a:t>ρυθμό</a:t>
            </a:r>
            <a:r>
              <a:rPr sz="2800" dirty="0"/>
              <a:t> </a:t>
            </a:r>
            <a:r>
              <a:rPr sz="2800" dirty="0" err="1"/>
              <a:t>χωρίς</a:t>
            </a:r>
            <a:r>
              <a:rPr sz="2800" dirty="0"/>
              <a:t> να α</a:t>
            </a:r>
            <a:r>
              <a:rPr sz="2800" dirty="0" err="1"/>
              <a:t>λλάζει</a:t>
            </a:r>
            <a:r>
              <a:rPr sz="2800" dirty="0"/>
              <a:t> </a:t>
            </a:r>
            <a:r>
              <a:rPr sz="2800" dirty="0" err="1"/>
              <a:t>τον</a:t>
            </a:r>
            <a:r>
              <a:rPr sz="2800" dirty="0"/>
              <a:t> </a:t>
            </a:r>
            <a:r>
              <a:rPr sz="2800" dirty="0" err="1"/>
              <a:t>τόνο</a:t>
            </a:r>
            <a:r>
              <a:rPr sz="2800" dirty="0"/>
              <a:t>.</a:t>
            </a:r>
            <a:endParaRPr sz="2800" dirty="0">
              <a:latin typeface="+mj-lt"/>
              <a:ea typeface="+mj-lt"/>
              <a:cs typeface="+mj-lt"/>
            </a:endParaRPr>
          </a:p>
          <a:p>
            <a:r>
              <a:rPr sz="2800" dirty="0"/>
              <a:t>Reverse: αναπα</a:t>
            </a:r>
            <a:r>
              <a:rPr sz="2800" dirty="0" err="1"/>
              <a:t>ράγει</a:t>
            </a:r>
            <a:r>
              <a:rPr sz="2800" dirty="0"/>
              <a:t> </a:t>
            </a:r>
            <a:r>
              <a:rPr sz="2800" dirty="0" err="1"/>
              <a:t>τον</a:t>
            </a:r>
            <a:r>
              <a:rPr sz="2800" dirty="0"/>
              <a:t> </a:t>
            </a:r>
            <a:r>
              <a:rPr sz="2800" dirty="0" err="1"/>
              <a:t>ήχο</a:t>
            </a:r>
            <a:r>
              <a:rPr sz="2800" dirty="0"/>
              <a:t> α</a:t>
            </a:r>
            <a:r>
              <a:rPr sz="2800" dirty="0" err="1"/>
              <a:t>ντίστροφ</a:t>
            </a:r>
            <a:r>
              <a:rPr sz="2800" dirty="0"/>
              <a:t>α στον χρόνο.</a:t>
            </a:r>
            <a:r>
              <a:rPr lang="en-US" sz="2800" dirty="0">
                <a:latin typeface="+mj-lt"/>
                <a:ea typeface="+mj-lt"/>
                <a:cs typeface="+mj-lt"/>
              </a:rPr>
              <a:t>(</a:t>
            </a:r>
            <a:r>
              <a:rPr lang="el-GR" sz="2800" dirty="0">
                <a:latin typeface="+mj-lt"/>
                <a:ea typeface="+mj-lt"/>
                <a:cs typeface="+mj-lt"/>
              </a:rPr>
              <a:t>εφφέ -&gt; </a:t>
            </a:r>
            <a:r>
              <a:rPr lang="en-US" sz="2800" dirty="0">
                <a:latin typeface="+mj-lt"/>
                <a:ea typeface="+mj-lt"/>
                <a:cs typeface="+mj-lt"/>
              </a:rPr>
              <a:t>special -&gt; </a:t>
            </a:r>
            <a:r>
              <a:rPr lang="el-GR" sz="2800" dirty="0">
                <a:latin typeface="+mj-lt"/>
                <a:ea typeface="+mj-lt"/>
                <a:cs typeface="+mj-lt"/>
              </a:rPr>
              <a:t>αναστροφή )</a:t>
            </a:r>
            <a:endParaRPr lang="en-US" sz="2800" dirty="0"/>
          </a:p>
        </p:txBody>
      </p:sp>
      <p:pic>
        <p:nvPicPr>
          <p:cNvPr id="9" name="Picture 4"/>
          <p:cNvPicPr>
            <a:picLocks noChangeAspect="1"/>
          </p:cNvPicPr>
          <p:nvPr/>
        </p:nvPicPr>
        <p:blipFill>
          <a:blip r:embed="rId3"/>
          <a:srcRect/>
          <a:stretch>
            <a:fillRect/>
          </a:stretch>
        </p:blipFill>
        <p:spPr>
          <a:xfrm>
            <a:off x="6774105" y="1437862"/>
            <a:ext cx="4602393" cy="1914938"/>
          </a:xfrm>
          <a:prstGeom prst="rect">
            <a:avLst/>
          </a:prstGeom>
        </p:spPr>
      </p:pic>
    </p:spTree>
    <p:extLst>
      <p:ext uri="{BB962C8B-B14F-4D97-AF65-F5344CB8AC3E}">
        <p14:creationId xmlns:p14="http://schemas.microsoft.com/office/powerpoint/2010/main" val="6438814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traight Connector 10">
            <a:extLst>
              <a:ext uri="{FF2B5EF4-FFF2-40B4-BE49-F238E27FC236}">
                <a16:creationId xmlns:a16="http://schemas.microsoft.com/office/drawing/2014/main" id="{A7265B1C-5C33-4314-B600-8A577721536B}"/>
              </a:ext>
            </a:extLst>
          </p:cNvPr>
          <p:cNvSpPr>
            <a:spLocks noGrp="1"/>
          </p:cNvSpPr>
          <p:nvPr/>
        </p:nv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sp>
      <p:sp>
        <p:nvSpPr>
          <p:cNvPr id="12" name="Straight Connector 11">
            <a:extLst>
              <a:ext uri="{FF2B5EF4-FFF2-40B4-BE49-F238E27FC236}">
                <a16:creationId xmlns:a16="http://schemas.microsoft.com/office/drawing/2014/main" id="{01913992-1A2A-4ECD-91C9-647DDC35E488}"/>
              </a:ext>
            </a:extLst>
          </p:cNvPr>
          <p:cNvSpPr>
            <a:spLocks noGrp="1"/>
          </p:cNvSpPr>
          <p:nvPr/>
        </p:nv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sp>
      <p:sp>
        <p:nvSpPr>
          <p:cNvPr id="13" name="Rectangle 23">
            <a:extLst>
              <a:ext uri="{FF2B5EF4-FFF2-40B4-BE49-F238E27FC236}">
                <a16:creationId xmlns:a16="http://schemas.microsoft.com/office/drawing/2014/main" id="{6778DC79-DE09-4F89-81B1-275C542D7FB4}"/>
              </a:ext>
            </a:extLst>
          </p:cNvPr>
          <p:cNvSpPr>
            <a:spLocks noGrp="1"/>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p:spPr>
        <p:style>
          <a:lnRef idx="1">
            <a:schemeClr val="accent1"/>
          </a:lnRef>
          <a:fillRef idx="3">
            <a:schemeClr val="accent1"/>
          </a:fillRef>
          <a:effectRef idx="2">
            <a:schemeClr val="accent1"/>
          </a:effectRef>
          <a:fontRef idx="minor">
            <a:schemeClr val="lt1"/>
          </a:fontRef>
        </p:style>
      </p:sp>
      <p:sp>
        <p:nvSpPr>
          <p:cNvPr id="14" name="Rectangle 25">
            <a:extLst>
              <a:ext uri="{FF2B5EF4-FFF2-40B4-BE49-F238E27FC236}">
                <a16:creationId xmlns:a16="http://schemas.microsoft.com/office/drawing/2014/main" id="{EAEC370A-1F34-4D8E-B065-81F6F568AA75}"/>
              </a:ext>
            </a:extLst>
          </p:cNvPr>
          <p:cNvSpPr>
            <a:spLocks noGrp="1"/>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sp>
      <p:sp>
        <p:nvSpPr>
          <p:cNvPr id="15" name="Isosceles Triangle 14">
            <a:extLst>
              <a:ext uri="{FF2B5EF4-FFF2-40B4-BE49-F238E27FC236}">
                <a16:creationId xmlns:a16="http://schemas.microsoft.com/office/drawing/2014/main" id="{A816EDF3-D9EE-488C-AFDC-0223815139E3}"/>
              </a:ext>
            </a:extLst>
          </p:cNvPr>
          <p:cNvSpPr>
            <a:spLocks noGrp="1"/>
          </p:cNvSpPr>
          <p:nvPr/>
        </p:nvSpPr>
        <p:spPr>
          <a:xfrm>
            <a:off x="8932333" y="3048000"/>
            <a:ext cx="3259667" cy="3810000"/>
          </a:xfrm>
          <a:prstGeom prst="triangle">
            <a:avLst>
              <a:gd name="adj" fmla="val 100000"/>
            </a:avLst>
          </a:prstGeom>
          <a:solidFill>
            <a:schemeClr val="accent1">
              <a:lumMod val="75000"/>
              <a:alpha val="66000"/>
            </a:schemeClr>
          </a:solidFill>
          <a:ln>
            <a:noFill/>
          </a:ln>
        </p:spPr>
        <p:style>
          <a:lnRef idx="1">
            <a:schemeClr val="accent1"/>
          </a:lnRef>
          <a:fillRef idx="3">
            <a:schemeClr val="accent1"/>
          </a:fillRef>
          <a:effectRef idx="2">
            <a:schemeClr val="accent1"/>
          </a:effectRef>
          <a:fontRef idx="minor">
            <a:schemeClr val="lt1"/>
          </a:fontRef>
        </p:style>
      </p:sp>
      <p:sp>
        <p:nvSpPr>
          <p:cNvPr id="16" name="Rectangle 27">
            <a:extLst>
              <a:ext uri="{FF2B5EF4-FFF2-40B4-BE49-F238E27FC236}">
                <a16:creationId xmlns:a16="http://schemas.microsoft.com/office/drawing/2014/main" id="{E8330BD4-97D9-4D24-815A-0E557B04F96A}"/>
              </a:ext>
            </a:extLst>
          </p:cNvPr>
          <p:cNvSpPr>
            <a:spLocks noGrp="1"/>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p:spPr>
        <p:style>
          <a:lnRef idx="1">
            <a:schemeClr val="accent1"/>
          </a:lnRef>
          <a:fillRef idx="3">
            <a:schemeClr val="accent1"/>
          </a:fillRef>
          <a:effectRef idx="2">
            <a:schemeClr val="accent1"/>
          </a:effectRef>
          <a:fontRef idx="minor">
            <a:schemeClr val="lt1"/>
          </a:fontRef>
        </p:style>
      </p:sp>
      <p:sp>
        <p:nvSpPr>
          <p:cNvPr id="17" name="Rectangle 28">
            <a:extLst>
              <a:ext uri="{FF2B5EF4-FFF2-40B4-BE49-F238E27FC236}">
                <a16:creationId xmlns:a16="http://schemas.microsoft.com/office/drawing/2014/main" id="{EA8EDE67-BAC0-478C-99D9-BBC5AD532084}"/>
              </a:ext>
            </a:extLst>
          </p:cNvPr>
          <p:cNvSpPr>
            <a:spLocks noGrp="1"/>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p:spPr>
        <p:style>
          <a:lnRef idx="1">
            <a:schemeClr val="accent1"/>
          </a:lnRef>
          <a:fillRef idx="3">
            <a:schemeClr val="accent1"/>
          </a:fillRef>
          <a:effectRef idx="2">
            <a:schemeClr val="accent1"/>
          </a:effectRef>
          <a:fontRef idx="minor">
            <a:schemeClr val="lt1"/>
          </a:fontRef>
        </p:style>
      </p:sp>
      <p:sp>
        <p:nvSpPr>
          <p:cNvPr id="18" name="Rectangle 29">
            <a:extLst>
              <a:ext uri="{FF2B5EF4-FFF2-40B4-BE49-F238E27FC236}">
                <a16:creationId xmlns:a16="http://schemas.microsoft.com/office/drawing/2014/main" id="{33DFB3F3-2523-4F1F-BC2B-B97C172F2C47}"/>
              </a:ext>
            </a:extLst>
          </p:cNvPr>
          <p:cNvSpPr>
            <a:spLocks noGrp="1"/>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p:spPr>
        <p:style>
          <a:lnRef idx="1">
            <a:schemeClr val="accent1"/>
          </a:lnRef>
          <a:fillRef idx="3">
            <a:schemeClr val="accent1"/>
          </a:fillRef>
          <a:effectRef idx="2">
            <a:schemeClr val="accent1"/>
          </a:effectRef>
          <a:fontRef idx="minor">
            <a:schemeClr val="lt1"/>
          </a:fontRef>
        </p:style>
      </p:sp>
      <p:sp>
        <p:nvSpPr>
          <p:cNvPr id="19" name="Isosceles Triangle 18">
            <a:extLst>
              <a:ext uri="{FF2B5EF4-FFF2-40B4-BE49-F238E27FC236}">
                <a16:creationId xmlns:a16="http://schemas.microsoft.com/office/drawing/2014/main" id="{5E5660E4-7443-4FCC-AD43-9D1AE972B5C4}"/>
              </a:ext>
            </a:extLst>
          </p:cNvPr>
          <p:cNvSpPr>
            <a:spLocks noGrp="1"/>
          </p:cNvSpPr>
          <p:nvPr/>
        </p:nvSpPr>
        <p:spPr>
          <a:xfrm>
            <a:off x="10371666" y="3589867"/>
            <a:ext cx="1817159" cy="3268133"/>
          </a:xfrm>
          <a:prstGeom prst="triangle">
            <a:avLst>
              <a:gd name="adj" fmla="val 100000"/>
            </a:avLst>
          </a:prstGeom>
          <a:solidFill>
            <a:schemeClr val="accent1">
              <a:lumMod val="75000"/>
              <a:alpha val="66000"/>
            </a:schemeClr>
          </a:solidFill>
          <a:ln>
            <a:noFill/>
          </a:ln>
        </p:spPr>
        <p:style>
          <a:lnRef idx="1">
            <a:schemeClr val="accent1"/>
          </a:lnRef>
          <a:fillRef idx="3">
            <a:schemeClr val="accent1"/>
          </a:fillRef>
          <a:effectRef idx="2">
            <a:schemeClr val="accent1"/>
          </a:effectRef>
          <a:fontRef idx="minor">
            <a:schemeClr val="lt1"/>
          </a:fontRef>
        </p:style>
      </p:sp>
      <p:sp>
        <p:nvSpPr>
          <p:cNvPr id="20" name="Isosceles Triangle 19">
            <a:extLst>
              <a:ext uri="{FF2B5EF4-FFF2-40B4-BE49-F238E27FC236}">
                <a16:creationId xmlns:a16="http://schemas.microsoft.com/office/drawing/2014/main" id="{4EDF9C36-B365-4426-85B9-82E0DE187A59}"/>
              </a:ext>
            </a:extLst>
          </p:cNvPr>
          <p:cNvSpPr>
            <a:spLocks noGrp="1"/>
          </p:cNvSpPr>
          <p:nvPr/>
        </p:nvSpPr>
        <p:spPr>
          <a:xfrm>
            <a:off x="0" y="4013200"/>
            <a:ext cx="448733" cy="2844800"/>
          </a:xfrm>
          <a:prstGeom prst="triangle">
            <a:avLst>
              <a:gd name="adj" fmla="val 0"/>
            </a:avLst>
          </a:prstGeom>
          <a:solidFill>
            <a:schemeClr val="accent1">
              <a:alpha val="70000"/>
            </a:schemeClr>
          </a:solidFill>
          <a:ln>
            <a:noFill/>
          </a:ln>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9A6FB7AF-9C2A-4B0D-A4E8-C12826DE7907}"/>
              </a:ext>
            </a:extLst>
          </p:cNvPr>
          <p:cNvSpPr>
            <a:spLocks noGrp="1"/>
          </p:cNvSpPr>
          <p:nvPr>
            <p:ph type="title"/>
          </p:nvPr>
        </p:nvSpPr>
        <p:spPr>
          <a:xfrm>
            <a:off x="677333" y="609600"/>
            <a:ext cx="3851123" cy="1320800"/>
          </a:xfrm>
        </p:spPr>
        <p:txBody>
          <a:bodyPr vert="horz" lIns="91440" tIns="45720" rIns="91440" bIns="45720" anchor="t">
            <a:normAutofit/>
          </a:bodyPr>
          <a:lstStyle/>
          <a:p>
            <a:r>
              <a:rPr lang="el-GR" dirty="0"/>
              <a:t>Διάφορα εφφέ</a:t>
            </a:r>
            <a:endParaRPr dirty="0"/>
          </a:p>
        </p:txBody>
      </p:sp>
      <p:sp>
        <p:nvSpPr>
          <p:cNvPr id="22" name="Straight Connector 21">
            <a:extLst>
              <a:ext uri="{FF2B5EF4-FFF2-40B4-BE49-F238E27FC236}">
                <a16:creationId xmlns:a16="http://schemas.microsoft.com/office/drawing/2014/main" id="{511C0739-F808-4B67-BBF1-01BED2F36F9A}"/>
              </a:ext>
            </a:extLst>
          </p:cNvPr>
          <p:cNvSpPr>
            <a:spLocks noGrp="1"/>
          </p:cNvSpPr>
          <p:nvPr/>
        </p:nv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sp>
      <p:sp>
        <p:nvSpPr>
          <p:cNvPr id="24" name="Straight Connector 23">
            <a:extLst>
              <a:ext uri="{FF2B5EF4-FFF2-40B4-BE49-F238E27FC236}">
                <a16:creationId xmlns:a16="http://schemas.microsoft.com/office/drawing/2014/main" id="{8D9FD803-128F-4ADD-9167-C040C4130507}"/>
              </a:ext>
            </a:extLst>
          </p:cNvPr>
          <p:cNvSpPr>
            <a:spLocks noGrp="1"/>
          </p:cNvSpPr>
          <p:nvPr/>
        </p:nv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sp>
      <p:sp>
        <p:nvSpPr>
          <p:cNvPr id="26" name="Rectangle 23">
            <a:extLst>
              <a:ext uri="{FF2B5EF4-FFF2-40B4-BE49-F238E27FC236}">
                <a16:creationId xmlns:a16="http://schemas.microsoft.com/office/drawing/2014/main" id="{3F088236-D655-4F88-B238-E16762358025}"/>
              </a:ext>
            </a:extLst>
          </p:cNvPr>
          <p:cNvSpPr>
            <a:spLocks noGrp="1"/>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sp>
      <p:sp>
        <p:nvSpPr>
          <p:cNvPr id="28" name="Rectangle 25">
            <a:extLst>
              <a:ext uri="{FF2B5EF4-FFF2-40B4-BE49-F238E27FC236}">
                <a16:creationId xmlns:a16="http://schemas.microsoft.com/office/drawing/2014/main" id="{3DAC0C92-199E-475C-9390-119A9B027276}"/>
              </a:ext>
            </a:extLst>
          </p:cNvPr>
          <p:cNvSpPr>
            <a:spLocks noGrp="1"/>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sp>
      <p:sp>
        <p:nvSpPr>
          <p:cNvPr id="30" name="Isosceles Triangle 24">
            <a:extLst>
              <a:ext uri="{FF2B5EF4-FFF2-40B4-BE49-F238E27FC236}">
                <a16:creationId xmlns:a16="http://schemas.microsoft.com/office/drawing/2014/main" id="{C4CFB339-0ED8-4FE2-9EF1-6D1375B8499B}"/>
              </a:ext>
            </a:extLst>
          </p:cNvPr>
          <p:cNvSpPr>
            <a:spLocks noGrp="1"/>
          </p:cNvSpPr>
          <p:nvPr/>
        </p:nvSpPr>
        <p:spPr>
          <a:xfrm>
            <a:off x="8932333"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sp>
      <p:sp>
        <p:nvSpPr>
          <p:cNvPr id="32" name="Rectangle 27">
            <a:extLst>
              <a:ext uri="{FF2B5EF4-FFF2-40B4-BE49-F238E27FC236}">
                <a16:creationId xmlns:a16="http://schemas.microsoft.com/office/drawing/2014/main" id="{31896C80-2069-4431-9C19-83B913734490}"/>
              </a:ext>
            </a:extLst>
          </p:cNvPr>
          <p:cNvSpPr>
            <a:spLocks noGrp="1"/>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p:spPr>
        <p:style>
          <a:lnRef idx="1">
            <a:schemeClr val="accent1"/>
          </a:lnRef>
          <a:fillRef idx="3">
            <a:schemeClr val="accent1"/>
          </a:fillRef>
          <a:effectRef idx="2">
            <a:schemeClr val="accent1"/>
          </a:effectRef>
          <a:fontRef idx="minor">
            <a:schemeClr val="lt1"/>
          </a:fontRef>
        </p:style>
      </p:sp>
      <p:sp>
        <p:nvSpPr>
          <p:cNvPr id="34" name="Rectangle 28">
            <a:extLst>
              <a:ext uri="{FF2B5EF4-FFF2-40B4-BE49-F238E27FC236}">
                <a16:creationId xmlns:a16="http://schemas.microsoft.com/office/drawing/2014/main" id="{BF120A21-0841-4823-B0C4-28AEBCEF9B78}"/>
              </a:ext>
            </a:extLst>
          </p:cNvPr>
          <p:cNvSpPr>
            <a:spLocks noGrp="1"/>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p:spPr>
        <p:style>
          <a:lnRef idx="1">
            <a:schemeClr val="accent1"/>
          </a:lnRef>
          <a:fillRef idx="3">
            <a:schemeClr val="accent1"/>
          </a:fillRef>
          <a:effectRef idx="2">
            <a:schemeClr val="accent1"/>
          </a:effectRef>
          <a:fontRef idx="minor">
            <a:schemeClr val="lt1"/>
          </a:fontRef>
        </p:style>
      </p:sp>
      <p:sp>
        <p:nvSpPr>
          <p:cNvPr id="36" name="Rectangle 29">
            <a:extLst>
              <a:ext uri="{FF2B5EF4-FFF2-40B4-BE49-F238E27FC236}">
                <a16:creationId xmlns:a16="http://schemas.microsoft.com/office/drawing/2014/main" id="{DBB05BAE-BBD3-4289-899F-A6851503C6B0}"/>
              </a:ext>
            </a:extLst>
          </p:cNvPr>
          <p:cNvSpPr>
            <a:spLocks noGrp="1"/>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p:spPr>
        <p:style>
          <a:lnRef idx="1">
            <a:schemeClr val="accent1"/>
          </a:lnRef>
          <a:fillRef idx="3">
            <a:schemeClr val="accent1"/>
          </a:fillRef>
          <a:effectRef idx="2">
            <a:schemeClr val="accent1"/>
          </a:effectRef>
          <a:fontRef idx="minor">
            <a:schemeClr val="lt1"/>
          </a:fontRef>
        </p:style>
      </p:sp>
      <p:sp>
        <p:nvSpPr>
          <p:cNvPr id="38" name="Isosceles Triangle 29">
            <a:extLst>
              <a:ext uri="{FF2B5EF4-FFF2-40B4-BE49-F238E27FC236}">
                <a16:creationId xmlns:a16="http://schemas.microsoft.com/office/drawing/2014/main" id="{9874D11C-36F5-4BBE-A490-019A54E953B0}"/>
              </a:ext>
            </a:extLst>
          </p:cNvPr>
          <p:cNvSpPr>
            <a:spLocks noGrp="1"/>
          </p:cNvSpPr>
          <p:nvPr/>
        </p:nvSpPr>
        <p:spPr>
          <a:xfrm>
            <a:off x="10371666"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sp>
      <p:pic>
        <p:nvPicPr>
          <p:cNvPr id="3" name="Content Placeholder 4">
            <a:extLst>
              <a:ext uri="{FF2B5EF4-FFF2-40B4-BE49-F238E27FC236}">
                <a16:creationId xmlns:a16="http://schemas.microsoft.com/office/drawing/2014/main" id="{CF5E0E3E-7396-BC4D-CC8A-2DEF0A00F7A6}"/>
              </a:ext>
            </a:extLst>
          </p:cNvPr>
          <p:cNvPicPr>
            <a:picLocks noGrp="1" noChangeAspect="1"/>
          </p:cNvPicPr>
          <p:nvPr>
            <p:ph idx="2"/>
          </p:nvPr>
        </p:nvPicPr>
        <p:blipFill>
          <a:blip r:embed="rId3"/>
          <a:srcRect/>
          <a:stretch>
            <a:fillRect/>
          </a:stretch>
        </p:blipFill>
        <p:spPr>
          <a:xfrm>
            <a:off x="1748014" y="1930400"/>
            <a:ext cx="6058892" cy="3609975"/>
          </a:xfrm>
        </p:spPr>
      </p:pic>
    </p:spTree>
    <p:extLst>
      <p:ext uri="{BB962C8B-B14F-4D97-AF65-F5344CB8AC3E}">
        <p14:creationId xmlns:p14="http://schemas.microsoft.com/office/powerpoint/2010/main" val="7994714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780EB05-A22D-3390-6CEB-08AAEC7265E0}"/>
              </a:ext>
            </a:extLst>
          </p:cNvPr>
          <p:cNvPicPr>
            <a:picLocks noChangeAspect="1"/>
          </p:cNvPicPr>
          <p:nvPr/>
        </p:nvPicPr>
        <p:blipFill>
          <a:blip r:embed="rId2"/>
          <a:stretch>
            <a:fillRect/>
          </a:stretch>
        </p:blipFill>
        <p:spPr>
          <a:xfrm>
            <a:off x="1639396" y="3676650"/>
            <a:ext cx="4572000" cy="2571750"/>
          </a:xfrm>
          <a:prstGeom prst="rect">
            <a:avLst/>
          </a:prstGeom>
        </p:spPr>
      </p:pic>
      <p:sp>
        <p:nvSpPr>
          <p:cNvPr id="2" name="Title 1">
            <a:extLst>
              <a:ext uri="{FF2B5EF4-FFF2-40B4-BE49-F238E27FC236}">
                <a16:creationId xmlns:a16="http://schemas.microsoft.com/office/drawing/2014/main" id="{00E24EE7-B9BA-0224-B2C0-9853440AA6E9}"/>
              </a:ext>
            </a:extLst>
          </p:cNvPr>
          <p:cNvSpPr>
            <a:spLocks noGrp="1"/>
          </p:cNvSpPr>
          <p:nvPr>
            <p:ph type="title"/>
          </p:nvPr>
        </p:nvSpPr>
        <p:spPr>
          <a:xfrm>
            <a:off x="677334" y="609600"/>
            <a:ext cx="8596668" cy="713001"/>
          </a:xfrm>
        </p:spPr>
        <p:txBody>
          <a:bodyPr/>
          <a:lstStyle/>
          <a:p>
            <a:r>
              <a:rPr lang="el-GR" dirty="0"/>
              <a:t>Ασκήσεις</a:t>
            </a:r>
            <a:endParaRPr lang="en-CY" dirty="0"/>
          </a:p>
        </p:txBody>
      </p:sp>
      <p:sp>
        <p:nvSpPr>
          <p:cNvPr id="5" name="Content Placeholder 4">
            <a:extLst>
              <a:ext uri="{FF2B5EF4-FFF2-40B4-BE49-F238E27FC236}">
                <a16:creationId xmlns:a16="http://schemas.microsoft.com/office/drawing/2014/main" id="{9BF9A9EA-A3CB-AC85-3752-6360C044E602}"/>
              </a:ext>
            </a:extLst>
          </p:cNvPr>
          <p:cNvSpPr>
            <a:spLocks noGrp="1"/>
          </p:cNvSpPr>
          <p:nvPr>
            <p:ph sz="half" idx="2"/>
          </p:nvPr>
        </p:nvSpPr>
        <p:spPr>
          <a:xfrm>
            <a:off x="675745" y="2309955"/>
            <a:ext cx="4185623" cy="3304117"/>
          </a:xfrm>
        </p:spPr>
        <p:txBody>
          <a:bodyPr>
            <a:normAutofit/>
          </a:bodyPr>
          <a:lstStyle/>
          <a:p>
            <a:r>
              <a:rPr lang="en-US" sz="2400" dirty="0"/>
              <a:t>7-15</a:t>
            </a:r>
            <a:r>
              <a:rPr lang="el-GR" sz="2400" dirty="0"/>
              <a:t> (σελίδα </a:t>
            </a:r>
            <a:r>
              <a:rPr lang="en-US" sz="2400" dirty="0"/>
              <a:t>53-55</a:t>
            </a:r>
            <a:r>
              <a:rPr lang="el-GR" sz="2400" dirty="0"/>
              <a:t>)</a:t>
            </a:r>
          </a:p>
        </p:txBody>
      </p:sp>
    </p:spTree>
    <p:extLst>
      <p:ext uri="{BB962C8B-B14F-4D97-AF65-F5344CB8AC3E}">
        <p14:creationId xmlns:p14="http://schemas.microsoft.com/office/powerpoint/2010/main" val="2467819896"/>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1714</TotalTime>
  <Words>331</Words>
  <Application>Microsoft Office PowerPoint</Application>
  <PresentationFormat>Widescreen</PresentationFormat>
  <Paragraphs>35</Paragraphs>
  <Slides>8</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Aptos</vt:lpstr>
      <vt:lpstr>Arial</vt:lpstr>
      <vt:lpstr>Tahoma</vt:lpstr>
      <vt:lpstr>Trebuchet MS</vt:lpstr>
      <vt:lpstr>Wingdings</vt:lpstr>
      <vt:lpstr>Wingdings 3</vt:lpstr>
      <vt:lpstr>Facet</vt:lpstr>
      <vt:lpstr>Ήχος</vt:lpstr>
      <vt:lpstr>Στόχοι σημερινού μαθήματος</vt:lpstr>
      <vt:lpstr>Διχασμός(split)</vt:lpstr>
      <vt:lpstr>Διπλασιασμός </vt:lpstr>
      <vt:lpstr>Fade Out – Fade In</vt:lpstr>
      <vt:lpstr>Εφέ αλλαγής ήχου</vt:lpstr>
      <vt:lpstr>Διάφορα εφφέ</vt:lpstr>
      <vt:lpstr>Ασκήσεις</vt:lpstr>
    </vt:vector>
  </TitlesOfParts>
  <Company>Ministry of Education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Αριθμοί – δεκαδικοί - δυαδικοί</dc:title>
  <dc:creator>Teacher</dc:creator>
  <cp:lastModifiedBy>Άριστος Αρέστη</cp:lastModifiedBy>
  <cp:revision>54</cp:revision>
  <dcterms:created xsi:type="dcterms:W3CDTF">2022-03-11T08:57:56Z</dcterms:created>
  <dcterms:modified xsi:type="dcterms:W3CDTF">2026-09-16T04:58:01Z</dcterms:modified>
</cp:coreProperties>
</file>