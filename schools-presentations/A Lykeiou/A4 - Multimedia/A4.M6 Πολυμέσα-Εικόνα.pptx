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BD2A0-BE8E-4B22-8A8D-2D38B973E91D}" v="3" dt="2026-09-23T19:55:50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 sldOrd">
      <pc:chgData name="Άριστος Αρέστη" userId="813aa191-2d4c-464f-9d05-0a7e494d859f" providerId="ADAL" clId="{49C7B61D-1ACF-4AFF-A04E-A3B433E32474}" dt="2026-09-23T19:58:30.756" v="89" actId="14100"/>
      <pc:docMkLst>
        <pc:docMk/>
      </pc:docMkLst>
      <pc:sldChg chg="addSp modSp mod">
        <pc:chgData name="Άριστος Αρέστη" userId="813aa191-2d4c-464f-9d05-0a7e494d859f" providerId="ADAL" clId="{49C7B61D-1ACF-4AFF-A04E-A3B433E32474}" dt="2026-09-23T19:53:50.799" v="63" actId="1076"/>
        <pc:sldMkLst>
          <pc:docMk/>
          <pc:sldMk cId="3026196822" sldId="256"/>
        </pc:sldMkLst>
        <pc:picChg chg="add mod">
          <ac:chgData name="Άριστος Αρέστη" userId="813aa191-2d4c-464f-9d05-0a7e494d859f" providerId="ADAL" clId="{49C7B61D-1ACF-4AFF-A04E-A3B433E32474}" dt="2026-09-23T19:53:50.799" v="63" actId="1076"/>
          <ac:picMkLst>
            <pc:docMk/>
            <pc:sldMk cId="3026196822" sldId="256"/>
            <ac:picMk id="3" creationId="{892484A2-6366-E48B-AFD1-DC1C582E1B91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3T19:51:28.301" v="59" actId="1076"/>
        <pc:sldMkLst>
          <pc:docMk/>
          <pc:sldMk cId="1858723173" sldId="257"/>
        </pc:sldMkLst>
        <pc:spChg chg="mod">
          <ac:chgData name="Άριστος Αρέστη" userId="813aa191-2d4c-464f-9d05-0a7e494d859f" providerId="ADAL" clId="{49C7B61D-1ACF-4AFF-A04E-A3B433E32474}" dt="2026-09-23T19:51:21.502" v="56" actId="14100"/>
          <ac:spMkLst>
            <pc:docMk/>
            <pc:sldMk cId="1858723173" sldId="257"/>
            <ac:spMk id="3" creationId="{02606E10-B033-4090-8AE6-B8F8966553A7}"/>
          </ac:spMkLst>
        </pc:spChg>
        <pc:picChg chg="mod">
          <ac:chgData name="Άριστος Αρέστη" userId="813aa191-2d4c-464f-9d05-0a7e494d859f" providerId="ADAL" clId="{49C7B61D-1ACF-4AFF-A04E-A3B433E32474}" dt="2026-09-23T19:51:28.301" v="59" actId="1076"/>
          <ac:picMkLst>
            <pc:docMk/>
            <pc:sldMk cId="1858723173" sldId="257"/>
            <ac:picMk id="7" creationId="{00000000-0000-0000-0000-000000000000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3T19:51:38.125" v="61" actId="14100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9C7B61D-1ACF-4AFF-A04E-A3B433E32474}" dt="2026-09-23T19:51:38.125" v="61" actId="14100"/>
          <ac:spMkLst>
            <pc:docMk/>
            <pc:sldMk cId="1459875993" sldId="258"/>
            <ac:spMk id="2" creationId="{62A92CD4-88DD-4F68-B449-EA9821C3EFD3}"/>
          </ac:spMkLst>
        </pc:spChg>
        <pc:picChg chg="add mod">
          <ac:chgData name="Άριστος Αρέστη" userId="813aa191-2d4c-464f-9d05-0a7e494d859f" providerId="ADAL" clId="{49C7B61D-1ACF-4AFF-A04E-A3B433E32474}" dt="2026-09-23T19:47:08.719" v="39" actId="1076"/>
          <ac:picMkLst>
            <pc:docMk/>
            <pc:sldMk cId="1459875993" sldId="258"/>
            <ac:picMk id="5" creationId="{BB479B21-D6DB-4C22-0FE7-0AC74BAC7509}"/>
          </ac:picMkLst>
        </pc:picChg>
        <pc:picChg chg="add mod">
          <ac:chgData name="Άριστος Αρέστη" userId="813aa191-2d4c-464f-9d05-0a7e494d859f" providerId="ADAL" clId="{49C7B61D-1ACF-4AFF-A04E-A3B433E32474}" dt="2026-09-23T19:47:45.928" v="41" actId="1076"/>
          <ac:picMkLst>
            <pc:docMk/>
            <pc:sldMk cId="1459875993" sldId="258"/>
            <ac:picMk id="7" creationId="{51042A4E-5073-6E0B-C3F5-016337D7D72F}"/>
          </ac:picMkLst>
        </pc:picChg>
        <pc:picChg chg="del mod">
          <ac:chgData name="Άριστος Αρέστη" userId="813aa191-2d4c-464f-9d05-0a7e494d859f" providerId="ADAL" clId="{49C7B61D-1ACF-4AFF-A04E-A3B433E32474}" dt="2026-09-23T19:46:42.129" v="34" actId="478"/>
          <ac:picMkLst>
            <pc:docMk/>
            <pc:sldMk cId="1459875993" sldId="258"/>
            <ac:picMk id="62" creationId="{00000000-0000-0000-0000-000000000000}"/>
          </ac:picMkLst>
        </pc:picChg>
        <pc:picChg chg="del mod">
          <ac:chgData name="Άριστος Αρέστη" userId="813aa191-2d4c-464f-9d05-0a7e494d859f" providerId="ADAL" clId="{49C7B61D-1ACF-4AFF-A04E-A3B433E32474}" dt="2026-09-23T19:47:06.398" v="38" actId="478"/>
          <ac:picMkLst>
            <pc:docMk/>
            <pc:sldMk cId="1459875993" sldId="258"/>
            <ac:picMk id="63" creationId="{00000000-0000-0000-0000-000000000000}"/>
          </ac:picMkLst>
        </pc:picChg>
      </pc:sldChg>
      <pc:sldChg chg="addSp modSp mod">
        <pc:chgData name="Άριστος Αρέστη" userId="813aa191-2d4c-464f-9d05-0a7e494d859f" providerId="ADAL" clId="{49C7B61D-1ACF-4AFF-A04E-A3B433E32474}" dt="2026-09-23T19:49:06.262" v="43" actId="14100"/>
        <pc:sldMkLst>
          <pc:docMk/>
          <pc:sldMk cId="2570149264" sldId="259"/>
        </pc:sldMkLst>
        <pc:spChg chg="mod">
          <ac:chgData name="Άριστος Αρέστη" userId="813aa191-2d4c-464f-9d05-0a7e494d859f" providerId="ADAL" clId="{49C7B61D-1ACF-4AFF-A04E-A3B433E32474}" dt="2026-09-23T19:49:06.262" v="43" actId="14100"/>
          <ac:spMkLst>
            <pc:docMk/>
            <pc:sldMk cId="2570149264" sldId="259"/>
            <ac:spMk id="2" creationId="{32C863D9-1989-4443-A424-8213A05F31BB}"/>
          </ac:spMkLst>
        </pc:spChg>
        <pc:picChg chg="add mod">
          <ac:chgData name="Άριστος Αρέστη" userId="813aa191-2d4c-464f-9d05-0a7e494d859f" providerId="ADAL" clId="{49C7B61D-1ACF-4AFF-A04E-A3B433E32474}" dt="2026-09-23T19:37:01.066" v="4" actId="1076"/>
          <ac:picMkLst>
            <pc:docMk/>
            <pc:sldMk cId="2570149264" sldId="259"/>
            <ac:picMk id="4" creationId="{9AC0270E-BD96-C9EF-D75A-C08ACA59A838}"/>
          </ac:picMkLst>
        </pc:picChg>
        <pc:picChg chg="mod">
          <ac:chgData name="Άριστος Αρέστη" userId="813aa191-2d4c-464f-9d05-0a7e494d859f" providerId="ADAL" clId="{49C7B61D-1ACF-4AFF-A04E-A3B433E32474}" dt="2026-09-23T19:36:58.899" v="3" actId="1076"/>
          <ac:picMkLst>
            <pc:docMk/>
            <pc:sldMk cId="2570149264" sldId="259"/>
            <ac:picMk id="5" creationId="{00000000-0000-0000-0000-000000000000}"/>
          </ac:picMkLst>
        </pc:picChg>
      </pc:sldChg>
      <pc:sldChg chg="delSp modSp mod ord">
        <pc:chgData name="Άριστος Αρέστη" userId="813aa191-2d4c-464f-9d05-0a7e494d859f" providerId="ADAL" clId="{49C7B61D-1ACF-4AFF-A04E-A3B433E32474}" dt="2026-09-23T19:55:16.532" v="69" actId="1076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09-23T19:42:59.341" v="29" actId="27636"/>
          <ac:spMkLst>
            <pc:docMk/>
            <pc:sldMk cId="643881412" sldId="260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9C7B61D-1ACF-4AFF-A04E-A3B433E32474}" dt="2026-09-23T19:54:59.998" v="64" actId="478"/>
          <ac:picMkLst>
            <pc:docMk/>
            <pc:sldMk cId="643881412" sldId="260"/>
            <ac:picMk id="9" creationId="{00000000-0000-0000-0000-000000000000}"/>
          </ac:picMkLst>
        </pc:picChg>
        <pc:picChg chg="mod">
          <ac:chgData name="Άριστος Αρέστη" userId="813aa191-2d4c-464f-9d05-0a7e494d859f" providerId="ADAL" clId="{49C7B61D-1ACF-4AFF-A04E-A3B433E32474}" dt="2026-09-23T19:55:16.532" v="69" actId="1076"/>
          <ac:picMkLst>
            <pc:docMk/>
            <pc:sldMk cId="643881412" sldId="260"/>
            <ac:picMk id="10" creationId="{00000000-0000-0000-0000-000000000000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3T19:56:16.693" v="81" actId="14100"/>
        <pc:sldMkLst>
          <pc:docMk/>
          <pc:sldMk cId="1459875993" sldId="261"/>
        </pc:sldMkLst>
        <pc:spChg chg="mod">
          <ac:chgData name="Άριστος Αρέστη" userId="813aa191-2d4c-464f-9d05-0a7e494d859f" providerId="ADAL" clId="{49C7B61D-1ACF-4AFF-A04E-A3B433E32474}" dt="2026-09-23T19:55:54.752" v="74" actId="14100"/>
          <ac:spMkLst>
            <pc:docMk/>
            <pc:sldMk cId="1459875993" sldId="261"/>
            <ac:spMk id="2" creationId="{62A92CD4-88DD-4F68-B449-EA9821C3EFD3}"/>
          </ac:spMkLst>
        </pc:spChg>
        <pc:spChg chg="mod">
          <ac:chgData name="Άριστος Αρέστη" userId="813aa191-2d4c-464f-9d05-0a7e494d859f" providerId="ADAL" clId="{49C7B61D-1ACF-4AFF-A04E-A3B433E32474}" dt="2026-09-23T19:56:02.749" v="76" actId="1076"/>
          <ac:spMkLst>
            <pc:docMk/>
            <pc:sldMk cId="1459875993" sldId="261"/>
            <ac:spMk id="4" creationId="{A98A4CE2-B83D-4007-86B1-3CC11CF360D6}"/>
          </ac:spMkLst>
        </pc:spChg>
        <pc:picChg chg="add mod">
          <ac:chgData name="Άριστος Αρέστη" userId="813aa191-2d4c-464f-9d05-0a7e494d859f" providerId="ADAL" clId="{49C7B61D-1ACF-4AFF-A04E-A3B433E32474}" dt="2026-09-23T19:56:16.693" v="81" actId="14100"/>
          <ac:picMkLst>
            <pc:docMk/>
            <pc:sldMk cId="1459875993" sldId="261"/>
            <ac:picMk id="5" creationId="{7AA2BCBC-8808-A1B3-90F6-E077FEA83272}"/>
          </ac:picMkLst>
        </pc:picChg>
        <pc:picChg chg="add del mod">
          <ac:chgData name="Άριστος Αρέστη" userId="813aa191-2d4c-464f-9d05-0a7e494d859f" providerId="ADAL" clId="{49C7B61D-1ACF-4AFF-A04E-A3B433E32474}" dt="2026-09-23T19:50:08.426" v="49" actId="22"/>
          <ac:picMkLst>
            <pc:docMk/>
            <pc:sldMk cId="1459875993" sldId="261"/>
            <ac:picMk id="7" creationId="{2AC9E36E-4A8C-B0D3-A5C3-3CF2EEA0E14D}"/>
          </ac:picMkLst>
        </pc:picChg>
        <pc:picChg chg="add mod">
          <ac:chgData name="Άριστος Αρέστη" userId="813aa191-2d4c-464f-9d05-0a7e494d859f" providerId="ADAL" clId="{49C7B61D-1ACF-4AFF-A04E-A3B433E32474}" dt="2026-09-23T19:56:04.982" v="77" actId="1076"/>
          <ac:picMkLst>
            <pc:docMk/>
            <pc:sldMk cId="1459875993" sldId="261"/>
            <ac:picMk id="9" creationId="{145D6D03-DD89-052B-CCA3-A8E86DCC9ED4}"/>
          </ac:picMkLst>
        </pc:picChg>
        <pc:picChg chg="mod">
          <ac:chgData name="Άριστος Αρέστη" userId="813aa191-2d4c-464f-9d05-0a7e494d859f" providerId="ADAL" clId="{49C7B61D-1ACF-4AFF-A04E-A3B433E32474}" dt="2026-09-23T19:56:12.718" v="80" actId="1076"/>
          <ac:picMkLst>
            <pc:docMk/>
            <pc:sldMk cId="1459875993" sldId="261"/>
            <ac:picMk id="61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3T19:42:59.328" v="28" actId="27636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09-23T19:42:59.328" v="28" actId="27636"/>
          <ac:spMkLst>
            <pc:docMk/>
            <pc:sldMk cId="3786659628" sldId="262"/>
            <ac:spMk id="4" creationId="{EB3F7303-CEA4-CFC4-5052-5C4AC627408E}"/>
          </ac:spMkLst>
        </pc:spChg>
      </pc:sldChg>
      <pc:sldChg chg="addSp modSp new mod">
        <pc:chgData name="Άριστος Αρέστη" userId="813aa191-2d4c-464f-9d05-0a7e494d859f" providerId="ADAL" clId="{49C7B61D-1ACF-4AFF-A04E-A3B433E32474}" dt="2026-09-23T19:50:52.158" v="55" actId="14100"/>
        <pc:sldMkLst>
          <pc:docMk/>
          <pc:sldMk cId="3559553730" sldId="264"/>
        </pc:sldMkLst>
        <pc:spChg chg="mod">
          <ac:chgData name="Άριστος Αρέστη" userId="813aa191-2d4c-464f-9d05-0a7e494d859f" providerId="ADAL" clId="{49C7B61D-1ACF-4AFF-A04E-A3B433E32474}" dt="2026-09-23T19:42:59.296" v="27"/>
          <ac:spMkLst>
            <pc:docMk/>
            <pc:sldMk cId="3559553730" sldId="264"/>
            <ac:spMk id="2" creationId="{1FB2D216-ACC3-250B-E0E3-CD61A0080DE8}"/>
          </ac:spMkLst>
        </pc:spChg>
        <pc:picChg chg="add mod">
          <ac:chgData name="Άριστος Αρέστη" userId="813aa191-2d4c-464f-9d05-0a7e494d859f" providerId="ADAL" clId="{49C7B61D-1ACF-4AFF-A04E-A3B433E32474}" dt="2026-09-23T19:50:52.158" v="55" actId="14100"/>
          <ac:picMkLst>
            <pc:docMk/>
            <pc:sldMk cId="3559553730" sldId="264"/>
            <ac:picMk id="4" creationId="{89A0C6A1-BEC2-A293-CB8F-1E2261C3B7FD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09-23T19:58:30.756" v="89" actId="14100"/>
        <pc:sldMkLst>
          <pc:docMk/>
          <pc:sldMk cId="2891359887" sldId="265"/>
        </pc:sldMkLst>
        <pc:spChg chg="del">
          <ac:chgData name="Άριστος Αρέστη" userId="813aa191-2d4c-464f-9d05-0a7e494d859f" providerId="ADAL" clId="{49C7B61D-1ACF-4AFF-A04E-A3B433E32474}" dt="2026-09-23T19:58:27.863" v="88" actId="478"/>
          <ac:spMkLst>
            <pc:docMk/>
            <pc:sldMk cId="2891359887" sldId="265"/>
            <ac:spMk id="2" creationId="{5A9AC594-2DAD-9BC4-F3C8-18DC416DD82E}"/>
          </ac:spMkLst>
        </pc:spChg>
        <pc:picChg chg="add mod">
          <ac:chgData name="Άριστος Αρέστη" userId="813aa191-2d4c-464f-9d05-0a7e494d859f" providerId="ADAL" clId="{49C7B61D-1ACF-4AFF-A04E-A3B433E32474}" dt="2026-09-23T19:58:30.756" v="89" actId="14100"/>
          <ac:picMkLst>
            <pc:docMk/>
            <pc:sldMk cId="2891359887" sldId="265"/>
            <ac:picMk id="4" creationId="{B0D08F4E-FDAC-F99B-0359-18DF7BC5A2CC}"/>
          </ac:picMkLst>
        </pc:picChg>
      </pc:sldChg>
    </pc:docChg>
  </pc:docChgLst>
  <pc:docChgLst>
    <pc:chgData name="Άριστος Αρέστη" userId="813aa191-2d4c-464f-9d05-0a7e494d859f" providerId="ADAL" clId="{05FBD2A0-BE8E-4B22-8A8D-2D38B973E91D}"/>
    <pc:docChg chg="undo custSel modSld">
      <pc:chgData name="Άριστος Αρέστη" userId="813aa191-2d4c-464f-9d05-0a7e494d859f" providerId="ADAL" clId="{05FBD2A0-BE8E-4B22-8A8D-2D38B973E91D}" dt="2026-09-10T18:35:02.114" v="44" actId="1076"/>
      <pc:docMkLst>
        <pc:docMk/>
      </pc:docMkLst>
      <pc:sldChg chg="modSp mod">
        <pc:chgData name="Άριστος Αρέστη" userId="813aa191-2d4c-464f-9d05-0a7e494d859f" providerId="ADAL" clId="{05FBD2A0-BE8E-4B22-8A8D-2D38B973E91D}" dt="2026-09-10T08:13:55.256" v="3" actId="27636"/>
        <pc:sldMkLst>
          <pc:docMk/>
          <pc:sldMk cId="1858723173" sldId="257"/>
        </pc:sldMkLst>
        <pc:spChg chg="mod">
          <ac:chgData name="Άριστος Αρέστη" userId="813aa191-2d4c-464f-9d05-0a7e494d859f" providerId="ADAL" clId="{05FBD2A0-BE8E-4B22-8A8D-2D38B973E91D}" dt="2026-09-10T08:13:55.256" v="3" actId="27636"/>
          <ac:spMkLst>
            <pc:docMk/>
            <pc:sldMk cId="1858723173" sldId="257"/>
            <ac:spMk id="3" creationId="{02606E10-B033-4090-8AE6-B8F8966553A7}"/>
          </ac:spMkLst>
        </pc:spChg>
      </pc:sldChg>
      <pc:sldChg chg="modSp mod">
        <pc:chgData name="Άριστος Αρέστη" userId="813aa191-2d4c-464f-9d05-0a7e494d859f" providerId="ADAL" clId="{05FBD2A0-BE8E-4B22-8A8D-2D38B973E91D}" dt="2026-09-10T18:32:08.747" v="40" actId="20577"/>
        <pc:sldMkLst>
          <pc:docMk/>
          <pc:sldMk cId="1459875993" sldId="258"/>
        </pc:sldMkLst>
        <pc:spChg chg="mod">
          <ac:chgData name="Άριστος Αρέστη" userId="813aa191-2d4c-464f-9d05-0a7e494d859f" providerId="ADAL" clId="{05FBD2A0-BE8E-4B22-8A8D-2D38B973E91D}" dt="2026-09-10T18:32:08.747" v="40" actId="20577"/>
          <ac:spMkLst>
            <pc:docMk/>
            <pc:sldMk cId="1459875993" sldId="258"/>
            <ac:spMk id="2" creationId="{62A92CD4-88DD-4F68-B449-EA9821C3EFD3}"/>
          </ac:spMkLst>
        </pc:spChg>
      </pc:sldChg>
      <pc:sldChg chg="addSp delSp modSp mod">
        <pc:chgData name="Άριστος Αρέστη" userId="813aa191-2d4c-464f-9d05-0a7e494d859f" providerId="ADAL" clId="{05FBD2A0-BE8E-4B22-8A8D-2D38B973E91D}" dt="2026-09-10T18:35:02.114" v="44" actId="1076"/>
        <pc:sldMkLst>
          <pc:docMk/>
          <pc:sldMk cId="2467819896" sldId="263"/>
        </pc:sldMkLst>
        <pc:spChg chg="add del mod">
          <ac:chgData name="Άριστος Αρέστη" userId="813aa191-2d4c-464f-9d05-0a7e494d859f" providerId="ADAL" clId="{05FBD2A0-BE8E-4B22-8A8D-2D38B973E91D}" dt="2026-09-10T18:35:02.114" v="44" actId="1076"/>
          <ac:spMkLst>
            <pc:docMk/>
            <pc:sldMk cId="2467819896" sldId="263"/>
            <ac:spMk id="7" creationId="{A2B73242-CF6B-49E8-828B-182C45F449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79–82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81</a:t>
            </a:r>
          </a:p>
          <a:p>
            <a:r>
              <a:t>- Ασκήσεις: pliroforiki_a_lykeiou_tetradio_ergasion_2023_2024(2).pdf, σελ. 59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59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80 και 82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59–60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59–60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Εικόνα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92484A2-6366-E48B-AFD1-DC1C582E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04726" y="1842240"/>
            <a:ext cx="2816564" cy="266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Στόχοι σημερινού μαθήματος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707716" cy="3880772"/>
          </a:xfrm>
        </p:spPr>
        <p:txBody>
          <a:bodyPr>
            <a:normAutofit lnSpcReduction="10000"/>
          </a:bodyPr>
          <a:lstStyle/>
          <a:p>
            <a:r>
              <a:rPr sz="2800" dirty="0"/>
              <a:t>Να </a:t>
            </a:r>
            <a:r>
              <a:rPr sz="2800" dirty="0" err="1"/>
              <a:t>μετ</a:t>
            </a:r>
            <a:r>
              <a:rPr sz="2800" dirty="0"/>
              <a:t>ατρέπουμε μια εικόνα σε ασπρόμαυρη</a:t>
            </a:r>
          </a:p>
          <a:p>
            <a:r>
              <a:rPr sz="2800" dirty="0"/>
              <a:t>Να </a:t>
            </a:r>
            <a:r>
              <a:rPr sz="2800" dirty="0" err="1"/>
              <a:t>τονίζουμε</a:t>
            </a:r>
            <a:r>
              <a:rPr sz="2800" dirty="0"/>
              <a:t> </a:t>
            </a:r>
            <a:r>
              <a:rPr sz="2800" dirty="0" err="1"/>
              <a:t>μι</a:t>
            </a:r>
            <a:r>
              <a:rPr sz="2800" dirty="0"/>
              <a:t>α περιοχή με τη μέθοδο του αποκορεσμού</a:t>
            </a:r>
          </a:p>
          <a:p>
            <a:r>
              <a:rPr sz="2800" dirty="0"/>
              <a:t>Να </a:t>
            </a:r>
            <a:r>
              <a:rPr sz="2800" dirty="0" err="1"/>
              <a:t>χρησιμο</a:t>
            </a:r>
            <a:r>
              <a:rPr sz="2800" dirty="0"/>
              <a:t>ποιούμε layers και Alpha Channel για επιλεκτικό χρώμα</a:t>
            </a:r>
            <a:endParaRPr sz="2800" dirty="0">
              <a:latin typeface="+mj-lt"/>
              <a:ea typeface="+mj-lt"/>
              <a:cs typeface="+mj-lt"/>
            </a:endParaRPr>
          </a:p>
          <a:p>
            <a:r>
              <a:rPr sz="2800" dirty="0"/>
              <a:t>Να α</a:t>
            </a:r>
            <a:r>
              <a:rPr sz="2800" dirty="0" err="1"/>
              <a:t>λλάζουμε</a:t>
            </a:r>
            <a:r>
              <a:rPr sz="2800" dirty="0"/>
              <a:t> </a:t>
            </a:r>
            <a:r>
              <a:rPr sz="2800" dirty="0" err="1"/>
              <a:t>τις</a:t>
            </a:r>
            <a:r>
              <a:rPr sz="2800" dirty="0"/>
              <a:t> απ</a:t>
            </a:r>
            <a:r>
              <a:rPr sz="2800" dirty="0" err="1"/>
              <a:t>οχρώσεις</a:t>
            </a:r>
            <a:r>
              <a:rPr sz="2800" dirty="0"/>
              <a:t> </a:t>
            </a:r>
            <a:r>
              <a:rPr sz="2800" dirty="0" err="1"/>
              <a:t>μι</a:t>
            </a:r>
            <a:r>
              <a:rPr sz="2800" dirty="0"/>
              <a:t>ας επιλεγμένης περιοχής</a:t>
            </a:r>
          </a:p>
        </p:txBody>
      </p:sp>
      <p:pic>
        <p:nvPicPr>
          <p:cNvPr id="7" name="Content Placeholder 4"/>
          <p:cNvPicPr>
            <a:picLocks noGrp="1" noChangeAspect="1"/>
          </p:cNvPicPr>
          <p:nvPr>
            <p:ph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7987099" y="2432050"/>
            <a:ext cx="2816564" cy="2668694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570428" cy="8064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l-GR" dirty="0"/>
              <a:t>Αφαίρεση χρωμάτων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t>Ανοίγουμε την εικόνα στο GIMP.</a:t>
            </a:r>
          </a:p>
          <a:p>
            <a:pPr marL="0" indent="0">
              <a:buNone/>
            </a:pPr>
            <a:r>
              <a:t>Layer → Duplicate Layer</a:t>
            </a:r>
          </a:p>
          <a:p>
            <a:pPr marL="0" indent="0">
              <a:buNone/>
            </a:pPr>
            <a:r>
              <a:t>Colors → Desaturate</a:t>
            </a:r>
          </a:p>
          <a:p>
            <a:pPr marL="0" indent="0">
              <a:buNone/>
            </a:pPr>
            <a:r>
              <a:t>Το επάνω layer γίνεται ασπρόμαυρο, ενώ το αρχικό παραμένει έγχρωμο.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B479B21-D6DB-4C22-0FE7-0AC74BAC7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56279" y="609600"/>
            <a:ext cx="4489307" cy="2709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42A4E-5073-6E0B-C3F5-016337D7D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153" y="3538879"/>
            <a:ext cx="4581558" cy="285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Layers και Alpha Channel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r>
              <a:rPr sz="2800"/>
              <a:t>Το αντίγραφο του layer βρίσκεται πάνω από την αρχική εικόνα.</a:t>
            </a:r>
          </a:p>
          <a:p>
            <a:r>
              <a:rPr sz="2800"/>
              <a:t>Layer → Transparency → Add Alpha Channel</a:t>
            </a:r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Το Alpha Channel επιτρέπει τη διαφάνεια.</a:t>
            </a:r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Με το σβηστήρι αφαιρούμε το γκρίζο και εμφανίζεται το χρώμα του κάτω layer.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29400" y="1270000"/>
            <a:ext cx="5440681" cy="389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5291667" cy="7429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Επ</a:t>
            </a:r>
            <a:r>
              <a:rPr dirty="0" err="1"/>
              <a:t>ιλεκτικό</a:t>
            </a:r>
            <a:r>
              <a:rPr dirty="0"/>
              <a:t> </a:t>
            </a:r>
            <a:r>
              <a:rPr dirty="0" err="1"/>
              <a:t>χρώμ</a:t>
            </a:r>
            <a:r>
              <a:rPr dirty="0"/>
              <a:t>α</a:t>
            </a: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4378" y="1995477"/>
            <a:ext cx="4489307" cy="270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0270E-BD96-C9EF-D75A-C08ACA59A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333" y="1930400"/>
            <a:ext cx="4572033" cy="286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8922935" cy="857534"/>
          </a:xfrm>
        </p:spPr>
        <p:txBody>
          <a:bodyPr vert="horz" lIns="91440" tIns="45720" rIns="91440" bIns="45720" anchor="t">
            <a:normAutofit fontScale="90000"/>
          </a:bodyPr>
          <a:lstStyle/>
          <a:p>
            <a:r>
              <a:rPr dirty="0" err="1"/>
              <a:t>Αλλ</a:t>
            </a:r>
            <a:r>
              <a:rPr dirty="0"/>
              <a:t>αγή απόχρωσης</a:t>
            </a:r>
            <a:r>
              <a:rPr lang="en-US" dirty="0"/>
              <a:t> </a:t>
            </a:r>
            <a:r>
              <a:rPr lang="el-GR" dirty="0"/>
              <a:t>μιας επιλεγμένης περιοχής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165" y="1829461"/>
            <a:ext cx="3851122" cy="4574228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dirty="0" err="1"/>
              <a:t>Με</a:t>
            </a:r>
            <a:r>
              <a:rPr dirty="0"/>
              <a:t> </a:t>
            </a:r>
            <a:r>
              <a:rPr dirty="0" err="1"/>
              <a:t>το</a:t>
            </a:r>
            <a:r>
              <a:rPr dirty="0"/>
              <a:t> Foreground Select </a:t>
            </a:r>
            <a:r>
              <a:rPr dirty="0" err="1"/>
              <a:t>σχεδιάζουμε</a:t>
            </a:r>
            <a:r>
              <a:rPr dirty="0"/>
              <a:t> </a:t>
            </a:r>
            <a:r>
              <a:rPr dirty="0" err="1"/>
              <a:t>χονδρικά</a:t>
            </a:r>
            <a:r>
              <a:rPr dirty="0"/>
              <a:t> </a:t>
            </a:r>
            <a:r>
              <a:rPr dirty="0" err="1"/>
              <a:t>γύρω</a:t>
            </a:r>
            <a:r>
              <a:rPr dirty="0"/>
              <a:t> από </a:t>
            </a:r>
            <a:r>
              <a:rPr dirty="0" err="1"/>
              <a:t>το</a:t>
            </a:r>
            <a:r>
              <a:rPr dirty="0"/>
              <a:t> α</a:t>
            </a:r>
            <a:r>
              <a:rPr dirty="0" err="1"/>
              <a:t>ντικείμενο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Βουρτσίζουμε</a:t>
            </a:r>
            <a:r>
              <a:rPr dirty="0"/>
              <a:t> π</a:t>
            </a:r>
            <a:r>
              <a:rPr dirty="0" err="1"/>
              <a:t>άνω</a:t>
            </a:r>
            <a:r>
              <a:rPr dirty="0"/>
              <a:t> </a:t>
            </a:r>
            <a:r>
              <a:rPr dirty="0" err="1"/>
              <a:t>στ</a:t>
            </a:r>
            <a:r>
              <a:rPr dirty="0"/>
              <a:t>α χρώματα που θέλουμε να επιλεγούν.</a:t>
            </a:r>
          </a:p>
          <a:p>
            <a:pPr marL="0" indent="0">
              <a:buNone/>
            </a:pPr>
            <a:r>
              <a:rPr dirty="0"/>
              <a:t>Πα</a:t>
            </a:r>
            <a:r>
              <a:rPr dirty="0" err="1"/>
              <a:t>τάμε</a:t>
            </a:r>
            <a:r>
              <a:rPr dirty="0"/>
              <a:t> Enter </a:t>
            </a:r>
            <a:r>
              <a:rPr dirty="0" err="1"/>
              <a:t>γι</a:t>
            </a:r>
            <a:r>
              <a:rPr dirty="0"/>
              <a:t>α να ολοκληρωθεί η επιλογή.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Colors → Hue–Saturation </a:t>
            </a:r>
            <a:r>
              <a:rPr dirty="0" err="1"/>
              <a:t>γι</a:t>
            </a:r>
            <a:r>
              <a:rPr dirty="0"/>
              <a:t>α το νέο χρώμα.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1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05892" y="4123855"/>
            <a:ext cx="4074613" cy="2501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A2BCBC-8808-A1B3-90F6-E077FEA83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421" y="1446198"/>
            <a:ext cx="4018994" cy="2321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D6D03-DD89-052B-CCA3-A8E86DCC9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87" y="1687700"/>
            <a:ext cx="1108421" cy="102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216-ACC3-250B-E0E3-CD61A008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Αλλαγή απόχρωσης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0C6A1-BEC2-A293-CB8F-1E2261C3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1" y="1746250"/>
            <a:ext cx="10306524" cy="480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5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Ολοκλήρωση επεξεργασίας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 fontScale="84465" lnSpcReduction="20000"/>
          </a:bodyPr>
          <a:lstStyle/>
          <a:p>
            <a:r>
              <a:rPr sz="2800">
                <a:latin typeface="+mj-lt"/>
                <a:ea typeface="+mj-lt"/>
                <a:cs typeface="+mj-lt"/>
              </a:rPr>
              <a:t>Select → None</a:t>
            </a:r>
          </a:p>
          <a:p>
            <a:r>
              <a:rPr sz="2800">
                <a:latin typeface="+mj-lt"/>
                <a:ea typeface="+mj-lt"/>
                <a:cs typeface="+mj-lt"/>
              </a:rPr>
              <a:t>Αφαιρούμε τη γραμμή επιλογής πριν ελέγξουμε το αποτέλεσμα.</a:t>
            </a:r>
          </a:p>
          <a:p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File → Save</a:t>
            </a:r>
          </a:p>
          <a:p>
            <a:r>
              <a:rPr sz="2800"/>
              <a:t>Αποθηκεύουμε το έργο ώστε να διατηρούνται τα layers.</a:t>
            </a:r>
          </a:p>
          <a:p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Ελέγχουμε ότι άλλαξε μόνο η περιοχή που επιλέξαμε.</a:t>
            </a:r>
            <a:endParaRPr sz="28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D08F4E-FDAC-F99B-0359-18DF7BC5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37" y="452387"/>
            <a:ext cx="6083166" cy="623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5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1250" y="4143375"/>
            <a:ext cx="3333750" cy="1714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Ασκήσεις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t>Στην τάξη – Φύλλο Εργασίας A.4.M6 (σελ. 59–60)</a:t>
            </a:r>
          </a:p>
        </p:txBody>
      </p:sp>
      <p:sp>
        <p:nvSpPr>
          <p:cNvPr id="7" name="Exercise Summary">
            <a:extLst>
              <a:ext uri="{FF2B5EF4-FFF2-40B4-BE49-F238E27FC236}">
                <a16:creationId xmlns:a16="http://schemas.microsoft.com/office/drawing/2014/main" id="{A2B73242-CF6B-49E8-828B-182C45F449FF}"/>
              </a:ext>
            </a:extLst>
          </p:cNvPr>
          <p:cNvSpPr>
            <a:spLocks noGrp="1"/>
          </p:cNvSpPr>
          <p:nvPr/>
        </p:nvSpPr>
        <p:spPr>
          <a:xfrm>
            <a:off x="784668" y="2720975"/>
            <a:ext cx="419100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Δρ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αστηριότητα Α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Ronaldo.jpg: επ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ιλεκτικό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χρώμ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</a:t>
            </a:r>
          </a:p>
          <a:p>
            <a:endParaRPr sz="1875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Δρ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αστηριότητα Β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audi.jpg: α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λλ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αγή απόχρωσης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05380" y="2333625"/>
            <a:ext cx="2505489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432</Words>
  <Application>Microsoft Office PowerPoint</Application>
  <DocSecurity>0</DocSecurity>
  <PresentationFormat>Widescreen</PresentationFormat>
  <Paragraphs>64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Εικόνα</vt:lpstr>
      <vt:lpstr>Στόχοι σημερινού μαθήματος</vt:lpstr>
      <vt:lpstr>Αφαίρεση χρωμάτων</vt:lpstr>
      <vt:lpstr>Layers και Alpha Channel</vt:lpstr>
      <vt:lpstr>Επιλεκτικό χρώμα</vt:lpstr>
      <vt:lpstr>Αλλαγή απόχρωσης μιας επιλεγμένης περιοχής</vt:lpstr>
      <vt:lpstr>Αλλαγή απόχρωσης</vt:lpstr>
      <vt:lpstr>Ολοκλήρωση επεξεργασίας</vt:lpstr>
      <vt:lpstr>PowerPoint Presentation</vt:lpstr>
      <vt:lpstr>Ασκήσεις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2026-09-09T18:53:31Z</dcterms:created>
  <dcterms:modified xsi:type="dcterms:W3CDTF">2026-09-23T19:58:35Z</dcterms:modified>
</cp:coreProperties>
</file>