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custSel modSld">
      <pc:chgData name="Άριστος Αρέστη" userId="813aa191-2d4c-464f-9d05-0a7e494d859f" providerId="ADAL" clId="{49C7B61D-1ACF-4AFF-A04E-A3B433E32474}" dt="2026-09-26T18:32:24.066" v="22" actId="1076"/>
      <pc:docMkLst>
        <pc:docMk/>
      </pc:docMkLst>
      <pc:sldChg chg="delSp modSp mod">
        <pc:chgData name="Άριστος Αρέστη" userId="813aa191-2d4c-464f-9d05-0a7e494d859f" providerId="ADAL" clId="{49C7B61D-1ACF-4AFF-A04E-A3B433E32474}" dt="2026-09-26T08:31:53.717" v="12" actId="1076"/>
        <pc:sldMkLst>
          <pc:docMk/>
          <pc:sldMk cId="1459875993" sldId="258"/>
        </pc:sldMkLst>
        <pc:picChg chg="del mod">
          <ac:chgData name="Άριστος Αρέστη" userId="813aa191-2d4c-464f-9d05-0a7e494d859f" providerId="ADAL" clId="{49C7B61D-1ACF-4AFF-A04E-A3B433E32474}" dt="2026-09-26T08:30:52.099" v="4" actId="478"/>
          <ac:picMkLst>
            <pc:docMk/>
            <pc:sldMk cId="1459875993" sldId="258"/>
            <ac:picMk id="62" creationId="{00000000-0000-0000-0000-000000000000}"/>
          </ac:picMkLst>
        </pc:picChg>
        <pc:picChg chg="mod modCrop">
          <ac:chgData name="Άριστος Αρέστη" userId="813aa191-2d4c-464f-9d05-0a7e494d859f" providerId="ADAL" clId="{49C7B61D-1ACF-4AFF-A04E-A3B433E32474}" dt="2026-09-26T08:31:53.717" v="12" actId="1076"/>
          <ac:picMkLst>
            <pc:docMk/>
            <pc:sldMk cId="1459875993" sldId="258"/>
            <ac:picMk id="63" creationId="{00000000-0000-0000-0000-000000000000}"/>
          </ac:picMkLst>
        </pc:picChg>
      </pc:sldChg>
      <pc:sldChg chg="addSp modSp mod">
        <pc:chgData name="Άριστος Αρέστη" userId="813aa191-2d4c-464f-9d05-0a7e494d859f" providerId="ADAL" clId="{49C7B61D-1ACF-4AFF-A04E-A3B433E32474}" dt="2026-09-26T18:32:24.066" v="22" actId="1076"/>
        <pc:sldMkLst>
          <pc:docMk/>
          <pc:sldMk cId="2570149264" sldId="259"/>
        </pc:sldMkLst>
        <pc:spChg chg="mod">
          <ac:chgData name="Άριστος Αρέστη" userId="813aa191-2d4c-464f-9d05-0a7e494d859f" providerId="ADAL" clId="{49C7B61D-1ACF-4AFF-A04E-A3B433E32474}" dt="2026-09-26T18:32:14.034" v="20" actId="12"/>
          <ac:spMkLst>
            <pc:docMk/>
            <pc:sldMk cId="2570149264" sldId="259"/>
            <ac:spMk id="7" creationId="{55356B4F-BF3C-4591-9784-B708E8A8C9E5}"/>
          </ac:spMkLst>
        </pc:spChg>
        <pc:picChg chg="add mod">
          <ac:chgData name="Άριστος Αρέστη" userId="813aa191-2d4c-464f-9d05-0a7e494d859f" providerId="ADAL" clId="{49C7B61D-1ACF-4AFF-A04E-A3B433E32474}" dt="2026-09-26T18:32:24.066" v="22" actId="1076"/>
          <ac:picMkLst>
            <pc:docMk/>
            <pc:sldMk cId="2570149264" sldId="259"/>
            <ac:picMk id="5" creationId="{43888D48-9CB3-4C7D-2C8B-43114DF77437}"/>
          </ac:picMkLst>
        </pc:picChg>
      </pc:sldChg>
    </pc:docChg>
  </pc:docChgLst>
  <pc:docChgLst>
    <pc:chgData name="Άριστος Αρέστη" userId="813aa191-2d4c-464f-9d05-0a7e494d859f" providerId="ADAL" clId="{BD793A04-0619-46AE-82D9-B5BC2D60C769}"/>
    <pc:docChg chg="custSel modSld">
      <pc:chgData name="Άριστος Αρέστη" userId="813aa191-2d4c-464f-9d05-0a7e494d859f" providerId="ADAL" clId="{BD793A04-0619-46AE-82D9-B5BC2D60C769}" dt="2026-09-12T08:17:27.404" v="4" actId="1076"/>
      <pc:docMkLst>
        <pc:docMk/>
      </pc:docMkLst>
      <pc:sldChg chg="modSp mod">
        <pc:chgData name="Άριστος Αρέστη" userId="813aa191-2d4c-464f-9d05-0a7e494d859f" providerId="ADAL" clId="{BD793A04-0619-46AE-82D9-B5BC2D60C769}" dt="2026-09-12T06:56:30.822" v="0" actId="108"/>
        <pc:sldMkLst>
          <pc:docMk/>
          <pc:sldMk cId="1858723173" sldId="257"/>
        </pc:sldMkLst>
        <pc:spChg chg="mod">
          <ac:chgData name="Άριστος Αρέστη" userId="813aa191-2d4c-464f-9d05-0a7e494d859f" providerId="ADAL" clId="{BD793A04-0619-46AE-82D9-B5BC2D60C769}" dt="2026-09-12T06:56:30.822" v="0" actId="108"/>
          <ac:spMkLst>
            <pc:docMk/>
            <pc:sldMk cId="1858723173" sldId="257"/>
            <ac:spMk id="3" creationId="{02606E10-B033-4090-8AE6-B8F8966553A7}"/>
          </ac:spMkLst>
        </pc:spChg>
      </pc:sldChg>
      <pc:sldChg chg="delSp modSp mod">
        <pc:chgData name="Άριστος Αρέστη" userId="813aa191-2d4c-464f-9d05-0a7e494d859f" providerId="ADAL" clId="{BD793A04-0619-46AE-82D9-B5BC2D60C769}" dt="2026-09-12T08:17:27.404" v="4" actId="1076"/>
        <pc:sldMkLst>
          <pc:docMk/>
          <pc:sldMk cId="643881412" sldId="260"/>
        </pc:sldMkLst>
        <pc:spChg chg="mod">
          <ac:chgData name="Άριστος Αρέστη" userId="813aa191-2d4c-464f-9d05-0a7e494d859f" providerId="ADAL" clId="{BD793A04-0619-46AE-82D9-B5BC2D60C769}" dt="2026-09-12T08:17:27.404" v="4" actId="1076"/>
          <ac:spMkLst>
            <pc:docMk/>
            <pc:sldMk cId="643881412" sldId="260"/>
            <ac:spMk id="2" creationId="{760CC5F6-A8B2-464D-A77D-97CB05567F6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Πρότυπο: A4.M2 Πολυμέσα-Ήχος(2).pptx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Θεωρία: pliroforiki_a_lykeiou_simeioseis_2023_2024(2).pdf, σελ. 82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Θεωρία: pliroforiki_a_lykeiou_simeioseis_2023_2024(2).pdf, σελ. 82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Ασκήσεις: pliroforiki_a_lykeiou_tetradio_ergasion_2023_2024(2).pdf, σελ. 63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Ασκήσεις: pliroforiki_a_lykeiou_tetradio_ergasion_2023_2024(2).pdf, σελ. 64–65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Ασκήσεις: pliroforiki_a_lykeiou_tetradio_ergasion_2023_2024(2).pdf, σελ. 65–66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Ασκήσεις: pliroforiki_a_lykeiou_tetradio_ergasion_2023_2024(2).pdf, σελ. 67–68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Ασκήσεις: pliroforiki_a_lykeiou_tetradio_ergasion_2023_2024(2).pdf, σελ. 63–68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4E918921-2CFD-4CA1-B08F-3BAB503BE518}"/>
              </a:ext>
            </a:extLst>
          </p:cNvPr>
          <p:cNvSpPr>
            <a:spLocks noGrp="1"/>
          </p:cNvSpPr>
          <p:nvPr/>
        </p:nvSpPr>
        <p:spPr>
          <a:xfrm>
            <a:off x="0" y="-7862"/>
            <a:ext cx="863600" cy="5698067"/>
          </a:xfrm>
          <a:custGeom>
            <a:avLst/>
            <a:gdLst/>
            <a:ahLst/>
            <a:cxnLst/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E37B2AF0-F1FD-4B03-B481-A7AEB0D4918E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655BA76F-F0D3-46DC-8669-115FD57880C2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1" name="Rectangle 23">
            <a:extLst>
              <a:ext uri="{FF2B5EF4-FFF2-40B4-BE49-F238E27FC236}">
                <a16:creationId xmlns:a16="http://schemas.microsoft.com/office/drawing/2014/main" id="{DD257EB0-2B30-4FC6-AA24-873A5B4FFEA2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2" name="Rectangle 25">
            <a:extLst>
              <a:ext uri="{FF2B5EF4-FFF2-40B4-BE49-F238E27FC236}">
                <a16:creationId xmlns:a16="http://schemas.microsoft.com/office/drawing/2014/main" id="{AF7B4680-A767-4058-AF50-A02AD3F15A73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43640B4D-BEFD-4199-A8AA-0ACAD1F35BF8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Rectangle 27">
            <a:extLst>
              <a:ext uri="{FF2B5EF4-FFF2-40B4-BE49-F238E27FC236}">
                <a16:creationId xmlns:a16="http://schemas.microsoft.com/office/drawing/2014/main" id="{C52E025E-B7B6-4C2F-95C3-451B2D04D502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5" name="Rectangle 28">
            <a:extLst>
              <a:ext uri="{FF2B5EF4-FFF2-40B4-BE49-F238E27FC236}">
                <a16:creationId xmlns:a16="http://schemas.microsoft.com/office/drawing/2014/main" id="{2DD6DD06-FAD9-4434-AAD6-4F5F4054467A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9">
            <a:extLst>
              <a:ext uri="{FF2B5EF4-FFF2-40B4-BE49-F238E27FC236}">
                <a16:creationId xmlns:a16="http://schemas.microsoft.com/office/drawing/2014/main" id="{08CE678E-61E0-4B59-9E06-0CCDA51B5F1A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6CF5F7A2-53D8-4ABB-B382-AFAFF8453B4D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7FDF0A-A15E-4E62-941B-541590143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274578-9B32-473A-B0FD-5A428DF4E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300C8-64F2-42E4-B5F9-4C502AC14CE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C6B3A-D180-442C-87FB-17957759B4F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11ED2-A058-4592-AFE4-D9FE673F9A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77581-562F-47E7-8112-9B9297AD1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120C2-37BA-41A7-88BE-349064B19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73FAF-6252-4F7B-8D52-61D4525FAA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AB332-D473-41FC-8833-2008668A0B4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6F0BE-FA5E-42B7-9F04-6403D88AF5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34865-9BC9-4F7B-BF47-BAB8288BF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buNone/>
              <a:defRPr sz="40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7564D-364D-4098-BF47-59F28828E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BC595-E100-4CF2-8F9C-0A9A5B58E4F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8BCC5-E90B-4F82-9D04-02D3B854EBA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48D55-6385-4245-B919-3F3734427A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9B616-EBE7-4DBD-93E3-B48524DC2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FB809-40AE-487F-8E1A-27605066C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E4FF7-CBE0-4679-B6DE-CB30562D470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E209FA-3B2C-4B90-BB28-4F3BB933049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54B334-B088-4BD2-8AB9-463A3A7DDC49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FF7CAB-3E66-49EF-ABC4-6B3CBA5B954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DE1B27-2770-440B-8683-B33AB2F899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75A2C5-0358-4435-9AA6-43968B5196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6C2FF-7108-4081-A2CF-009FBCC1C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28814B-6E48-48D5-B472-0ACD110B4F7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FFA3EA-506D-4E17-B515-424F484D46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A18EE-9DBE-4F3E-9523-7AC767EA8D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42DD94-4BE1-43A9-ACA5-02458C765BA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F01500-3CEB-4E6E-AD3B-61C1D210C3C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B4083-954B-41BD-B609-2D06C7EC3D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8CC36-F893-42EA-85A9-4908E04B1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buNone/>
              <a:defRPr sz="2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19624-ADFA-48E6-BD3C-7ED96121E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8F45B7-7981-4D15-B61B-718D2A3AB8E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BCD0-4CDE-41A3-94CB-65673985F08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AB3597-CA70-4297-B68E-36CA3174A99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EA9B7B-47EA-4C7C-93C5-0195B76055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825EE-8171-47C6-9D7E-BA60971B6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buNone/>
              <a:defRPr sz="2400" b="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6AADA7-0CCE-406C-8490-8E3B86C299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A735FF-F666-49B8-836F-25EA123BA33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3A5BD9-4BEB-4CB2-BC4E-263561C08F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5A0EF9-3902-4E30-9474-29CA9E2B73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B7EBFC-F60A-4B6C-AED7-920643100F9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B30-B37C-4942-B0C4-5EB7F0D6D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A3222-9946-4CFA-AFC2-94ECB00F5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5A612-A924-458F-B443-59FD13BB29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939AF-AEBA-4F37-8BDE-8C756BD903D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5C401-FF14-489A-9B3E-D0ED476A25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59351-7955-4803-A7F8-DF0862306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54B1FC33-9DF1-4054-B18A-956604D0FF9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38461-AC1B-4274-9162-5045F49EB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28501-0168-461B-ACB6-54D73113959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7A80A-D5B4-4E94-A1B3-F082DFBECD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386AF-2374-4576-91A8-581D8FD8B5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70E8FC-ED60-43AA-AF41-660A35EDFF7D}"/>
              </a:ext>
            </a:extLst>
          </p:cNvPr>
          <p:cNvSpPr>
            <a:spLocks noGrp="1"/>
          </p:cNvSpPr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A0C394-E2FD-44B8-9735-EBD5F1A44478}"/>
              </a:ext>
            </a:extLst>
          </p:cNvPr>
          <p:cNvSpPr>
            <a:spLocks noGrp="1"/>
          </p:cNvSpPr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B22F0-2F5D-435B-A869-6932D10A3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EE19A-AC66-4CAA-BB73-F9898D79A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3FCF3-F551-429E-9CC5-EF959DFFEC7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D6C97-86E7-4AB6-89C1-6F3FE06FF78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CCD4F-188D-44BD-8DA0-19E4020DF0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44E46-9F27-40A4-A138-C87261AAA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67FCD007-0694-45C0-9EBB-82675A840F6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EAEAD-5F1B-4C05-8600-78540C705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63699-B292-45EB-8A0D-79D2AF61094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BDE3D-C164-43B4-AAE3-5A8EE76F2FE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741F5-99D6-4A1D-B754-5D4CD6E2E1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584E9A-A507-4AE0-BF59-E41954519893}"/>
              </a:ext>
            </a:extLst>
          </p:cNvPr>
          <p:cNvSpPr>
            <a:spLocks noGrp="1"/>
          </p:cNvSpPr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D84491-7D8F-48BA-B9F3-742C7B7F821E}"/>
              </a:ext>
            </a:extLst>
          </p:cNvPr>
          <p:cNvSpPr>
            <a:spLocks noGrp="1"/>
          </p:cNvSpPr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DA0E8-F2EE-454B-96F9-FCF7079E5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019E2193-1BB2-4A64-90D5-565C5128C2B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E9668-4745-44B9-ADC6-C96073971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75CF1-5C89-4D2F-A7E8-860AFFDDC0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57B51-C79B-4E04-87FA-3DC4C1479D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0F5CC-48F9-432B-95CE-D0195B579F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BF31E-9A0C-4161-914A-53AE471C7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369F82-FCEE-4B82-AFF4-B7FC808AD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5ED90-3B0E-481C-A8CB-EF492CE6924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06BA6-4EED-4611-951E-517F4F7B483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5D357-67E7-4B77-985A-491D9E6906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37C092-BFDD-4559-9181-69DBA05D7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33D11E-BE84-4CB9-AF9A-1AA6E3DB1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BD5CC-929C-438F-917D-24115BEF3A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EB7E8-2C32-4192-8FAD-7055EF2805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BA38E-0375-4975-B2EB-88BCD2F64F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4847988-64DE-4EA1-931A-8E35BF4048DC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A8647E92-895C-4BD4-8405-D49CFEAFA235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2" name="Rectangle 23">
            <a:extLst>
              <a:ext uri="{FF2B5EF4-FFF2-40B4-BE49-F238E27FC236}">
                <a16:creationId xmlns:a16="http://schemas.microsoft.com/office/drawing/2014/main" id="{D02C6D03-6DA2-4BFE-A1AB-B3F56E100220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3" name="Rectangle 25">
            <a:extLst>
              <a:ext uri="{FF2B5EF4-FFF2-40B4-BE49-F238E27FC236}">
                <a16:creationId xmlns:a16="http://schemas.microsoft.com/office/drawing/2014/main" id="{7CFF94C5-1DFF-468F-81F7-A59CB21768B1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AD4886C9-2FB5-4F7F-A31A-3A9D30D397A7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5" name="Rectangle 27">
            <a:extLst>
              <a:ext uri="{FF2B5EF4-FFF2-40B4-BE49-F238E27FC236}">
                <a16:creationId xmlns:a16="http://schemas.microsoft.com/office/drawing/2014/main" id="{014E5C00-25C2-4C47-8920-B5D57AD506D5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8">
            <a:extLst>
              <a:ext uri="{FF2B5EF4-FFF2-40B4-BE49-F238E27FC236}">
                <a16:creationId xmlns:a16="http://schemas.microsoft.com/office/drawing/2014/main" id="{8CEA40CE-B0C6-494F-AAEC-7C1B19293F9B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67E0546B-4456-4225-A01D-73D316C78E2E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60B34E2E-02C5-4A0D-BF27-D0F3CBFCB6FB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068A91AD-54F9-4831-A261-E1F0DC6F2F0C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2C832B-F90C-4549-8F7C-D55A0CAAF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95686-1A05-49EC-8A54-890B19204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E00E7-0945-4FEB-BCA7-892E1CDD1490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679E8-24C3-4AC5-B0EC-0526D46F752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A05C0-8325-4139-B75F-F72C56BD63B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>
            <a:fld id="{E2239BDF-7A9B-44BA-815E-434EFA41A2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>
        <a:buNone/>
        <a:defRPr>
          <a:solidFill>
            <a:schemeClr val="tx2"/>
          </a:solidFill>
        </a:defRPr>
      </a:lvl2pPr>
      <a:lvl3pPr>
        <a:buNone/>
        <a:defRPr>
          <a:solidFill>
            <a:schemeClr val="tx2"/>
          </a:solidFill>
        </a:defRPr>
      </a:lvl3pPr>
      <a:lvl4pPr>
        <a:buNone/>
        <a:defRPr>
          <a:solidFill>
            <a:schemeClr val="tx2"/>
          </a:solidFill>
        </a:defRPr>
      </a:lvl4pPr>
      <a:lvl5pPr>
        <a:buNone/>
        <a:defRPr>
          <a:solidFill>
            <a:schemeClr val="tx2"/>
          </a:solidFill>
        </a:defRPr>
      </a:lvl5pPr>
      <a:lvl6pPr>
        <a:buNone/>
        <a:defRPr>
          <a:solidFill>
            <a:schemeClr val="tx2"/>
          </a:solidFill>
        </a:defRPr>
      </a:lvl6pPr>
      <a:lvl7pPr>
        <a:buNone/>
        <a:defRPr>
          <a:solidFill>
            <a:schemeClr val="tx2"/>
          </a:solidFill>
        </a:defRPr>
      </a:lvl7pPr>
      <a:lvl8pPr>
        <a:buNone/>
        <a:defRPr>
          <a:solidFill>
            <a:schemeClr val="tx2"/>
          </a:solidFill>
        </a:defRPr>
      </a:lvl8pPr>
      <a:lvl9pPr>
        <a:buNone/>
        <a:defRPr>
          <a:solidFill>
            <a:schemeClr val="tx2"/>
          </a:solidFill>
        </a:defRPr>
      </a:lvl9pPr>
    </p:titleStyle>
    <p:bodyStyle>
      <a:lvl1pPr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jpeg"/><Relationship Id="rId5" Type="http://schemas.openxmlformats.org/officeDocument/2006/relationships/image" Target="../media/image11.jpeg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noGrp="1"/>
          </p:cNvSpPr>
          <p:nvPr/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noGrp="1"/>
          </p:cNvSpPr>
          <p:nvPr/>
        </p:nvSpPr>
        <p:spPr>
          <a:xfrm>
            <a:off x="7738534" y="3818467"/>
            <a:ext cx="4450292" cy="30395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8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53" name="Straight Connector 52">
            <a:extLst>
              <a:ext uri="{FF2B5EF4-FFF2-40B4-BE49-F238E27FC236}">
                <a16:creationId xmlns:a16="http://schemas.microsoft.com/office/drawing/2014/main" id="{7EB72ABB-51C2-44BE-92E4-812CE23FDFEB}"/>
              </a:ext>
            </a:extLst>
          </p:cNvPr>
          <p:cNvSpPr>
            <a:spLocks noGrp="1"/>
          </p:cNvSpPr>
          <p:nvPr/>
        </p:nvSpPr>
        <p:spPr>
          <a:xfrm>
            <a:off x="10134600" y="0"/>
            <a:ext cx="1727200" cy="685800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55" name="Straight Connector 54">
            <a:extLst>
              <a:ext uri="{FF2B5EF4-FFF2-40B4-BE49-F238E27FC236}">
                <a16:creationId xmlns:a16="http://schemas.microsoft.com/office/drawing/2014/main" id="{3F0E7EA5-53B8-426D-B5D7-06135FCD02DD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31F404-85BF-4A44-A7B7-33CE2AAB1A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6" y="1397000"/>
            <a:ext cx="8102759" cy="2421467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t>Εικόνα</a:t>
            </a:r>
          </a:p>
        </p:txBody>
      </p:sp>
      <p:sp>
        <p:nvSpPr>
          <p:cNvPr id="57" name="Rectangle 27">
            <a:extLst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noGrp="1"/>
          </p:cNvSpPr>
          <p:nvPr/>
        </p:nvSpPr>
        <p:spPr>
          <a:xfrm>
            <a:off x="10425641" y="0"/>
            <a:ext cx="1766359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01542-F65E-4B18-ACCB-69AE53182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Στόχοι σημερινού μαθήματος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06E10-B033-4090-8AE6-B8F896655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5637202" cy="3880772"/>
          </a:xfrm>
        </p:spPr>
        <p:txBody>
          <a:bodyPr>
            <a:normAutofit lnSpcReduction="10000"/>
          </a:bodyPr>
          <a:lstStyle/>
          <a:p>
            <a:r>
              <a:rPr sz="2800" dirty="0"/>
              <a:t>Να </a:t>
            </a:r>
            <a:r>
              <a:rPr sz="2800" dirty="0" err="1"/>
              <a:t>εφ</a:t>
            </a:r>
            <a:r>
              <a:rPr sz="2800" dirty="0"/>
              <a:t>αρμόζουμε φίλτρα σε μια εικόνα</a:t>
            </a:r>
          </a:p>
          <a:p>
            <a:r>
              <a:rPr sz="2800" dirty="0"/>
              <a:t>Να επ</a:t>
            </a:r>
            <a:r>
              <a:rPr sz="2800" dirty="0" err="1"/>
              <a:t>ιλέγουμε</a:t>
            </a:r>
            <a:r>
              <a:rPr sz="2800" dirty="0"/>
              <a:t> </a:t>
            </a:r>
            <a:r>
              <a:rPr sz="2800" dirty="0" err="1"/>
              <a:t>την</a:t>
            </a:r>
            <a:r>
              <a:rPr sz="2800" dirty="0"/>
              <a:t> π</a:t>
            </a:r>
            <a:r>
              <a:rPr sz="2800" dirty="0" err="1"/>
              <a:t>εριοχή</a:t>
            </a:r>
            <a:r>
              <a:rPr sz="2800" dirty="0"/>
              <a:t> π</a:t>
            </a:r>
            <a:r>
              <a:rPr sz="2800" dirty="0" err="1"/>
              <a:t>ου</a:t>
            </a:r>
            <a:r>
              <a:rPr sz="2800" dirty="0"/>
              <a:t> θα επ</a:t>
            </a:r>
            <a:r>
              <a:rPr sz="2800" dirty="0" err="1"/>
              <a:t>ηρε</a:t>
            </a:r>
            <a:r>
              <a:rPr sz="2800" dirty="0"/>
              <a:t>αστεί</a:t>
            </a:r>
          </a:p>
          <a:p>
            <a:r>
              <a:rPr sz="2800" dirty="0"/>
              <a:t>Να </a:t>
            </a:r>
            <a:r>
              <a:rPr sz="2800" dirty="0" err="1"/>
              <a:t>ρυθμίζουμε</a:t>
            </a:r>
            <a:r>
              <a:rPr sz="2800" dirty="0"/>
              <a:t> </a:t>
            </a:r>
            <a:r>
              <a:rPr sz="2800" dirty="0" err="1"/>
              <a:t>τις</a:t>
            </a:r>
            <a:r>
              <a:rPr sz="2800" dirty="0"/>
              <a:t> επ</a:t>
            </a:r>
            <a:r>
              <a:rPr sz="2800" dirty="0" err="1"/>
              <a:t>ιλογές</a:t>
            </a:r>
            <a:r>
              <a:rPr sz="2800" dirty="0"/>
              <a:t> </a:t>
            </a:r>
            <a:r>
              <a:rPr sz="2800" dirty="0" err="1"/>
              <a:t>ενός</a:t>
            </a:r>
            <a:r>
              <a:rPr sz="2800" dirty="0"/>
              <a:t> </a:t>
            </a:r>
            <a:r>
              <a:rPr sz="2800" dirty="0" err="1"/>
              <a:t>φίλτρου</a:t>
            </a:r>
            <a:endParaRPr sz="2800" dirty="0">
              <a:latin typeface="+mj-lt"/>
              <a:ea typeface="+mj-lt"/>
              <a:cs typeface="+mj-lt"/>
            </a:endParaRPr>
          </a:p>
          <a:p>
            <a:r>
              <a:rPr sz="2800" dirty="0"/>
              <a:t>Να απ</a:t>
            </a:r>
            <a:r>
              <a:rPr sz="2800" dirty="0" err="1"/>
              <a:t>οθηκεύουμε</a:t>
            </a:r>
            <a:r>
              <a:rPr sz="2800" dirty="0"/>
              <a:t> </a:t>
            </a:r>
            <a:r>
              <a:rPr sz="2800" dirty="0" err="1"/>
              <a:t>το</a:t>
            </a:r>
            <a:r>
              <a:rPr sz="2800" dirty="0"/>
              <a:t> </a:t>
            </a:r>
            <a:r>
              <a:rPr sz="2800" dirty="0" err="1"/>
              <a:t>τελικό</a:t>
            </a:r>
            <a:r>
              <a:rPr sz="2800" dirty="0"/>
              <a:t> απ</a:t>
            </a:r>
            <a:r>
              <a:rPr sz="2800" dirty="0" err="1"/>
              <a:t>οτέλεσμ</a:t>
            </a:r>
            <a:r>
              <a:rPr sz="2800" dirty="0"/>
              <a:t>α</a:t>
            </a:r>
          </a:p>
        </p:txBody>
      </p:sp>
      <p:pic>
        <p:nvPicPr>
          <p:cNvPr id="8" name="Content Placeholder 4"/>
          <p:cNvPicPr>
            <a:picLocks noGrp="1" noChangeAspect="1"/>
          </p:cNvPicPr>
          <p:nvPr>
            <p:ph idx="2"/>
          </p:nvPr>
        </p:nvPicPr>
        <p:blipFill>
          <a:blip r:embed="rId3"/>
          <a:stretch>
            <a:fillRect/>
          </a:stretch>
        </p:blipFill>
        <p:spPr>
          <a:xfrm>
            <a:off x="6825049" y="1916219"/>
            <a:ext cx="3810000" cy="3609975"/>
          </a:xfr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925062" y="1916219"/>
            <a:ext cx="3609975" cy="36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723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Rectangle 27">
            <a:extLst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7" name="Rectangle 28">
            <a:extLst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Φίλτρα στο GIMP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 vert="horz" lIns="91440" tIns="45720" rIns="91440" bIns="45720">
            <a:normAutofit/>
          </a:bodyPr>
          <a:lstStyle/>
          <a:p>
            <a:pPr marL="0" indent="0">
              <a:buNone/>
            </a:pPr>
            <a:r>
              <a:t>Τα φίλτρα αλλάζουν την εμφάνιση ολόκληρης της εικόνας ή μιας επιλογής.</a:t>
            </a:r>
          </a:p>
          <a:p>
            <a:pPr marL="0" indent="0">
              <a:buNone/>
            </a:pPr>
            <a:r>
              <a:t>Μπορούν να παραμορφώσουν, να χρωματίσουν ή να διορθώσουν μια φωτογραφία.</a:t>
            </a:r>
          </a:p>
          <a:p>
            <a:pPr marL="0" indent="0">
              <a:buNone/>
            </a:pPr>
            <a:r>
              <a:t>Τα βρίσκουμε στο μενού Filters.</a:t>
            </a:r>
          </a:p>
          <a:p>
            <a:pPr marL="0" indent="0">
              <a:buNone/>
            </a:pPr>
            <a:r>
              <a:t>Πριν την εφαρμογή τους, επιλέγουμε προσεκτικά την κατάλληλη περιοχή.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63" name="Picture 62"/>
          <p:cNvPicPr>
            <a:picLocks noChangeAspect="1"/>
          </p:cNvPicPr>
          <p:nvPr/>
        </p:nvPicPr>
        <p:blipFill>
          <a:blip r:embed="rId3"/>
          <a:srcRect l="33198" t="24775" r="32103" b="43752"/>
          <a:stretch>
            <a:fillRect/>
          </a:stretch>
        </p:blipFill>
        <p:spPr>
          <a:xfrm>
            <a:off x="6116323" y="1180423"/>
            <a:ext cx="2734056" cy="4818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75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863D9-1989-4443-A424-8213A05F3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Pixelize</a:t>
            </a:r>
          </a:p>
        </p:txBody>
      </p:sp>
      <p:pic>
        <p:nvPicPr>
          <p:cNvPr id="11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8678" y="1809334"/>
            <a:ext cx="6930887" cy="4183138"/>
          </a:xfrm>
          <a:prstGeom prst="rect">
            <a:avLst/>
          </a:prstGeom>
        </p:spPr>
      </p:pic>
      <p:sp>
        <p:nvSpPr>
          <p:cNvPr id="4" name="Pixelize Content Cover">
            <a:extLst>
              <a:ext uri="{FF2B5EF4-FFF2-40B4-BE49-F238E27FC236}">
                <a16:creationId xmlns:a16="http://schemas.microsoft.com/office/drawing/2014/main" id="{7298A026-24AF-436A-B6A0-6027009D6F23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10287000" cy="47625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953000" y="2143125"/>
            <a:ext cx="2476500" cy="24765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715250" y="2143125"/>
            <a:ext cx="2476500" cy="2476500"/>
          </a:xfrm>
          <a:prstGeom prst="rect">
            <a:avLst/>
          </a:prstGeom>
        </p:spPr>
      </p:pic>
      <p:sp>
        <p:nvSpPr>
          <p:cNvPr id="7" name="Pixelize Steps">
            <a:extLst>
              <a:ext uri="{FF2B5EF4-FFF2-40B4-BE49-F238E27FC236}">
                <a16:creationId xmlns:a16="http://schemas.microsoft.com/office/drawing/2014/main" id="{55356B4F-BF3C-4591-9784-B708E8A8C9E5}"/>
              </a:ext>
            </a:extLst>
          </p:cNvPr>
          <p:cNvSpPr>
            <a:spLocks noGrp="1"/>
          </p:cNvSpPr>
          <p:nvPr/>
        </p:nvSpPr>
        <p:spPr>
          <a:xfrm>
            <a:off x="809625" y="2047875"/>
            <a:ext cx="3714750" cy="2381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725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Επ</a:t>
            </a:r>
            <a:r>
              <a:rPr sz="1725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ιλογή</a:t>
            </a:r>
            <a:r>
              <a:rPr sz="1725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π</a:t>
            </a:r>
            <a:r>
              <a:rPr sz="1725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ροσώ</a:t>
            </a:r>
            <a:r>
              <a:rPr sz="1725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που με το κατάλληλο εργαλείο</a:t>
            </a:r>
          </a:p>
          <a:p>
            <a:pPr marL="285750" indent="-285750">
              <a:buFont typeface="Arial" panose="020B0604020202020204" pitchFamily="34" charset="0"/>
              <a:buChar char="•"/>
              <a:defRPr sz="1725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endParaRPr lang="en-US" sz="1725" dirty="0">
              <a:solidFill>
                <a:srgbClr val="333333"/>
              </a:solidFill>
              <a:latin typeface="Trebuchet MS"/>
              <a:ea typeface="Trebuchet MS"/>
              <a:cs typeface="Trebuchet MS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725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Filters → Blur → </a:t>
            </a:r>
            <a:r>
              <a:rPr sz="1725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Pixelize</a:t>
            </a:r>
            <a:endParaRPr sz="1725" dirty="0">
              <a:solidFill>
                <a:srgbClr val="333333"/>
              </a:solidFill>
              <a:latin typeface="Trebuchet MS"/>
              <a:ea typeface="Trebuchet MS"/>
              <a:cs typeface="Trebuchet MS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725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endParaRPr lang="en-US" sz="1725" dirty="0">
              <a:solidFill>
                <a:srgbClr val="333333"/>
              </a:solidFill>
              <a:latin typeface="Trebuchet MS"/>
              <a:ea typeface="Trebuchet MS"/>
              <a:cs typeface="Trebuchet MS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725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Select → None</a:t>
            </a:r>
          </a:p>
          <a:p>
            <a:pPr marL="285750" indent="-285750">
              <a:buFont typeface="Arial" panose="020B0604020202020204" pitchFamily="34" charset="0"/>
              <a:buChar char="•"/>
              <a:defRPr sz="1725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endParaRPr lang="en-US" sz="1725" dirty="0">
              <a:solidFill>
                <a:srgbClr val="333333"/>
              </a:solidFill>
              <a:latin typeface="Trebuchet MS"/>
              <a:ea typeface="Trebuchet MS"/>
              <a:cs typeface="Trebuchet MS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725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Απ</a:t>
            </a:r>
            <a:r>
              <a:rPr sz="1725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οθήκευση</a:t>
            </a:r>
            <a:r>
              <a:rPr sz="1725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725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ως</a:t>
            </a:r>
            <a:r>
              <a:rPr sz="1725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fe7_1.jpg</a:t>
            </a:r>
          </a:p>
        </p:txBody>
      </p:sp>
      <p:sp>
        <p:nvSpPr>
          <p:cNvPr id="8" name="Pixelize Before">
            <a:extLst>
              <a:ext uri="{FF2B5EF4-FFF2-40B4-BE49-F238E27FC236}">
                <a16:creationId xmlns:a16="http://schemas.microsoft.com/office/drawing/2014/main" id="{54EC031E-1196-4F85-A8AE-D88DB2B66A90}"/>
              </a:ext>
            </a:extLst>
          </p:cNvPr>
          <p:cNvSpPr>
            <a:spLocks noGrp="1"/>
          </p:cNvSpPr>
          <p:nvPr/>
        </p:nvSpPr>
        <p:spPr>
          <a:xfrm>
            <a:off x="4953000" y="4714875"/>
            <a:ext cx="2476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425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Αρχική</a:t>
            </a:r>
          </a:p>
        </p:txBody>
      </p:sp>
      <p:sp>
        <p:nvSpPr>
          <p:cNvPr id="9" name="Pixelize After">
            <a:extLst>
              <a:ext uri="{FF2B5EF4-FFF2-40B4-BE49-F238E27FC236}">
                <a16:creationId xmlns:a16="http://schemas.microsoft.com/office/drawing/2014/main" id="{BC448D55-AE9E-47BE-843C-13E9D68E7E24}"/>
              </a:ext>
            </a:extLst>
          </p:cNvPr>
          <p:cNvSpPr>
            <a:spLocks noGrp="1"/>
          </p:cNvSpPr>
          <p:nvPr/>
        </p:nvSpPr>
        <p:spPr>
          <a:xfrm>
            <a:off x="7715250" y="4714875"/>
            <a:ext cx="2476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425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Τελική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888D48-9CB3-4C7D-2C8B-43114DF774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1815" y="2047875"/>
            <a:ext cx="689040" cy="716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149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CC5F6-A8B2-464D-A77D-97CB05567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368" y="387350"/>
            <a:ext cx="5825735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rPr dirty="0" err="1"/>
              <a:t>Colorify</a:t>
            </a:r>
            <a:endParaRPr dirty="0"/>
          </a:p>
        </p:txBody>
      </p:sp>
      <p:pic>
        <p:nvPicPr>
          <p:cNvPr id="13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4105" y="1437862"/>
            <a:ext cx="4602393" cy="1914938"/>
          </a:xfrm>
          <a:prstGeom prst="rect">
            <a:avLst/>
          </a:prstGeom>
        </p:spPr>
      </p:pic>
      <p:pic>
        <p:nvPicPr>
          <p:cNvPr id="14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399" y="3698877"/>
            <a:ext cx="4747099" cy="2274196"/>
          </a:xfrm>
          <a:prstGeom prst="rect">
            <a:avLst/>
          </a:prstGeom>
        </p:spPr>
      </p:pic>
      <p:sp>
        <p:nvSpPr>
          <p:cNvPr id="7" name="Colorify Steps">
            <a:extLst>
              <a:ext uri="{FF2B5EF4-FFF2-40B4-BE49-F238E27FC236}">
                <a16:creationId xmlns:a16="http://schemas.microsoft.com/office/drawing/2014/main" id="{34AAFB71-83A8-47DC-A777-2716B436A68B}"/>
              </a:ext>
            </a:extLst>
          </p:cNvPr>
          <p:cNvSpPr>
            <a:spLocks noGrp="1"/>
          </p:cNvSpPr>
          <p:nvPr/>
        </p:nvSpPr>
        <p:spPr>
          <a:xfrm>
            <a:off x="781050" y="1809750"/>
            <a:ext cx="4191000" cy="3429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75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Δημιουργούμε</a:t>
            </a:r>
            <a:r>
              <a:rPr sz="1875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875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νέ</a:t>
            </a:r>
            <a:r>
              <a:rPr sz="1875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 εικόνα 1000 × 738.</a:t>
            </a:r>
          </a:p>
          <a:p>
            <a:pPr>
              <a:defRPr sz="1875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75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Colors → </a:t>
            </a:r>
            <a:r>
              <a:rPr sz="1875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Colorify</a:t>
            </a:r>
            <a:r>
              <a:rPr sz="1875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και επ</a:t>
            </a:r>
            <a:r>
              <a:rPr sz="1875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ιλέγουμε</a:t>
            </a:r>
            <a:r>
              <a:rPr sz="1875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875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χρώμ</a:t>
            </a:r>
            <a:r>
              <a:rPr sz="1875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α.</a:t>
            </a:r>
          </a:p>
          <a:p>
            <a:pPr>
              <a:defRPr sz="1875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75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Αντιγράφουμε</a:t>
            </a:r>
            <a:r>
              <a:rPr sz="1875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875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την</a:t>
            </a:r>
            <a:r>
              <a:rPr sz="1875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875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εικόν</a:t>
            </a:r>
            <a:r>
              <a:rPr sz="1875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 τέσσερις φορές.</a:t>
            </a:r>
          </a:p>
          <a:p>
            <a:pPr>
              <a:defRPr sz="1875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75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Εφ</a:t>
            </a:r>
            <a:r>
              <a:rPr sz="1875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αρμόζουμε διαφορετικό χρώμα σε κάθε αντίγραφο.</a:t>
            </a:r>
          </a:p>
        </p:txBody>
      </p:sp>
      <p:sp>
        <p:nvSpPr>
          <p:cNvPr id="8" name="Colorify Image Cover">
            <a:extLst>
              <a:ext uri="{FF2B5EF4-FFF2-40B4-BE49-F238E27FC236}">
                <a16:creationId xmlns:a16="http://schemas.microsoft.com/office/drawing/2014/main" id="{0F337DA7-D896-42B0-BCCA-55A0BA40C4D2}"/>
              </a:ext>
            </a:extLst>
          </p:cNvPr>
          <p:cNvSpPr>
            <a:spLocks noGrp="1"/>
          </p:cNvSpPr>
          <p:nvPr/>
        </p:nvSpPr>
        <p:spPr>
          <a:xfrm>
            <a:off x="5429250" y="1333500"/>
            <a:ext cx="6191250" cy="47625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223436" y="1437862"/>
            <a:ext cx="1703732" cy="191493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462165" y="3698877"/>
            <a:ext cx="3081566" cy="227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881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Rectangle 27">
            <a:extLst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7" name="Rectangle 28">
            <a:extLst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Van Gogh και Canvas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 vert="horz" lIns="91440" tIns="45720" rIns="91440" bIns="45720">
            <a:normAutofit/>
          </a:bodyPr>
          <a:lstStyle/>
          <a:p>
            <a:pPr marL="0" indent="0">
              <a:buNone/>
            </a:pPr>
            <a:r>
              <a:t>Filters → Artistic → Van Gogh</a:t>
            </a:r>
          </a:p>
          <a:p>
            <a:pPr marL="0" indent="0">
              <a:buNone/>
            </a:pPr>
            <a:r>
              <a:t>Ρυθμίζουμε το Saturation και τις υπόλοιπες επιλογές.</a:t>
            </a:r>
          </a:p>
          <a:p>
            <a:pPr marL="0" indent="0">
              <a:buNone/>
            </a:pPr>
            <a:r>
              <a:t>Filters → Artistic → Apply Canvas</a:t>
            </a:r>
          </a:p>
          <a:p>
            <a:pPr marL="0" indent="0">
              <a:buNone/>
            </a:pPr>
            <a:r>
              <a:t>Ο συνδυασμός δίνει υφή πίνακα ζωγραφικής.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63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8682" y="1785382"/>
            <a:ext cx="5861675" cy="3598749"/>
          </a:xfrm>
          <a:prstGeom prst="rect">
            <a:avLst/>
          </a:prstGeom>
        </p:spPr>
      </p:pic>
      <p:sp>
        <p:nvSpPr>
          <p:cNvPr id="40" name="Van Gogh Image Cover">
            <a:extLst>
              <a:ext uri="{FF2B5EF4-FFF2-40B4-BE49-F238E27FC236}">
                <a16:creationId xmlns:a16="http://schemas.microsoft.com/office/drawing/2014/main" id="{8C6D8D01-264B-4BB3-9835-37BE106ADCDC}"/>
              </a:ext>
            </a:extLst>
          </p:cNvPr>
          <p:cNvSpPr>
            <a:spLocks noGrp="1"/>
          </p:cNvSpPr>
          <p:nvPr/>
        </p:nvSpPr>
        <p:spPr>
          <a:xfrm>
            <a:off x="4476750" y="1381125"/>
            <a:ext cx="7143750" cy="47625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65" name="Picture 6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043903" y="1785382"/>
            <a:ext cx="4791234" cy="359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75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EAA72-EC7F-4ECD-B4EF-D54E871C6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2" y="609600"/>
            <a:ext cx="5825735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Red Eye Removal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66875"/>
            <a:ext cx="4572000" cy="3429000"/>
          </a:xfrm>
        </p:spPr>
        <p:txBody>
          <a:bodyPr>
            <a:normAutofit fontScale="82887" lnSpcReduction="20000"/>
          </a:bodyPr>
          <a:lstStyle/>
          <a:p>
            <a:r>
              <a:rPr sz="2800">
                <a:latin typeface="+mj-lt"/>
                <a:ea typeface="+mj-lt"/>
                <a:cs typeface="+mj-lt"/>
              </a:rPr>
              <a:t>Μεγεθύνουμε την περιοχή των ματιών.</a:t>
            </a:r>
          </a:p>
          <a:p>
            <a:r>
              <a:rPr sz="2800">
                <a:latin typeface="+mj-lt"/>
                <a:ea typeface="+mj-lt"/>
                <a:cs typeface="+mj-lt"/>
              </a:rPr>
              <a:t>Με Ellipse Select επιλέγουμε το πρώτο μάτι.</a:t>
            </a:r>
          </a:p>
          <a:p>
            <a:r>
              <a:rPr sz="2800">
                <a:latin typeface="+mj-lt"/>
                <a:ea typeface="+mj-lt"/>
                <a:cs typeface="+mj-lt"/>
              </a:rPr>
              <a:t>Κρατώντας Shift επιλέγουμε και το δεύτερο.</a:t>
            </a:r>
          </a:p>
          <a:p>
            <a:r>
              <a:rPr sz="2800"/>
              <a:t>Filters → Enhance → Red Eye Removal</a:t>
            </a:r>
          </a:p>
          <a:p>
            <a:r>
              <a:rPr sz="2800"/>
              <a:t>Select → None και αποθήκευση.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619750" y="1952625"/>
            <a:ext cx="2476500" cy="18573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334375" y="1952625"/>
            <a:ext cx="2476500" cy="1857375"/>
          </a:xfrm>
          <a:prstGeom prst="rect">
            <a:avLst/>
          </a:prstGeom>
        </p:spPr>
      </p:pic>
      <p:sp>
        <p:nvSpPr>
          <p:cNvPr id="7" name="Before Label">
            <a:extLst>
              <a:ext uri="{FF2B5EF4-FFF2-40B4-BE49-F238E27FC236}">
                <a16:creationId xmlns:a16="http://schemas.microsoft.com/office/drawing/2014/main" id="{1667A12B-D531-4F4A-A5C1-9BC9C6307E8C}"/>
              </a:ext>
            </a:extLst>
          </p:cNvPr>
          <p:cNvSpPr>
            <a:spLocks noGrp="1"/>
          </p:cNvSpPr>
          <p:nvPr/>
        </p:nvSpPr>
        <p:spPr>
          <a:xfrm>
            <a:off x="5619750" y="3905250"/>
            <a:ext cx="2476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5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Αρχική</a:t>
            </a:r>
          </a:p>
        </p:txBody>
      </p:sp>
      <p:sp>
        <p:nvSpPr>
          <p:cNvPr id="8" name="After Label">
            <a:extLst>
              <a:ext uri="{FF2B5EF4-FFF2-40B4-BE49-F238E27FC236}">
                <a16:creationId xmlns:a16="http://schemas.microsoft.com/office/drawing/2014/main" id="{141BD1BE-A278-4A0C-9BD0-DC1603955556}"/>
              </a:ext>
            </a:extLst>
          </p:cNvPr>
          <p:cNvSpPr>
            <a:spLocks noGrp="1"/>
          </p:cNvSpPr>
          <p:nvPr/>
        </p:nvSpPr>
        <p:spPr>
          <a:xfrm>
            <a:off x="8334375" y="3905250"/>
            <a:ext cx="2476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50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Τελική</a:t>
            </a:r>
          </a:p>
        </p:txBody>
      </p:sp>
    </p:spTree>
    <p:extLst>
      <p:ext uri="{BB962C8B-B14F-4D97-AF65-F5344CB8AC3E}">
        <p14:creationId xmlns:p14="http://schemas.microsoft.com/office/powerpoint/2010/main" val="3786659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9396" y="3676650"/>
            <a:ext cx="4572000" cy="2571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3001"/>
          </a:xfrm>
        </p:spPr>
        <p:txBody>
          <a:bodyPr/>
          <a:lstStyle/>
          <a:p>
            <a:r>
              <a:t>Ασκήσεις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1528147"/>
            <a:ext cx="7080326" cy="576262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t>Στην τάξη – Φύλλο Εργασίας A.4.M7 (σελ. 63–68)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75745" y="2309955"/>
            <a:ext cx="4185623" cy="3304117"/>
          </a:xfrm>
        </p:spPr>
        <p:txBody>
          <a:bodyPr>
            <a:normAutofit/>
          </a:bodyPr>
          <a:lstStyle/>
          <a:p>
            <a:endParaRPr sz="2400"/>
          </a:p>
        </p:txBody>
      </p:sp>
      <p:sp>
        <p:nvSpPr>
          <p:cNvPr id="7" name="Exercise Content Cover">
            <a:extLst>
              <a:ext uri="{FF2B5EF4-FFF2-40B4-BE49-F238E27FC236}">
                <a16:creationId xmlns:a16="http://schemas.microsoft.com/office/drawing/2014/main" id="{C01FD57D-A5AD-44C9-85D7-5272ACD7D2EF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10953750" cy="44291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" name="Exercise Summary">
            <a:extLst>
              <a:ext uri="{FF2B5EF4-FFF2-40B4-BE49-F238E27FC236}">
                <a16:creationId xmlns:a16="http://schemas.microsoft.com/office/drawing/2014/main" id="{9BB19549-6527-487C-A69B-F54B1BD54005}"/>
              </a:ext>
            </a:extLst>
          </p:cNvPr>
          <p:cNvSpPr>
            <a:spLocks noGrp="1"/>
          </p:cNvSpPr>
          <p:nvPr/>
        </p:nvSpPr>
        <p:spPr>
          <a:xfrm>
            <a:off x="781050" y="2333625"/>
            <a:ext cx="4095750" cy="2667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75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Α. Pixelize</a:t>
            </a:r>
          </a:p>
          <a:p>
            <a:pPr>
              <a:defRPr sz="1875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75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Β. Colorify</a:t>
            </a:r>
          </a:p>
          <a:p>
            <a:pPr>
              <a:defRPr sz="1875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75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Γ. Van Gogh και Canvas</a:t>
            </a:r>
          </a:p>
          <a:p>
            <a:pPr>
              <a:defRPr sz="1875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75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Δ. Red Eye Removal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rcRect t="14634" b="14634"/>
          <a:stretch>
            <a:fillRect/>
          </a:stretch>
        </p:blipFill>
        <p:spPr>
          <a:xfrm>
            <a:off x="5810250" y="2238375"/>
            <a:ext cx="1952625" cy="138112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rcRect t="2079" b="2079"/>
          <a:stretch>
            <a:fillRect/>
          </a:stretch>
        </p:blipFill>
        <p:spPr>
          <a:xfrm>
            <a:off x="8001000" y="2238375"/>
            <a:ext cx="1952625" cy="138112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6"/>
          <a:srcRect t="2915" b="2915"/>
          <a:stretch>
            <a:fillRect/>
          </a:stretch>
        </p:blipFill>
        <p:spPr>
          <a:xfrm>
            <a:off x="5810250" y="3952875"/>
            <a:ext cx="1952625" cy="138112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7"/>
          <a:srcRect t="2846" b="2846"/>
          <a:stretch>
            <a:fillRect/>
          </a:stretch>
        </p:blipFill>
        <p:spPr>
          <a:xfrm>
            <a:off x="8001000" y="3952875"/>
            <a:ext cx="1952625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81989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420</Words>
  <Application>Microsoft Office PowerPoint</Application>
  <DocSecurity>0</DocSecurity>
  <PresentationFormat>Widescreen</PresentationFormat>
  <Paragraphs>69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Εικόνα</vt:lpstr>
      <vt:lpstr>Στόχοι σημερινού μαθήματος</vt:lpstr>
      <vt:lpstr>Φίλτρα στο GIMP</vt:lpstr>
      <vt:lpstr>Pixelize</vt:lpstr>
      <vt:lpstr>Colorify</vt:lpstr>
      <vt:lpstr>Van Gogh και Canvas</vt:lpstr>
      <vt:lpstr>Red Eye Removal</vt:lpstr>
      <vt:lpstr>Ασκήσεις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Άριστος Αρέστη</cp:lastModifiedBy>
  <cp:revision>1</cp:revision>
  <dcterms:created xsi:type="dcterms:W3CDTF">2026-09-09T19:27:28Z</dcterms:created>
  <dcterms:modified xsi:type="dcterms:W3CDTF">2026-09-26T18:32:25Z</dcterms:modified>
</cp:coreProperties>
</file>