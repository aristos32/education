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7BE23B-8405-44A2-8006-BCD6C4B54919}" v="3" dt="2026-09-21T15:15:06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modSld sldOrd">
      <pc:chgData name="Άριστος Αρέστη" userId="813aa191-2d4c-464f-9d05-0a7e494d859f" providerId="ADAL" clId="{49C7B61D-1ACF-4AFF-A04E-A3B433E32474}" dt="2026-09-21T15:18:15.523" v="87" actId="14100"/>
      <pc:docMkLst>
        <pc:docMk/>
      </pc:docMkLst>
      <pc:sldChg chg="modSp mod">
        <pc:chgData name="Άριστος Αρέστη" userId="813aa191-2d4c-464f-9d05-0a7e494d859f" providerId="ADAL" clId="{49C7B61D-1ACF-4AFF-A04E-A3B433E32474}" dt="2026-09-21T15:15:56.088" v="84" actId="20577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9C7B61D-1ACF-4AFF-A04E-A3B433E32474}" dt="2026-09-21T15:15:56.088" v="84" actId="20577"/>
          <ac:spMkLst>
            <pc:docMk/>
            <pc:sldMk cId="1459875993" sldId="258"/>
            <ac:spMk id="4" creationId="{A98A4CE2-B83D-4007-86B1-3CC11CF360D6}"/>
          </ac:spMkLst>
        </pc:spChg>
      </pc:sldChg>
      <pc:sldChg chg="modSp mod">
        <pc:chgData name="Άριστος Αρέστη" userId="813aa191-2d4c-464f-9d05-0a7e494d859f" providerId="ADAL" clId="{49C7B61D-1ACF-4AFF-A04E-A3B433E32474}" dt="2026-09-21T15:18:15.523" v="87" actId="14100"/>
        <pc:sldMkLst>
          <pc:docMk/>
          <pc:sldMk cId="643881412" sldId="260"/>
        </pc:sldMkLst>
        <pc:picChg chg="mod">
          <ac:chgData name="Άριστος Αρέστη" userId="813aa191-2d4c-464f-9d05-0a7e494d859f" providerId="ADAL" clId="{49C7B61D-1ACF-4AFF-A04E-A3B433E32474}" dt="2026-09-21T15:18:12.845" v="86" actId="1076"/>
          <ac:picMkLst>
            <pc:docMk/>
            <pc:sldMk cId="643881412" sldId="260"/>
            <ac:picMk id="9" creationId="{00000000-0000-0000-0000-000000000000}"/>
          </ac:picMkLst>
        </pc:picChg>
        <pc:picChg chg="mod">
          <ac:chgData name="Άριστος Αρέστη" userId="813aa191-2d4c-464f-9d05-0a7e494d859f" providerId="ADAL" clId="{49C7B61D-1ACF-4AFF-A04E-A3B433E32474}" dt="2026-09-21T15:18:15.523" v="87" actId="14100"/>
          <ac:picMkLst>
            <pc:docMk/>
            <pc:sldMk cId="643881412" sldId="260"/>
            <ac:picMk id="10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21T07:10:29.363" v="16" actId="20577"/>
        <pc:sldMkLst>
          <pc:docMk/>
          <pc:sldMk cId="1459875993" sldId="261"/>
        </pc:sldMkLst>
        <pc:spChg chg="mod">
          <ac:chgData name="Άριστος Αρέστη" userId="813aa191-2d4c-464f-9d05-0a7e494d859f" providerId="ADAL" clId="{49C7B61D-1ACF-4AFF-A04E-A3B433E32474}" dt="2026-09-21T07:10:29.363" v="16" actId="20577"/>
          <ac:spMkLst>
            <pc:docMk/>
            <pc:sldMk cId="1459875993" sldId="261"/>
            <ac:spMk id="4" creationId="{A98A4CE2-B83D-4007-86B1-3CC11CF360D6}"/>
          </ac:spMkLst>
        </pc:spChg>
      </pc:sldChg>
      <pc:sldChg chg="modSp mod">
        <pc:chgData name="Άριστος Αρέστη" userId="813aa191-2d4c-464f-9d05-0a7e494d859f" providerId="ADAL" clId="{49C7B61D-1ACF-4AFF-A04E-A3B433E32474}" dt="2026-09-21T15:10:25.933" v="36" actId="27636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09-21T15:10:25.933" v="36" actId="27636"/>
          <ac:spMkLst>
            <pc:docMk/>
            <pc:sldMk cId="3786659628" sldId="262"/>
            <ac:spMk id="4" creationId="{EB3F7303-CEA4-CFC4-5052-5C4AC627408E}"/>
          </ac:spMkLst>
        </pc:spChg>
      </pc:sldChg>
      <pc:sldChg chg="modSp mod">
        <pc:chgData name="Άριστος Αρέστη" userId="813aa191-2d4c-464f-9d05-0a7e494d859f" providerId="ADAL" clId="{49C7B61D-1ACF-4AFF-A04E-A3B433E32474}" dt="2026-09-21T15:10:25.936" v="37" actId="27636"/>
        <pc:sldMkLst>
          <pc:docMk/>
          <pc:sldMk cId="2467819896" sldId="263"/>
        </pc:sldMkLst>
        <pc:spChg chg="mod">
          <ac:chgData name="Άριστος Αρέστη" userId="813aa191-2d4c-464f-9d05-0a7e494d859f" providerId="ADAL" clId="{49C7B61D-1ACF-4AFF-A04E-A3B433E32474}" dt="2026-09-21T15:10:25.936" v="37" actId="27636"/>
          <ac:spMkLst>
            <pc:docMk/>
            <pc:sldMk cId="2467819896" sldId="263"/>
            <ac:spMk id="5" creationId="{9BF9A9EA-A3CB-AC85-3752-6360C044E602}"/>
          </ac:spMkLst>
        </pc:spChg>
      </pc:sldChg>
      <pc:sldChg chg="addSp delSp modSp new mod ord">
        <pc:chgData name="Άριστος Αρέστη" userId="813aa191-2d4c-464f-9d05-0a7e494d859f" providerId="ADAL" clId="{49C7B61D-1ACF-4AFF-A04E-A3B433E32474}" dt="2026-09-21T15:11:53.029" v="69" actId="14100"/>
        <pc:sldMkLst>
          <pc:docMk/>
          <pc:sldMk cId="3129931776" sldId="264"/>
        </pc:sldMkLst>
        <pc:spChg chg="mod">
          <ac:chgData name="Άριστος Αρέστη" userId="813aa191-2d4c-464f-9d05-0a7e494d859f" providerId="ADAL" clId="{49C7B61D-1ACF-4AFF-A04E-A3B433E32474}" dt="2026-09-21T15:11:14.509" v="66" actId="20577"/>
          <ac:spMkLst>
            <pc:docMk/>
            <pc:sldMk cId="3129931776" sldId="264"/>
            <ac:spMk id="2" creationId="{E9EBA0D3-72B5-606C-BD4E-52D9AB6F8CC4}"/>
          </ac:spMkLst>
        </pc:spChg>
        <pc:picChg chg="add del mod modCrop">
          <ac:chgData name="Άριστος Αρέστη" userId="813aa191-2d4c-464f-9d05-0a7e494d859f" providerId="ADAL" clId="{49C7B61D-1ACF-4AFF-A04E-A3B433E32474}" dt="2026-09-21T15:10:38.900" v="40" actId="478"/>
          <ac:picMkLst>
            <pc:docMk/>
            <pc:sldMk cId="3129931776" sldId="264"/>
            <ac:picMk id="3" creationId="{2219B20F-44A7-79B7-A626-ABA5FF8530CC}"/>
          </ac:picMkLst>
        </pc:picChg>
        <pc:picChg chg="add del mod">
          <ac:chgData name="Άριστος Αρέστη" userId="813aa191-2d4c-464f-9d05-0a7e494d859f" providerId="ADAL" clId="{49C7B61D-1ACF-4AFF-A04E-A3B433E32474}" dt="2026-09-21T15:10:41.710" v="41" actId="478"/>
          <ac:picMkLst>
            <pc:docMk/>
            <pc:sldMk cId="3129931776" sldId="264"/>
            <ac:picMk id="4" creationId="{4CC422E7-E499-2B49-2999-0A461F42C0BA}"/>
          </ac:picMkLst>
        </pc:picChg>
        <pc:picChg chg="add mod">
          <ac:chgData name="Άριστος Αρέστη" userId="813aa191-2d4c-464f-9d05-0a7e494d859f" providerId="ADAL" clId="{49C7B61D-1ACF-4AFF-A04E-A3B433E32474}" dt="2026-09-21T15:11:53.029" v="69" actId="14100"/>
          <ac:picMkLst>
            <pc:docMk/>
            <pc:sldMk cId="3129931776" sldId="264"/>
            <ac:picMk id="6" creationId="{342FD112-3FF2-2294-E145-062AD339B4F6}"/>
          </ac:picMkLst>
        </pc:picChg>
        <pc:picChg chg="add mod">
          <ac:chgData name="Άριστος Αρέστη" userId="813aa191-2d4c-464f-9d05-0a7e494d859f" providerId="ADAL" clId="{49C7B61D-1ACF-4AFF-A04E-A3B433E32474}" dt="2026-09-21T15:10:54.086" v="46" actId="1076"/>
          <ac:picMkLst>
            <pc:docMk/>
            <pc:sldMk cId="3129931776" sldId="264"/>
            <ac:picMk id="8" creationId="{E6A91E78-23AF-8F8C-52B9-534E8C0AF68F}"/>
          </ac:picMkLst>
        </pc:picChg>
      </pc:sldChg>
      <pc:sldChg chg="delSp modSp add mod">
        <pc:chgData name="Άριστος Αρέστη" userId="813aa191-2d4c-464f-9d05-0a7e494d859f" providerId="ADAL" clId="{49C7B61D-1ACF-4AFF-A04E-A3B433E32474}" dt="2026-09-21T15:11:28.751" v="67"/>
        <pc:sldMkLst>
          <pc:docMk/>
          <pc:sldMk cId="4237166391" sldId="265"/>
        </pc:sldMkLst>
        <pc:spChg chg="mod">
          <ac:chgData name="Άριστος Αρέστη" userId="813aa191-2d4c-464f-9d05-0a7e494d859f" providerId="ADAL" clId="{49C7B61D-1ACF-4AFF-A04E-A3B433E32474}" dt="2026-09-21T15:11:28.751" v="67"/>
          <ac:spMkLst>
            <pc:docMk/>
            <pc:sldMk cId="4237166391" sldId="265"/>
            <ac:spMk id="2" creationId="{90C0A72F-1A5F-0092-2FDF-869FC6301E69}"/>
          </ac:spMkLst>
        </pc:spChg>
        <pc:picChg chg="del">
          <ac:chgData name="Άριστος Αρέστη" userId="813aa191-2d4c-464f-9d05-0a7e494d859f" providerId="ADAL" clId="{49C7B61D-1ACF-4AFF-A04E-A3B433E32474}" dt="2026-09-21T15:10:34.669" v="39" actId="478"/>
          <ac:picMkLst>
            <pc:docMk/>
            <pc:sldMk cId="4237166391" sldId="265"/>
            <ac:picMk id="6" creationId="{1A481E18-8B2D-B472-8C3F-9759ACB8F1D0}"/>
          </ac:picMkLst>
        </pc:picChg>
        <pc:picChg chg="del">
          <ac:chgData name="Άριστος Αρέστη" userId="813aa191-2d4c-464f-9d05-0a7e494d859f" providerId="ADAL" clId="{49C7B61D-1ACF-4AFF-A04E-A3B433E32474}" dt="2026-09-21T15:10:32.696" v="38" actId="478"/>
          <ac:picMkLst>
            <pc:docMk/>
            <pc:sldMk cId="4237166391" sldId="265"/>
            <ac:picMk id="8" creationId="{4161CB18-34F9-92AA-7541-C1E1756940C7}"/>
          </ac:picMkLst>
        </pc:picChg>
      </pc:sldChg>
      <pc:sldChg chg="addSp modSp new mod">
        <pc:chgData name="Άριστος Αρέστη" userId="813aa191-2d4c-464f-9d05-0a7e494d859f" providerId="ADAL" clId="{49C7B61D-1ACF-4AFF-A04E-A3B433E32474}" dt="2026-09-21T15:15:09.694" v="76" actId="14100"/>
        <pc:sldMkLst>
          <pc:docMk/>
          <pc:sldMk cId="896190425" sldId="266"/>
        </pc:sldMkLst>
        <pc:spChg chg="mod">
          <ac:chgData name="Άριστος Αρέστη" userId="813aa191-2d4c-464f-9d05-0a7e494d859f" providerId="ADAL" clId="{49C7B61D-1ACF-4AFF-A04E-A3B433E32474}" dt="2026-09-21T15:15:06.086" v="75"/>
          <ac:spMkLst>
            <pc:docMk/>
            <pc:sldMk cId="896190425" sldId="266"/>
            <ac:spMk id="2" creationId="{B7C7F1BD-8F9F-D192-BCC0-AD3D281268D2}"/>
          </ac:spMkLst>
        </pc:spChg>
        <pc:picChg chg="add mod">
          <ac:chgData name="Άριστος Αρέστη" userId="813aa191-2d4c-464f-9d05-0a7e494d859f" providerId="ADAL" clId="{49C7B61D-1ACF-4AFF-A04E-A3B433E32474}" dt="2026-09-21T15:15:09.694" v="76" actId="14100"/>
          <ac:picMkLst>
            <pc:docMk/>
            <pc:sldMk cId="896190425" sldId="266"/>
            <ac:picMk id="3" creationId="{57306511-E4DB-22E5-DCAD-863C9B87599A}"/>
          </ac:picMkLst>
        </pc:picChg>
      </pc:sldChg>
    </pc:docChg>
  </pc:docChgLst>
  <pc:docChgLst>
    <pc:chgData name="Άριστος Αρέστη" userId="813aa191-2d4c-464f-9d05-0a7e494d859f" providerId="ADAL" clId="{B17BE23B-8405-44A2-8006-BCD6C4B54919}"/>
    <pc:docChg chg="custSel modSld">
      <pc:chgData name="Άριστος Αρέστη" userId="813aa191-2d4c-464f-9d05-0a7e494d859f" providerId="ADAL" clId="{B17BE23B-8405-44A2-8006-BCD6C4B54919}" dt="2026-09-10T07:10:15.292" v="5" actId="1076"/>
      <pc:docMkLst>
        <pc:docMk/>
      </pc:docMkLst>
      <pc:sldChg chg="modSp mod">
        <pc:chgData name="Άριστος Αρέστη" userId="813aa191-2d4c-464f-9d05-0a7e494d859f" providerId="ADAL" clId="{B17BE23B-8405-44A2-8006-BCD6C4B54919}" dt="2026-09-10T07:05:43.594" v="3" actId="27636"/>
        <pc:sldMkLst>
          <pc:docMk/>
          <pc:sldMk cId="1858723173" sldId="257"/>
        </pc:sldMkLst>
        <pc:spChg chg="mod">
          <ac:chgData name="Άριστος Αρέστη" userId="813aa191-2d4c-464f-9d05-0a7e494d859f" providerId="ADAL" clId="{B17BE23B-8405-44A2-8006-BCD6C4B54919}" dt="2026-09-10T07:05:43.594" v="3" actId="27636"/>
          <ac:spMkLst>
            <pc:docMk/>
            <pc:sldMk cId="1858723173" sldId="257"/>
            <ac:spMk id="3" creationId="{02606E10-B033-4090-8AE6-B8F8966553A7}"/>
          </ac:spMkLst>
        </pc:spChg>
      </pc:sldChg>
      <pc:sldChg chg="modSp mod">
        <pc:chgData name="Άριστος Αρέστη" userId="813aa191-2d4c-464f-9d05-0a7e494d859f" providerId="ADAL" clId="{B17BE23B-8405-44A2-8006-BCD6C4B54919}" dt="2026-09-10T07:10:15.292" v="5" actId="1076"/>
        <pc:sldMkLst>
          <pc:docMk/>
          <pc:sldMk cId="2570149264" sldId="259"/>
        </pc:sldMkLst>
        <pc:picChg chg="mod">
          <ac:chgData name="Άριστος Αρέστη" userId="813aa191-2d4c-464f-9d05-0a7e494d859f" providerId="ADAL" clId="{B17BE23B-8405-44A2-8006-BCD6C4B54919}" dt="2026-09-10T07:10:15.292" v="5" actId="1076"/>
          <ac:picMkLst>
            <pc:docMk/>
            <pc:sldMk cId="2570149264" sldId="259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79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79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79-81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57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21-Sep-26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Εικόνα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A0D3-72B5-606C-BD4E-52D9AB6F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Παραδείγματα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FD112-3FF2-2294-E145-062AD339B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584" y="2532888"/>
            <a:ext cx="5797746" cy="3272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A91E78-23AF-8F8C-52B9-534E8C0AF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450592"/>
            <a:ext cx="4507787" cy="34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3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9824-F72D-836A-F3F5-DC6AE370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A72F-1A5F-0092-2FDF-869FC630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Παραδείγματα</a:t>
            </a:r>
            <a:endParaRPr lang="en-GB" dirty="0"/>
          </a:p>
        </p:txBody>
      </p:sp>
      <p:pic>
        <p:nvPicPr>
          <p:cNvPr id="3" name="Picture 2" descr="Medical Image Processing - an overview | ScienceDirect Topics">
            <a:extLst>
              <a:ext uri="{FF2B5EF4-FFF2-40B4-BE49-F238E27FC236}">
                <a16:creationId xmlns:a16="http://schemas.microsoft.com/office/drawing/2014/main" id="{CFD05EB4-D17D-6918-555C-66530E81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303"/>
          <a:stretch>
            <a:fillRect/>
          </a:stretch>
        </p:blipFill>
        <p:spPr>
          <a:xfrm>
            <a:off x="841926" y="2077974"/>
            <a:ext cx="2971122" cy="3147802"/>
          </a:xfrm>
          <a:prstGeom prst="rect">
            <a:avLst/>
          </a:prstGeom>
        </p:spPr>
      </p:pic>
      <p:pic>
        <p:nvPicPr>
          <p:cNvPr id="4" name="Picture 3" descr="What is Image Processing? - Great Learning">
            <a:extLst>
              <a:ext uri="{FF2B5EF4-FFF2-40B4-BE49-F238E27FC236}">
                <a16:creationId xmlns:a16="http://schemas.microsoft.com/office/drawing/2014/main" id="{762DAFB2-0BC5-D54B-CA4F-A11C8F6CA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069" y="2077974"/>
            <a:ext cx="5336667" cy="35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6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F1BD-8F9F-D192-BCC0-AD3D2812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Παραδείγματα</a:t>
            </a:r>
            <a:endParaRPr lang="en-GB" dirty="0"/>
          </a:p>
        </p:txBody>
      </p:sp>
      <p:pic>
        <p:nvPicPr>
          <p:cNvPr id="3" name="Picture 2" descr="Smart Traffic Control System Using Image Processing">
            <a:extLst>
              <a:ext uri="{FF2B5EF4-FFF2-40B4-BE49-F238E27FC236}">
                <a16:creationId xmlns:a16="http://schemas.microsoft.com/office/drawing/2014/main" id="{57306511-E4DB-22E5-DCAD-863C9B87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901703"/>
            <a:ext cx="5676588" cy="426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9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Στόχοι</a:t>
            </a:r>
            <a:r>
              <a:rPr b="1" dirty="0"/>
              <a:t> </a:t>
            </a:r>
            <a:r>
              <a:rPr b="1" dirty="0" err="1"/>
              <a:t>σημερινού</a:t>
            </a:r>
            <a:r>
              <a:rPr b="1" dirty="0"/>
              <a:t> μα</a:t>
            </a:r>
            <a:r>
              <a:rPr b="1" dirty="0" err="1"/>
              <a:t>θήμ</a:t>
            </a:r>
            <a:r>
              <a:rPr b="1" dirty="0"/>
              <a:t>ατος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303496" cy="3880772"/>
          </a:xfrm>
        </p:spPr>
        <p:txBody>
          <a:bodyPr>
            <a:normAutofit fontScale="99609" lnSpcReduction="10000"/>
          </a:bodyPr>
          <a:lstStyle/>
          <a:p>
            <a:r>
              <a:rPr sz="2800" dirty="0"/>
              <a:t>Να </a:t>
            </a:r>
            <a:r>
              <a:rPr sz="2800" dirty="0" err="1"/>
              <a:t>δημιουργούμε</a:t>
            </a:r>
            <a:r>
              <a:rPr sz="2800" dirty="0"/>
              <a:t> </a:t>
            </a:r>
            <a:r>
              <a:rPr sz="2800" dirty="0" err="1"/>
              <a:t>μι</a:t>
            </a:r>
            <a:r>
              <a:rPr sz="2800" dirty="0"/>
              <a:t>α νέα εικόνα στο GIMP</a:t>
            </a:r>
          </a:p>
          <a:p>
            <a:r>
              <a:rPr sz="2800" dirty="0"/>
              <a:t>Να ανα</a:t>
            </a:r>
            <a:r>
              <a:rPr sz="2800" dirty="0" err="1"/>
              <a:t>γνωρίζουμε</a:t>
            </a:r>
            <a:r>
              <a:rPr sz="2800" dirty="0"/>
              <a:t> βα</a:t>
            </a:r>
            <a:r>
              <a:rPr sz="2800" dirty="0" err="1"/>
              <a:t>σικά</a:t>
            </a:r>
            <a:r>
              <a:rPr sz="2800" dirty="0"/>
              <a:t> </a:t>
            </a:r>
            <a:r>
              <a:rPr sz="2800" dirty="0" err="1"/>
              <a:t>εργ</a:t>
            </a:r>
            <a:r>
              <a:rPr sz="2800" dirty="0"/>
              <a:t>αλεία επιλογής και μορφοποίησης</a:t>
            </a:r>
          </a:p>
          <a:p>
            <a:r>
              <a:rPr sz="2800" dirty="0"/>
              <a:t>Να </a:t>
            </a:r>
            <a:r>
              <a:rPr sz="2800" dirty="0" err="1"/>
              <a:t>συνθέτουμε</a:t>
            </a:r>
            <a:r>
              <a:rPr sz="2800" dirty="0"/>
              <a:t> </a:t>
            </a:r>
            <a:r>
              <a:rPr sz="2800" dirty="0" err="1"/>
              <a:t>εικόνες</a:t>
            </a:r>
            <a:r>
              <a:rPr sz="2800" dirty="0"/>
              <a:t> </a:t>
            </a:r>
            <a:r>
              <a:rPr sz="2800" dirty="0" err="1"/>
              <a:t>με</a:t>
            </a:r>
            <a:r>
              <a:rPr sz="2800" dirty="0"/>
              <a:t> layers και να αφα</a:t>
            </a:r>
            <a:r>
              <a:rPr sz="2800" dirty="0" err="1"/>
              <a:t>ιρούμε</a:t>
            </a:r>
            <a:r>
              <a:rPr sz="2800" dirty="0"/>
              <a:t> </a:t>
            </a:r>
            <a:r>
              <a:rPr sz="2800" dirty="0" err="1"/>
              <a:t>το</a:t>
            </a:r>
            <a:r>
              <a:rPr sz="2800" dirty="0"/>
              <a:t> </a:t>
            </a:r>
            <a:r>
              <a:rPr sz="2800" dirty="0" err="1"/>
              <a:t>φόντο</a:t>
            </a:r>
            <a:endParaRPr sz="2800" dirty="0">
              <a:latin typeface="+mj-lt"/>
              <a:ea typeface="+mj-lt"/>
              <a:cs typeface="+mj-lt"/>
            </a:endParaRPr>
          </a:p>
          <a:p>
            <a:r>
              <a:rPr sz="2800" dirty="0"/>
              <a:t>Να απ</a:t>
            </a:r>
            <a:r>
              <a:rPr sz="2800" dirty="0" err="1"/>
              <a:t>οθηκεύουμε</a:t>
            </a:r>
            <a:r>
              <a:rPr sz="2800" dirty="0"/>
              <a:t> </a:t>
            </a:r>
            <a:r>
              <a:rPr sz="2800" dirty="0" err="1"/>
              <a:t>το</a:t>
            </a:r>
            <a:r>
              <a:rPr sz="2800" dirty="0"/>
              <a:t> </a:t>
            </a:r>
            <a:r>
              <a:rPr sz="2800" dirty="0" err="1"/>
              <a:t>έργο</a:t>
            </a:r>
            <a:r>
              <a:rPr sz="2800" dirty="0"/>
              <a:t> και να </a:t>
            </a:r>
            <a:r>
              <a:rPr sz="2800" dirty="0" err="1"/>
              <a:t>εξάγουμε</a:t>
            </a:r>
            <a:r>
              <a:rPr sz="2800" dirty="0"/>
              <a:t> </a:t>
            </a:r>
            <a:r>
              <a:rPr sz="2800" dirty="0" err="1"/>
              <a:t>εικόν</a:t>
            </a:r>
            <a:r>
              <a:rPr sz="2800" dirty="0"/>
              <a:t>α JPEG ή GIF</a:t>
            </a:r>
          </a:p>
        </p:txBody>
      </p:sp>
      <p:pic>
        <p:nvPicPr>
          <p:cNvPr id="7" name="Content Placeholder 4"/>
          <p:cNvPicPr>
            <a:picLocks noGrp="1" noChangeAspect="1"/>
          </p:cNvPicPr>
          <p:nvPr>
            <p:ph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GIMP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rPr lang="el-GR" dirty="0"/>
              <a:t>Δ</a:t>
            </a:r>
            <a:r>
              <a:rPr dirty="0" err="1"/>
              <a:t>ωρεάν</a:t>
            </a:r>
            <a:r>
              <a:rPr dirty="0"/>
              <a:t> π</a:t>
            </a:r>
            <a:r>
              <a:rPr dirty="0" err="1"/>
              <a:t>ρόγρ</a:t>
            </a:r>
            <a:r>
              <a:rPr dirty="0"/>
              <a:t>αμμα επεξεργασίας εικόνας</a:t>
            </a:r>
          </a:p>
          <a:p>
            <a:pPr marL="0" indent="0">
              <a:buNone/>
            </a:pPr>
            <a:r>
              <a:rPr lang="el-GR" dirty="0"/>
              <a:t>Λ</a:t>
            </a:r>
            <a:r>
              <a:rPr dirty="0" err="1"/>
              <a:t>ειτουργεί</a:t>
            </a:r>
            <a:r>
              <a:rPr dirty="0"/>
              <a:t> </a:t>
            </a:r>
            <a:r>
              <a:rPr dirty="0" err="1"/>
              <a:t>σε</a:t>
            </a:r>
            <a:r>
              <a:rPr dirty="0"/>
              <a:t> Windows, macOS και Linux</a:t>
            </a:r>
          </a:p>
          <a:p>
            <a:pPr marL="0" indent="0">
              <a:buNone/>
            </a:pPr>
            <a:r>
              <a:rPr dirty="0"/>
              <a:t>File → Open </a:t>
            </a:r>
            <a:r>
              <a:rPr dirty="0" err="1"/>
              <a:t>γι</a:t>
            </a:r>
            <a:r>
              <a:rPr dirty="0"/>
              <a:t>α άνοιγμα εικόνας</a:t>
            </a:r>
          </a:p>
          <a:p>
            <a:pPr marL="0" indent="0">
              <a:buNone/>
            </a:pPr>
            <a:r>
              <a:rPr lang="el-GR" dirty="0"/>
              <a:t>Τ</a:t>
            </a:r>
            <a:r>
              <a:rPr dirty="0"/>
              <a:t>α επ</a:t>
            </a:r>
            <a:r>
              <a:rPr dirty="0" err="1"/>
              <a:t>ιμέρους</a:t>
            </a:r>
            <a:r>
              <a:rPr dirty="0"/>
              <a:t> πα</a:t>
            </a:r>
            <a:r>
              <a:rPr dirty="0" err="1"/>
              <a:t>ράθυρ</a:t>
            </a:r>
            <a:r>
              <a:rPr dirty="0"/>
              <a:t>α ενεργοποιούνται από Windows → Dockable Dialogs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1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682" y="1785382"/>
            <a:ext cx="5861675" cy="35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Βασικά εργαλεία</a:t>
            </a:r>
          </a:p>
        </p:txBody>
      </p:sp>
      <p:pic>
        <p:nvPicPr>
          <p:cNvPr id="5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56756" y="1502258"/>
            <a:ext cx="7718403" cy="465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GIMP – Layers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 lnSpcReduction="10000"/>
          </a:bodyPr>
          <a:lstStyle/>
          <a:p>
            <a:r>
              <a:rPr sz="2800"/>
              <a:t>Κάθε στοιχείο μπορεί να βρίσκεται σε ξεχωριστό layer.</a:t>
            </a:r>
          </a:p>
          <a:p>
            <a:r>
              <a:rPr sz="2800"/>
              <a:t>Τα επάνω layers καλύπτουν όσα βρίσκονται χαμηλότερα.</a:t>
            </a:r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Layer → New Layer και τύπος Transparency για διαφανές φόντο.</a:t>
            </a:r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Με τα layers αλλάζουμε ή αφαιρούμε στοιχεία χωρίς να επηρεάζουμε την αρχική εικόνα.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75419" y="1036984"/>
            <a:ext cx="4602393" cy="1914938"/>
          </a:xfrm>
          <a:prstGeom prst="rect">
            <a:avLst/>
          </a:prstGeom>
        </p:spPr>
      </p:pic>
      <p:pic>
        <p:nvPicPr>
          <p:cNvPr id="10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29399" y="3200400"/>
            <a:ext cx="4747099" cy="27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Αφαίρεση φόντου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rPr dirty="0"/>
              <a:t>Επ</a:t>
            </a:r>
            <a:r>
              <a:rPr dirty="0" err="1"/>
              <a:t>ιλέγουμε</a:t>
            </a:r>
            <a:r>
              <a:rPr dirty="0"/>
              <a:t> </a:t>
            </a:r>
            <a:r>
              <a:rPr dirty="0" err="1"/>
              <a:t>το</a:t>
            </a:r>
            <a:r>
              <a:rPr dirty="0"/>
              <a:t> α</a:t>
            </a:r>
            <a:r>
              <a:rPr dirty="0" err="1"/>
              <a:t>ντικείμενο</a:t>
            </a:r>
            <a:r>
              <a:rPr dirty="0"/>
              <a:t> </a:t>
            </a:r>
            <a:r>
              <a:rPr dirty="0" err="1"/>
              <a:t>με</a:t>
            </a:r>
            <a:r>
              <a:rPr dirty="0"/>
              <a:t> κα</a:t>
            </a:r>
            <a:r>
              <a:rPr dirty="0" err="1"/>
              <a:t>τάλληλο</a:t>
            </a:r>
            <a:r>
              <a:rPr dirty="0"/>
              <a:t> </a:t>
            </a:r>
            <a:r>
              <a:rPr dirty="0" err="1"/>
              <a:t>εργ</a:t>
            </a:r>
            <a:r>
              <a:rPr dirty="0"/>
              <a:t>αλείο επιλογής.</a:t>
            </a:r>
          </a:p>
          <a:p>
            <a:pPr marL="0" indent="0">
              <a:buNone/>
            </a:pPr>
            <a:r>
              <a:rPr dirty="0" err="1"/>
              <a:t>Αντιγράφουμε</a:t>
            </a:r>
            <a:r>
              <a:rPr dirty="0"/>
              <a:t> και επ</a:t>
            </a:r>
            <a:r>
              <a:rPr dirty="0" err="1"/>
              <a:t>ικολλούμε</a:t>
            </a:r>
            <a:r>
              <a:rPr dirty="0"/>
              <a:t> </a:t>
            </a:r>
            <a:r>
              <a:rPr dirty="0" err="1"/>
              <a:t>την</a:t>
            </a:r>
            <a:r>
              <a:rPr dirty="0"/>
              <a:t> επ</a:t>
            </a:r>
            <a:r>
              <a:rPr dirty="0" err="1"/>
              <a:t>ιλογή</a:t>
            </a:r>
            <a:r>
              <a:rPr dirty="0"/>
              <a:t> </a:t>
            </a:r>
            <a:r>
              <a:rPr dirty="0" err="1"/>
              <a:t>σε</a:t>
            </a:r>
            <a:r>
              <a:rPr dirty="0"/>
              <a:t> </a:t>
            </a:r>
            <a:r>
              <a:rPr dirty="0" err="1"/>
              <a:t>νέο</a:t>
            </a:r>
            <a:r>
              <a:rPr dirty="0"/>
              <a:t> transparent layer.</a:t>
            </a:r>
          </a:p>
          <a:p>
            <a:pPr marL="0" indent="0">
              <a:buNone/>
            </a:pPr>
            <a:r>
              <a:rPr lang="el-GR" dirty="0"/>
              <a:t>Αφαίρεση </a:t>
            </a:r>
            <a:r>
              <a:rPr dirty="0" err="1"/>
              <a:t>λευκ</a:t>
            </a:r>
            <a:r>
              <a:rPr lang="el-GR" dirty="0" err="1"/>
              <a:t>ού</a:t>
            </a:r>
            <a:r>
              <a:rPr dirty="0"/>
              <a:t> </a:t>
            </a:r>
            <a:r>
              <a:rPr dirty="0" err="1"/>
              <a:t>φόντο</a:t>
            </a:r>
            <a:r>
              <a:rPr dirty="0"/>
              <a:t>: Colors → Color to Alpha.</a:t>
            </a:r>
          </a:p>
          <a:p>
            <a:pPr marL="0" indent="0">
              <a:buNone/>
            </a:pPr>
            <a:r>
              <a:rPr dirty="0" err="1"/>
              <a:t>Με</a:t>
            </a:r>
            <a:r>
              <a:rPr dirty="0"/>
              <a:t> Scale και Move α</a:t>
            </a:r>
            <a:r>
              <a:rPr dirty="0" err="1"/>
              <a:t>λλάζουμε</a:t>
            </a:r>
            <a:r>
              <a:rPr dirty="0"/>
              <a:t> </a:t>
            </a:r>
            <a:r>
              <a:rPr dirty="0" err="1"/>
              <a:t>μέγεθος</a:t>
            </a:r>
            <a:r>
              <a:rPr dirty="0"/>
              <a:t> και </a:t>
            </a:r>
            <a:r>
              <a:rPr dirty="0" err="1"/>
              <a:t>θέση</a:t>
            </a:r>
            <a:r>
              <a:rPr dirty="0"/>
              <a:t>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1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682" y="1785382"/>
            <a:ext cx="5861675" cy="35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Αποθήκευση και εξαγωγή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 fontScale="84465" lnSpcReduction="20000"/>
          </a:bodyPr>
          <a:lstStyle/>
          <a:p>
            <a:r>
              <a:rPr sz="2800">
                <a:latin typeface="+mj-lt"/>
                <a:ea typeface="+mj-lt"/>
                <a:cs typeface="+mj-lt"/>
              </a:rPr>
              <a:t>File → Save As</a:t>
            </a:r>
          </a:p>
          <a:p>
            <a:r>
              <a:rPr sz="2800">
                <a:latin typeface="+mj-lt"/>
                <a:ea typeface="+mj-lt"/>
                <a:cs typeface="+mj-lt"/>
              </a:rPr>
              <a:t>Αποθηκεύει το έργο ως .xcf και διατηρεί τα layers για μελλοντική επεξεργασία.</a:t>
            </a:r>
          </a:p>
          <a:p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File → Export To</a:t>
            </a:r>
          </a:p>
          <a:p>
            <a:r>
              <a:rPr sz="2800"/>
              <a:t>Δημιουργεί την τελική εικόνα σε μορφή JPEG, GIF ή PNG.</a:t>
            </a:r>
          </a:p>
          <a:p>
            <a:endParaRPr sz="2800">
              <a:latin typeface="+mj-lt"/>
              <a:ea typeface="+mj-lt"/>
              <a:cs typeface="+mj-lt"/>
            </a:endParaRPr>
          </a:p>
          <a:p>
            <a:r>
              <a:rPr sz="2800"/>
              <a:t>Πρώτα αποθηκεύουμε το έργο και μετά εξάγουμε την εικόνα.</a:t>
            </a:r>
            <a:endParaRPr sz="28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Ασκήσεις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t>Στην τάξη – Άσκηση 1 (σελ. 57)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04" y="2305050"/>
            <a:ext cx="4185666" cy="1143000"/>
          </a:xfrm>
        </p:spPr>
        <p:txBody>
          <a:bodyPr>
            <a:normAutofit fontScale="80185" lnSpcReduction="10000"/>
          </a:bodyPr>
          <a:lstStyle/>
          <a:p>
            <a:r>
              <a:rPr sz="2400"/>
              <a:t>Σύνθεση εικόνων ask1</a:t>
            </a:r>
          </a:p>
          <a:p>
            <a:r>
              <a:rPr sz="2400"/>
              <a:t>Save: ask1.xcf</a:t>
            </a:r>
          </a:p>
          <a:p>
            <a:r>
              <a:rPr sz="2400"/>
              <a:t>Export: ask1.jpg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417</Words>
  <Application>Microsoft Office PowerPoint</Application>
  <DocSecurity>0</DocSecurity>
  <PresentationFormat>Widescreen</PresentationFormat>
  <Paragraphs>62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Εικόνα</vt:lpstr>
      <vt:lpstr>Παραδείγματα</vt:lpstr>
      <vt:lpstr>Παραδείγματα</vt:lpstr>
      <vt:lpstr>Παραδείγματα</vt:lpstr>
      <vt:lpstr>Στόχοι σημερινού μαθήματος</vt:lpstr>
      <vt:lpstr>GIMP</vt:lpstr>
      <vt:lpstr>Βασικά εργαλεία</vt:lpstr>
      <vt:lpstr>GIMP – Layers</vt:lpstr>
      <vt:lpstr>Αφαίρεση φόντου</vt:lpstr>
      <vt:lpstr>Αποθήκευση και εξαγωγή</vt:lpstr>
      <vt:lpstr>Ασκήσεις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2026-09-08T19:12:09Z</dcterms:created>
  <dcterms:modified xsi:type="dcterms:W3CDTF">2026-09-21T15:18:19Z</dcterms:modified>
</cp:coreProperties>
</file>