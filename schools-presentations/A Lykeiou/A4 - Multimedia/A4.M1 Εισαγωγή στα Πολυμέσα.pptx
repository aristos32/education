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1"/>
  </p:notesMasterIdLst>
  <p:sldIdLst>
    <p:sldId id="256" r:id="rId2"/>
    <p:sldId id="432" r:id="rId3"/>
    <p:sldId id="423" r:id="rId4"/>
    <p:sldId id="258" r:id="rId5"/>
    <p:sldId id="441" r:id="rId6"/>
    <p:sldId id="433" r:id="rId7"/>
    <p:sldId id="424" r:id="rId8"/>
    <p:sldId id="435" r:id="rId9"/>
    <p:sldId id="425" r:id="rId10"/>
    <p:sldId id="436" r:id="rId11"/>
    <p:sldId id="442" r:id="rId12"/>
    <p:sldId id="437" r:id="rId13"/>
    <p:sldId id="443" r:id="rId14"/>
    <p:sldId id="445" r:id="rId15"/>
    <p:sldId id="438" r:id="rId16"/>
    <p:sldId id="440" r:id="rId17"/>
    <p:sldId id="439" r:id="rId18"/>
    <p:sldId id="444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AB169-0F7A-492E-94D0-278168438E99}">
          <p14:sldIdLst>
            <p14:sldId id="256"/>
            <p14:sldId id="432"/>
            <p14:sldId id="423"/>
          </p14:sldIdLst>
        </p14:section>
        <p14:section name="Untitled Section" id="{A804B698-F26B-42C3-BED1-9D1E9A0C58A4}">
          <p14:sldIdLst>
            <p14:sldId id="258"/>
            <p14:sldId id="441"/>
            <p14:sldId id="433"/>
            <p14:sldId id="424"/>
            <p14:sldId id="435"/>
            <p14:sldId id="425"/>
            <p14:sldId id="436"/>
            <p14:sldId id="442"/>
            <p14:sldId id="437"/>
            <p14:sldId id="443"/>
            <p14:sldId id="445"/>
            <p14:sldId id="438"/>
            <p14:sldId id="440"/>
            <p14:sldId id="439"/>
            <p14:sldId id="444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1CA4F9-10EE-4CB6-84DC-4F844A708642}" v="21" dt="2026-09-09T17:31:32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F71CA4F9-10EE-4CB6-84DC-4F844A708642}"/>
    <pc:docChg chg="undo custSel addSld delSld modSld sldOrd addSection modSection">
      <pc:chgData name="Άριστος Αρέστη" userId="813aa191-2d4c-464f-9d05-0a7e494d859f" providerId="ADAL" clId="{F71CA4F9-10EE-4CB6-84DC-4F844A708642}" dt="2026-09-09T17:49:55.032" v="627" actId="478"/>
      <pc:docMkLst>
        <pc:docMk/>
      </pc:docMkLst>
      <pc:sldChg chg="addSp modSp mod setBg">
        <pc:chgData name="Άριστος Αρέστη" userId="813aa191-2d4c-464f-9d05-0a7e494d859f" providerId="ADAL" clId="{F71CA4F9-10EE-4CB6-84DC-4F844A708642}" dt="2026-09-03T18:48:01.940" v="5" actId="2660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4" creationId="{00000000-0000-0000-0000-00000000000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6" creationId="{3F088236-D655-4F88-B238-E16762358025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8" creationId="{3DAC0C92-199E-475C-9390-119A9B027276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0" creationId="{C4CFB339-0ED8-4FE2-9EF1-6D1375B8499B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2" creationId="{31896C80-2069-4431-9C19-83B91373449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4" creationId="{BF120A21-0841-4823-B0C4-28AEBCEF9B78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6" creationId="{DBB05BAE-BBD3-4289-899F-A6851503C6B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8" creationId="{9874D11C-36F5-4BBE-A490-019A54E953B0}"/>
          </ac:spMkLst>
        </pc:spChg>
        <pc:grpChg chg="add">
          <ac:chgData name="Άριστος Αρέστη" userId="813aa191-2d4c-464f-9d05-0a7e494d859f" providerId="ADAL" clId="{F71CA4F9-10EE-4CB6-84DC-4F844A708642}" dt="2026-09-03T18:48:01.940" v="5" actId="26606"/>
          <ac:grpSpMkLst>
            <pc:docMk/>
            <pc:sldMk cId="1459875993" sldId="258"/>
            <ac:grpSpMk id="10" creationId="{E4951899-B99C-47AB-9C7C-16264D7A14C5}"/>
          </ac:grpSpMkLst>
        </pc:grpChg>
        <pc:picChg chg="add mod ord">
          <ac:chgData name="Άριστος Αρέστη" userId="813aa191-2d4c-464f-9d05-0a7e494d859f" providerId="ADAL" clId="{F71CA4F9-10EE-4CB6-84DC-4F844A708642}" dt="2026-09-03T18:48:01.940" v="5" actId="26606"/>
          <ac:picMkLst>
            <pc:docMk/>
            <pc:sldMk cId="1459875993" sldId="258"/>
            <ac:picMk id="5" creationId="{F9C7443D-155B-C774-5622-77852D52D5F3}"/>
          </ac:picMkLst>
        </pc:pic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4" creationId="{2AFD8CBA-54A3-4363-991B-B9C631BBFA74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9T17:31:08.093" v="485" actId="20577"/>
        <pc:sldMkLst>
          <pc:docMk/>
          <pc:sldMk cId="2467819896" sldId="278"/>
        </pc:sldMkLst>
        <pc:spChg chg="mod">
          <ac:chgData name="Άριστος Αρέστη" userId="813aa191-2d4c-464f-9d05-0a7e494d859f" providerId="ADAL" clId="{F71CA4F9-10EE-4CB6-84DC-4F844A708642}" dt="2026-09-09T17:31:08.093" v="485" actId="20577"/>
          <ac:spMkLst>
            <pc:docMk/>
            <pc:sldMk cId="2467819896" sldId="278"/>
            <ac:spMk id="5" creationId="{9BF9A9EA-A3CB-AC85-3752-6360C044E602}"/>
          </ac:spMkLst>
        </pc:spChg>
      </pc:sldChg>
      <pc:sldChg chg="modSp mod">
        <pc:chgData name="Άριστος Αρέστη" userId="813aa191-2d4c-464f-9d05-0a7e494d859f" providerId="ADAL" clId="{F71CA4F9-10EE-4CB6-84DC-4F844A708642}" dt="2026-09-09T14:25:58.186" v="430" actId="1076"/>
        <pc:sldMkLst>
          <pc:docMk/>
          <pc:sldMk cId="3406044108" sldId="433"/>
        </pc:sldMkLst>
        <pc:spChg chg="mod">
          <ac:chgData name="Άριστος Αρέστη" userId="813aa191-2d4c-464f-9d05-0a7e494d859f" providerId="ADAL" clId="{F71CA4F9-10EE-4CB6-84DC-4F844A708642}" dt="2026-09-09T14:25:51.506" v="429" actId="14100"/>
          <ac:spMkLst>
            <pc:docMk/>
            <pc:sldMk cId="3406044108" sldId="433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9T14:25:58.186" v="430" actId="1076"/>
          <ac:spMkLst>
            <pc:docMk/>
            <pc:sldMk cId="3406044108" sldId="433"/>
            <ac:spMk id="4" creationId="{00000000-0000-0000-0000-000000000000}"/>
          </ac:spMkLst>
        </pc:spChg>
      </pc:sldChg>
      <pc:sldChg chg="addSp delSp modSp del mod">
        <pc:chgData name="Άριστος Αρέστη" userId="813aa191-2d4c-464f-9d05-0a7e494d859f" providerId="ADAL" clId="{F71CA4F9-10EE-4CB6-84DC-4F844A708642}" dt="2026-09-09T14:21:38.999" v="333" actId="47"/>
        <pc:sldMkLst>
          <pc:docMk/>
          <pc:sldMk cId="2870619907" sldId="434"/>
        </pc:sldMkLst>
        <pc:spChg chg="mod">
          <ac:chgData name="Άριστος Αρέστη" userId="813aa191-2d4c-464f-9d05-0a7e494d859f" providerId="ADAL" clId="{F71CA4F9-10EE-4CB6-84DC-4F844A708642}" dt="2026-09-03T19:00:33.322" v="163" actId="20577"/>
          <ac:spMkLst>
            <pc:docMk/>
            <pc:sldMk cId="2870619907" sldId="434"/>
            <ac:spMk id="2" creationId="{00000000-0000-0000-0000-000000000000}"/>
          </ac:spMkLst>
        </pc:spChg>
        <pc:spChg chg="del mod">
          <ac:chgData name="Άριστος Αρέστη" userId="813aa191-2d4c-464f-9d05-0a7e494d859f" providerId="ADAL" clId="{F71CA4F9-10EE-4CB6-84DC-4F844A708642}" dt="2026-09-03T18:54:18.883" v="29" actId="478"/>
          <ac:spMkLst>
            <pc:docMk/>
            <pc:sldMk cId="2870619907" sldId="434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F71CA4F9-10EE-4CB6-84DC-4F844A708642}" dt="2026-09-03T18:54:59.728" v="37" actId="478"/>
          <ac:picMkLst>
            <pc:docMk/>
            <pc:sldMk cId="2870619907" sldId="434"/>
            <ac:picMk id="5" creationId="{158F0EE1-153A-C49C-88C2-55BDA424D2FD}"/>
          </ac:picMkLst>
        </pc:picChg>
        <pc:picChg chg="add mod">
          <ac:chgData name="Άριστος Αρέστη" userId="813aa191-2d4c-464f-9d05-0a7e494d859f" providerId="ADAL" clId="{F71CA4F9-10EE-4CB6-84DC-4F844A708642}" dt="2026-09-03T18:55:25.538" v="44" actId="1076"/>
          <ac:picMkLst>
            <pc:docMk/>
            <pc:sldMk cId="2870619907" sldId="434"/>
            <ac:picMk id="7" creationId="{83FDEE1D-7732-24C4-547F-94D99040D80D}"/>
          </ac:picMkLst>
        </pc:picChg>
      </pc:sldChg>
      <pc:sldChg chg="addSp delSp modSp mod setBg addAnim delAnim">
        <pc:chgData name="Άριστος Αρέστη" userId="813aa191-2d4c-464f-9d05-0a7e494d859f" providerId="ADAL" clId="{F71CA4F9-10EE-4CB6-84DC-4F844A708642}" dt="2026-09-04T05:23:58.103" v="179" actId="14100"/>
        <pc:sldMkLst>
          <pc:docMk/>
          <pc:sldMk cId="3377036941" sldId="435"/>
        </pc:sldMkLst>
        <pc:spChg chg="mod ord">
          <ac:chgData name="Άριστος Αρέστη" userId="813aa191-2d4c-464f-9d05-0a7e494d859f" providerId="ADAL" clId="{F71CA4F9-10EE-4CB6-84DC-4F844A708642}" dt="2026-09-04T05:23:50.662" v="178" actId="26606"/>
          <ac:spMkLst>
            <pc:docMk/>
            <pc:sldMk cId="3377036941" sldId="435"/>
            <ac:spMk id="2" creationId="{BC28A851-3048-7938-3D4F-79FD07F04E39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6" creationId="{66D61E08-70C3-48D8-BEA0-787111DC30DA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8" creationId="{FC55298F-0AE5-478E-AD2B-03C2614C583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0" creationId="{C180E4EA-0B63-4779-A895-7E90E71088F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2" creationId="{CEE01D9D-3DE8-4EED-B0D3-8F3C79CC767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4" creationId="{89AF5CE9-607F-43F4-8983-DCD6DA4051FD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6" creationId="{6EEA2DBD-9E1E-4521-8C01-F32AD18A89E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8" creationId="{15BBD2C1-BA9B-46A9-A27A-33498B169272}"/>
          </ac:spMkLst>
        </pc:spChg>
        <pc:spChg chg="add del">
          <ac:chgData name="Άριστος Αρέστη" userId="813aa191-2d4c-464f-9d05-0a7e494d859f" providerId="ADAL" clId="{F71CA4F9-10EE-4CB6-84DC-4F844A708642}" dt="2026-09-04T05:23:45.849" v="175" actId="26606"/>
          <ac:spMkLst>
            <pc:docMk/>
            <pc:sldMk cId="3377036941" sldId="435"/>
            <ac:spMk id="43" creationId="{DC99427B-A97E-40A3-B1FD-4557346C6A91}"/>
          </ac:spMkLst>
        </pc:spChg>
        <pc:grpChg chg="add del">
          <ac:chgData name="Άριστος Αρέστη" userId="813aa191-2d4c-464f-9d05-0a7e494d859f" providerId="ADAL" clId="{F71CA4F9-10EE-4CB6-84DC-4F844A708642}" dt="2026-09-04T05:23:42.958" v="171" actId="26606"/>
          <ac:grpSpMkLst>
            <pc:docMk/>
            <pc:sldMk cId="3377036941" sldId="435"/>
            <ac:grpSpMk id="10" creationId="{A5AFB369-4673-4727-A7CD-D86AFE0AE069}"/>
          </ac:grpSpMkLst>
        </pc:grpChg>
        <pc:grpChg chg="add del">
          <ac:chgData name="Άριστος Αρέστη" userId="813aa191-2d4c-464f-9d05-0a7e494d859f" providerId="ADAL" clId="{F71CA4F9-10EE-4CB6-84DC-4F844A708642}" dt="2026-09-04T05:23:44.463" v="173" actId="26606"/>
          <ac:grpSpMkLst>
            <pc:docMk/>
            <pc:sldMk cId="3377036941" sldId="435"/>
            <ac:grpSpMk id="40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45.849" v="175" actId="26606"/>
          <ac:grpSpMkLst>
            <pc:docMk/>
            <pc:sldMk cId="3377036941" sldId="435"/>
            <ac:grpSpMk id="42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50.662" v="178" actId="26606"/>
          <ac:grpSpMkLst>
            <pc:docMk/>
            <pc:sldMk cId="3377036941" sldId="435"/>
            <ac:grpSpMk id="45" creationId="{A5AFB369-4673-4727-A7CD-D86AFE0AE069}"/>
          </ac:grpSpMkLst>
        </pc:grpChg>
        <pc:picChg chg="del">
          <ac:chgData name="Άριστος Αρέστη" userId="813aa191-2d4c-464f-9d05-0a7e494d859f" providerId="ADAL" clId="{F71CA4F9-10EE-4CB6-84DC-4F844A708642}" dt="2026-09-04T05:23:21.988" v="164" actId="478"/>
          <ac:picMkLst>
            <pc:docMk/>
            <pc:sldMk cId="3377036941" sldId="435"/>
            <ac:picMk id="4" creationId="{1F114F61-B029-95E6-D7D2-61416DBE16DA}"/>
          </ac:picMkLst>
        </pc:picChg>
        <pc:picChg chg="add mod">
          <ac:chgData name="Άριστος Αρέστη" userId="813aa191-2d4c-464f-9d05-0a7e494d859f" providerId="ADAL" clId="{F71CA4F9-10EE-4CB6-84DC-4F844A708642}" dt="2026-09-04T05:23:58.103" v="179" actId="14100"/>
          <ac:picMkLst>
            <pc:docMk/>
            <pc:sldMk cId="3377036941" sldId="435"/>
            <ac:picMk id="5" creationId="{8BBC421D-FD76-8099-0BB6-17E6CE9646CD}"/>
          </ac:picMkLst>
        </pc:pic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2" creationId="{A57C1A16-B8AB-4D99-A195-A38F556A6486}"/>
          </ac:cxnSpMkLst>
        </pc:cxn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4" creationId="{F8A9B20B-D1DD-4573-B5EC-558029519236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9T14:42:01.776" v="431" actId="6549"/>
        <pc:sldMkLst>
          <pc:docMk/>
          <pc:sldMk cId="1937179050" sldId="436"/>
        </pc:sldMkLst>
        <pc:spChg chg="mod">
          <ac:chgData name="Άριστος Αρέστη" userId="813aa191-2d4c-464f-9d05-0a7e494d859f" providerId="ADAL" clId="{F71CA4F9-10EE-4CB6-84DC-4F844A708642}" dt="2026-09-09T14:42:01.776" v="431" actId="6549"/>
          <ac:spMkLst>
            <pc:docMk/>
            <pc:sldMk cId="1937179050" sldId="436"/>
            <ac:spMk id="4" creationId="{00000000-0000-0000-0000-000000000000}"/>
          </ac:spMkLst>
        </pc:spChg>
      </pc:sldChg>
      <pc:sldChg chg="delSp modSp mod">
        <pc:chgData name="Άριστος Αρέστη" userId="813aa191-2d4c-464f-9d05-0a7e494d859f" providerId="ADAL" clId="{F71CA4F9-10EE-4CB6-84DC-4F844A708642}" dt="2026-09-09T17:49:55.032" v="627" actId="478"/>
        <pc:sldMkLst>
          <pc:docMk/>
          <pc:sldMk cId="46050486" sldId="437"/>
        </pc:sldMkLst>
        <pc:spChg chg="mod">
          <ac:chgData name="Άριστος Αρέστη" userId="813aa191-2d4c-464f-9d05-0a7e494d859f" providerId="ADAL" clId="{F71CA4F9-10EE-4CB6-84DC-4F844A708642}" dt="2026-09-04T05:46:54.516" v="233" actId="27636"/>
          <ac:spMkLst>
            <pc:docMk/>
            <pc:sldMk cId="46050486" sldId="43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4T05:44:31.660" v="218" actId="6549"/>
          <ac:spMkLst>
            <pc:docMk/>
            <pc:sldMk cId="46050486" sldId="437"/>
            <ac:spMk id="4" creationId="{00000000-0000-0000-0000-000000000000}"/>
          </ac:spMkLst>
        </pc:spChg>
        <pc:picChg chg="del">
          <ac:chgData name="Άριστος Αρέστη" userId="813aa191-2d4c-464f-9d05-0a7e494d859f" providerId="ADAL" clId="{F71CA4F9-10EE-4CB6-84DC-4F844A708642}" dt="2026-09-09T17:49:55.032" v="627" actId="478"/>
          <ac:picMkLst>
            <pc:docMk/>
            <pc:sldMk cId="46050486" sldId="437"/>
            <ac:picMk id="5" creationId="{BBE766C8-D9AC-0921-7C31-1826775B3976}"/>
          </ac:picMkLst>
        </pc:picChg>
      </pc:sldChg>
      <pc:sldChg chg="addSp delSp modSp mod">
        <pc:chgData name="Άριστος Αρέστη" userId="813aa191-2d4c-464f-9d05-0a7e494d859f" providerId="ADAL" clId="{F71CA4F9-10EE-4CB6-84DC-4F844A708642}" dt="2026-09-09T17:28:31.800" v="480" actId="14100"/>
        <pc:sldMkLst>
          <pc:docMk/>
          <pc:sldMk cId="354044467" sldId="438"/>
        </pc:sldMkLst>
        <pc:spChg chg="add mod">
          <ac:chgData name="Άριστος Αρέστη" userId="813aa191-2d4c-464f-9d05-0a7e494d859f" providerId="ADAL" clId="{F71CA4F9-10EE-4CB6-84DC-4F844A708642}" dt="2026-09-09T17:28:31.800" v="480" actId="14100"/>
          <ac:spMkLst>
            <pc:docMk/>
            <pc:sldMk cId="354044467" sldId="438"/>
            <ac:spMk id="3" creationId="{8B375198-EA3C-F1AE-853E-267D43F27BBA}"/>
          </ac:spMkLst>
        </pc:spChg>
        <pc:picChg chg="del mod">
          <ac:chgData name="Άριστος Αρέστη" userId="813aa191-2d4c-464f-9d05-0a7e494d859f" providerId="ADAL" clId="{F71CA4F9-10EE-4CB6-84DC-4F844A708642}" dt="2026-09-04T06:19:34.859" v="263" actId="478"/>
          <ac:picMkLst>
            <pc:docMk/>
            <pc:sldMk cId="354044467" sldId="438"/>
            <ac:picMk id="5" creationId="{7FECC30A-11D9-6DF0-6DB9-B15A007B932D}"/>
          </ac:picMkLst>
        </pc:picChg>
      </pc:sldChg>
      <pc:sldChg chg="addSp delSp modSp mod setBg">
        <pc:chgData name="Άριστος Αρέστη" userId="813aa191-2d4c-464f-9d05-0a7e494d859f" providerId="ADAL" clId="{F71CA4F9-10EE-4CB6-84DC-4F844A708642}" dt="2026-09-04T06:23:25.363" v="316" actId="26606"/>
        <pc:sldMkLst>
          <pc:docMk/>
          <pc:sldMk cId="3982398155" sldId="439"/>
        </pc:sldMkLst>
        <pc:spChg chg="mo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2" creationId="{00000000-0000-0000-0000-000000000000}"/>
          </ac:spMkLst>
        </pc:spChg>
        <pc:spChg chg="add mod or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3" creationId="{6217D807-2CBE-A17F-063E-9D081E94D114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5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6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7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8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9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0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1" creationId="{9874D11C-36F5-4BBE-A490-019A54E953B0}"/>
          </ac:spMkLst>
        </pc:spChg>
        <pc:grpChg chg="add del">
          <ac:chgData name="Άριστος Αρέστη" userId="813aa191-2d4c-464f-9d05-0a7e494d859f" providerId="ADAL" clId="{F71CA4F9-10EE-4CB6-84DC-4F844A708642}" dt="2026-09-04T06:23:11.826" v="305" actId="26606"/>
          <ac:grpSpMkLst>
            <pc:docMk/>
            <pc:sldMk cId="3982398155" sldId="439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14.405" v="307" actId="26606"/>
          <ac:grpSpMkLst>
            <pc:docMk/>
            <pc:sldMk cId="3982398155" sldId="439"/>
            <ac:grpSpMk id="40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18.606" v="309" actId="26606"/>
          <ac:grpSpMkLst>
            <pc:docMk/>
            <pc:sldMk cId="3982398155" sldId="439"/>
            <ac:grpSpMk id="42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21.299" v="311" actId="26606"/>
          <ac:grpSpMkLst>
            <pc:docMk/>
            <pc:sldMk cId="3982398155" sldId="439"/>
            <ac:grpSpMk id="53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3.267" v="313" actId="26606"/>
          <ac:grpSpMkLst>
            <pc:docMk/>
            <pc:sldMk cId="3982398155" sldId="439"/>
            <ac:grpSpMk id="55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5.363" v="315" actId="26606"/>
          <ac:grpSpMkLst>
            <pc:docMk/>
            <pc:sldMk cId="3982398155" sldId="439"/>
            <ac:grpSpMk id="57" creationId="{D6280969-F024-466D-A1DB-4F848C51DEF6}"/>
          </ac:grpSpMkLst>
        </pc:grpChg>
        <pc:grpChg chg="add">
          <ac:chgData name="Άριστος Αρέστη" userId="813aa191-2d4c-464f-9d05-0a7e494d859f" providerId="ADAL" clId="{F71CA4F9-10EE-4CB6-84DC-4F844A708642}" dt="2026-09-04T06:23:25.363" v="316" actId="26606"/>
          <ac:grpSpMkLst>
            <pc:docMk/>
            <pc:sldMk cId="3982398155" sldId="439"/>
            <ac:grpSpMk id="59" creationId="{D6280969-F024-466D-A1DB-4F848C51DEF6}"/>
          </ac:grpSpMkLst>
        </pc:grpChg>
        <pc:picChg chg="add mod ord">
          <ac:chgData name="Άριστος Αρέστη" userId="813aa191-2d4c-464f-9d05-0a7e494d859f" providerId="ADAL" clId="{F71CA4F9-10EE-4CB6-84DC-4F844A708642}" dt="2026-09-04T06:23:25.363" v="316" actId="26606"/>
          <ac:picMkLst>
            <pc:docMk/>
            <pc:sldMk cId="3982398155" sldId="439"/>
            <ac:picMk id="5" creationId="{17E14B1B-5481-13A3-5A54-64860D64EF38}"/>
          </ac:picMkLst>
        </pc:picChg>
        <pc:picChg chg="del">
          <ac:chgData name="Άριστος Αρέστη" userId="813aa191-2d4c-464f-9d05-0a7e494d859f" providerId="ADAL" clId="{F71CA4F9-10EE-4CB6-84DC-4F844A708642}" dt="2026-09-04T06:20:10.964" v="266" actId="478"/>
          <ac:picMkLst>
            <pc:docMk/>
            <pc:sldMk cId="3982398155" sldId="439"/>
            <ac:picMk id="9" creationId="{6D5EAA24-A277-D079-8B66-A0DDFBCA7F1C}"/>
          </ac:picMkLst>
        </pc:pic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3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4" creationId="{2AFD8CBA-54A3-4363-991B-B9C631BBFA74}"/>
          </ac:cxnSpMkLst>
        </pc:cxnChg>
      </pc:sldChg>
      <pc:sldChg chg="addSp delSp modSp mod">
        <pc:chgData name="Άριστος Αρέστη" userId="813aa191-2d4c-464f-9d05-0a7e494d859f" providerId="ADAL" clId="{F71CA4F9-10EE-4CB6-84DC-4F844A708642}" dt="2026-09-09T17:33:27.484" v="626" actId="20577"/>
        <pc:sldMkLst>
          <pc:docMk/>
          <pc:sldMk cId="1631350224" sldId="440"/>
        </pc:sldMkLst>
        <pc:spChg chg="add del mod">
          <ac:chgData name="Άριστος Αρέστη" userId="813aa191-2d4c-464f-9d05-0a7e494d859f" providerId="ADAL" clId="{F71CA4F9-10EE-4CB6-84DC-4F844A708642}" dt="2026-09-09T15:21:14.706" v="476"/>
          <ac:spMkLst>
            <pc:docMk/>
            <pc:sldMk cId="1631350224" sldId="440"/>
            <ac:spMk id="3" creationId="{8405827D-893A-47F2-486D-26925A715D80}"/>
          </ac:spMkLst>
        </pc:spChg>
        <pc:spChg chg="add del mod">
          <ac:chgData name="Άριστος Αρέστη" userId="813aa191-2d4c-464f-9d05-0a7e494d859f" providerId="ADAL" clId="{F71CA4F9-10EE-4CB6-84DC-4F844A708642}" dt="2026-09-09T17:28:19.865" v="477" actId="21"/>
          <ac:spMkLst>
            <pc:docMk/>
            <pc:sldMk cId="1631350224" sldId="440"/>
            <ac:spMk id="4" creationId="{053E5B0F-2D34-CBFC-5898-8A291CBC308C}"/>
          </ac:spMkLst>
        </pc:spChg>
        <pc:spChg chg="add mod">
          <ac:chgData name="Άριστος Αρέστη" userId="813aa191-2d4c-464f-9d05-0a7e494d859f" providerId="ADAL" clId="{F71CA4F9-10EE-4CB6-84DC-4F844A708642}" dt="2026-09-09T17:33:27.484" v="626" actId="20577"/>
          <ac:spMkLst>
            <pc:docMk/>
            <pc:sldMk cId="1631350224" sldId="440"/>
            <ac:spMk id="5" creationId="{76788E41-8DBF-FFA6-C0E5-1BB6D7FC17BD}"/>
          </ac:spMkLst>
        </pc:spChg>
        <pc:picChg chg="mod">
          <ac:chgData name="Άριστος Αρέστη" userId="813aa191-2d4c-464f-9d05-0a7e494d859f" providerId="ADAL" clId="{F71CA4F9-10EE-4CB6-84DC-4F844A708642}" dt="2026-09-09T15:20:22.101" v="474" actId="1076"/>
          <ac:picMkLst>
            <pc:docMk/>
            <pc:sldMk cId="1631350224" sldId="440"/>
            <ac:picMk id="7" creationId="{BB4AA085-3A84-D49B-9019-996B267D5899}"/>
          </ac:picMkLst>
        </pc:picChg>
      </pc:sldChg>
      <pc:sldChg chg="addSp delSp modSp add mod">
        <pc:chgData name="Άριστος Αρέστη" userId="813aa191-2d4c-464f-9d05-0a7e494d859f" providerId="ADAL" clId="{F71CA4F9-10EE-4CB6-84DC-4F844A708642}" dt="2026-09-09T14:21:28.283" v="332" actId="1076"/>
        <pc:sldMkLst>
          <pc:docMk/>
          <pc:sldMk cId="551315278" sldId="441"/>
        </pc:sldMkLst>
        <pc:spChg chg="del mod">
          <ac:chgData name="Άριστος Αρέστη" userId="813aa191-2d4c-464f-9d05-0a7e494d859f" providerId="ADAL" clId="{F71CA4F9-10EE-4CB6-84DC-4F844A708642}" dt="2026-09-09T14:20:07.271" v="320" actId="478"/>
          <ac:spMkLst>
            <pc:docMk/>
            <pc:sldMk cId="551315278" sldId="441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9T14:21:28.283" v="332" actId="1076"/>
          <ac:spMkLst>
            <pc:docMk/>
            <pc:sldMk cId="551315278" sldId="441"/>
            <ac:spMk id="4" creationId="{00000000-0000-0000-0000-000000000000}"/>
          </ac:spMkLst>
        </pc:spChg>
        <pc:spChg chg="add mod">
          <ac:chgData name="Άριστος Αρέστη" userId="813aa191-2d4c-464f-9d05-0a7e494d859f" providerId="ADAL" clId="{F71CA4F9-10EE-4CB6-84DC-4F844A708642}" dt="2026-09-09T14:21:16.132" v="330" actId="14100"/>
          <ac:spMkLst>
            <pc:docMk/>
            <pc:sldMk cId="551315278" sldId="441"/>
            <ac:spMk id="5" creationId="{F29EB3C7-DE49-2641-69CE-7B67AE0B97EC}"/>
          </ac:spMkLst>
        </pc:spChg>
        <pc:picChg chg="add mod">
          <ac:chgData name="Άριστος Αρέστη" userId="813aa191-2d4c-464f-9d05-0a7e494d859f" providerId="ADAL" clId="{F71CA4F9-10EE-4CB6-84DC-4F844A708642}" dt="2026-09-09T14:21:21.587" v="331" actId="14100"/>
          <ac:picMkLst>
            <pc:docMk/>
            <pc:sldMk cId="551315278" sldId="441"/>
            <ac:picMk id="3" creationId="{A3C128E1-D8A1-61DF-3D05-4C03E537673C}"/>
          </ac:picMkLst>
        </pc:picChg>
      </pc:sldChg>
      <pc:sldChg chg="addSp delSp modSp add mod ord">
        <pc:chgData name="Άριστος Αρέστη" userId="813aa191-2d4c-464f-9d05-0a7e494d859f" providerId="ADAL" clId="{F71CA4F9-10EE-4CB6-84DC-4F844A708642}" dt="2026-09-04T05:43:08.312" v="210" actId="20577"/>
        <pc:sldMkLst>
          <pc:docMk/>
          <pc:sldMk cId="841146910" sldId="442"/>
        </pc:sldMkLst>
        <pc:spChg chg="mod">
          <ac:chgData name="Άριστος Αρέστη" userId="813aa191-2d4c-464f-9d05-0a7e494d859f" providerId="ADAL" clId="{F71CA4F9-10EE-4CB6-84DC-4F844A708642}" dt="2026-09-04T05:39:56.431" v="189" actId="27636"/>
          <ac:spMkLst>
            <pc:docMk/>
            <pc:sldMk cId="841146910" sldId="442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39:36.686" v="184" actId="478"/>
          <ac:spMkLst>
            <pc:docMk/>
            <pc:sldMk cId="841146910" sldId="442"/>
            <ac:spMk id="4" creationId="{63BB8ED5-25A9-DF12-983D-2FFF14316FE6}"/>
          </ac:spMkLst>
        </pc:spChg>
        <pc:spChg chg="add mod">
          <ac:chgData name="Άριστος Αρέστη" userId="813aa191-2d4c-464f-9d05-0a7e494d859f" providerId="ADAL" clId="{F71CA4F9-10EE-4CB6-84DC-4F844A708642}" dt="2026-09-04T05:43:08.312" v="210" actId="20577"/>
          <ac:spMkLst>
            <pc:docMk/>
            <pc:sldMk cId="841146910" sldId="442"/>
            <ac:spMk id="6" creationId="{09217ED6-72D3-F22D-3D41-020908EAFA2C}"/>
          </ac:spMkLst>
        </pc:spChg>
        <pc:picChg chg="del">
          <ac:chgData name="Άριστος Αρέστη" userId="813aa191-2d4c-464f-9d05-0a7e494d859f" providerId="ADAL" clId="{F71CA4F9-10EE-4CB6-84DC-4F844A708642}" dt="2026-09-04T05:39:30.083" v="183" actId="478"/>
          <ac:picMkLst>
            <pc:docMk/>
            <pc:sldMk cId="841146910" sldId="442"/>
            <ac:picMk id="5" creationId="{8B5C7BB8-273D-2B9D-2F12-F69619CF3990}"/>
          </ac:picMkLst>
        </pc:picChg>
        <pc:picChg chg="mod">
          <ac:chgData name="Άριστος Αρέστη" userId="813aa191-2d4c-464f-9d05-0a7e494d859f" providerId="ADAL" clId="{F71CA4F9-10EE-4CB6-84DC-4F844A708642}" dt="2026-09-04T05:40:06.816" v="190" actId="1076"/>
          <ac:picMkLst>
            <pc:docMk/>
            <pc:sldMk cId="841146910" sldId="442"/>
            <ac:picMk id="7" creationId="{C589D31C-3061-F262-869A-C4FF26EFDDC6}"/>
          </ac:picMkLst>
        </pc:picChg>
      </pc:sldChg>
      <pc:sldChg chg="addSp delSp modSp add mod setBg">
        <pc:chgData name="Άριστος Αρέστη" userId="813aa191-2d4c-464f-9d05-0a7e494d859f" providerId="ADAL" clId="{F71CA4F9-10EE-4CB6-84DC-4F844A708642}" dt="2026-09-04T05:53:46.707" v="262" actId="1076"/>
        <pc:sldMkLst>
          <pc:docMk/>
          <pc:sldMk cId="818767313" sldId="443"/>
        </pc:sldMkLst>
        <pc:spChg chg="mod ord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" creationId="{00000000-0000-0000-0000-000000000000}"/>
          </ac:spMkLst>
        </pc:spChg>
        <pc:spChg chg="del mod ord">
          <ac:chgData name="Άριστος Αρέστη" userId="813aa191-2d4c-464f-9d05-0a7e494d859f" providerId="ADAL" clId="{F71CA4F9-10EE-4CB6-84DC-4F844A708642}" dt="2026-09-04T05:52:36.031" v="246" actId="478"/>
          <ac:spMkLst>
            <pc:docMk/>
            <pc:sldMk cId="818767313" sldId="443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52:39.165" v="247" actId="478"/>
          <ac:spMkLst>
            <pc:docMk/>
            <pc:sldMk cId="818767313" sldId="443"/>
            <ac:spMk id="8" creationId="{CAC9705F-0673-CDDD-16CB-6EF680A514A7}"/>
          </ac:spMkLst>
        </pc:spChg>
        <pc:spChg chg="add mod">
          <ac:chgData name="Άριστος Αρέστη" userId="813aa191-2d4c-464f-9d05-0a7e494d859f" providerId="ADAL" clId="{F71CA4F9-10EE-4CB6-84DC-4F844A708642}" dt="2026-09-04T05:53:38.982" v="261" actId="20577"/>
          <ac:spMkLst>
            <pc:docMk/>
            <pc:sldMk cId="818767313" sldId="443"/>
            <ac:spMk id="9" creationId="{B89A92E4-43FC-1DB7-423B-0A95DE08ADB3}"/>
          </ac:spMkLst>
        </pc:spChg>
        <pc:spChg chg="add del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5" creationId="{A912E26A-2737-4A42-92C0-4ED8933C8AF6}"/>
          </ac:spMkLst>
        </pc:spChg>
        <pc:grpChg chg="add del">
          <ac:chgData name="Άριστος Αρέστη" userId="813aa191-2d4c-464f-9d05-0a7e494d859f" providerId="ADAL" clId="{F71CA4F9-10EE-4CB6-84DC-4F844A708642}" dt="2026-09-04T05:52:01.169" v="242" actId="26606"/>
          <ac:grpSpMkLst>
            <pc:docMk/>
            <pc:sldMk cId="818767313" sldId="443"/>
            <ac:grpSpMk id="11" creationId="{BCAEEEBD-779B-4609-A737-4BEFD64744BF}"/>
          </ac:grpSpMkLst>
        </pc:grpChg>
        <pc:picChg chg="del mod">
          <ac:chgData name="Άριστος Αρέστη" userId="813aa191-2d4c-464f-9d05-0a7e494d859f" providerId="ADAL" clId="{F71CA4F9-10EE-4CB6-84DC-4F844A708642}" dt="2026-09-04T05:52:11.908" v="243" actId="478"/>
          <ac:picMkLst>
            <pc:docMk/>
            <pc:sldMk cId="818767313" sldId="443"/>
            <ac:picMk id="5" creationId="{BBE766C8-D9AC-0921-7C31-1826775B3976}"/>
          </ac:picMkLst>
        </pc:picChg>
        <pc:picChg chg="add mod">
          <ac:chgData name="Άριστος Αρέστη" userId="813aa191-2d4c-464f-9d05-0a7e494d859f" providerId="ADAL" clId="{F71CA4F9-10EE-4CB6-84DC-4F844A708642}" dt="2026-09-04T05:53:46.707" v="262" actId="1076"/>
          <ac:picMkLst>
            <pc:docMk/>
            <pc:sldMk cId="818767313" sldId="443"/>
            <ac:picMk id="6" creationId="{1391CE8E-D4E9-846E-8918-DA4EDC1AF8BC}"/>
          </ac:picMkLst>
        </pc:picChg>
        <pc:cxnChg chg="add del">
          <ac:chgData name="Άριστος Αρέστη" userId="813aa191-2d4c-464f-9d05-0a7e494d859f" providerId="ADAL" clId="{F71CA4F9-10EE-4CB6-84DC-4F844A708642}" dt="2026-09-04T05:52:01.169" v="242" actId="26606"/>
          <ac:cxnSpMkLst>
            <pc:docMk/>
            <pc:sldMk cId="818767313" sldId="443"/>
            <ac:cxnSpMk id="23" creationId="{36CB27DD-D98C-4A82-9A5E-422827825769}"/>
          </ac:cxnSpMkLst>
        </pc:cxnChg>
      </pc:sldChg>
      <pc:sldChg chg="add">
        <pc:chgData name="Άριστος Αρέστη" userId="813aa191-2d4c-464f-9d05-0a7e494d859f" providerId="ADAL" clId="{F71CA4F9-10EE-4CB6-84DC-4F844A708642}" dt="2026-09-04T06:19:51.254" v="264"/>
        <pc:sldMkLst>
          <pc:docMk/>
          <pc:sldMk cId="4030258494" sldId="444"/>
        </pc:sldMkLst>
      </pc:sldChg>
      <pc:sldChg chg="addSp delSp modSp add mod">
        <pc:chgData name="Άριστος Αρέστη" userId="813aa191-2d4c-464f-9d05-0a7e494d859f" providerId="ADAL" clId="{F71CA4F9-10EE-4CB6-84DC-4F844A708642}" dt="2026-09-09T15:02:13.329" v="464" actId="20577"/>
        <pc:sldMkLst>
          <pc:docMk/>
          <pc:sldMk cId="1749242269" sldId="445"/>
        </pc:sldMkLst>
        <pc:spChg chg="mod">
          <ac:chgData name="Άριστος Αρέστη" userId="813aa191-2d4c-464f-9d05-0a7e494d859f" providerId="ADAL" clId="{F71CA4F9-10EE-4CB6-84DC-4F844A708642}" dt="2026-09-09T15:02:13.329" v="464" actId="20577"/>
          <ac:spMkLst>
            <pc:docMk/>
            <pc:sldMk cId="1749242269" sldId="445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F71CA4F9-10EE-4CB6-84DC-4F844A708642}" dt="2026-09-09T15:00:14.090" v="448" actId="478"/>
          <ac:spMkLst>
            <pc:docMk/>
            <pc:sldMk cId="1749242269" sldId="445"/>
            <ac:spMk id="9" creationId="{B89A92E4-43FC-1DB7-423B-0A95DE08ADB3}"/>
          </ac:spMkLst>
        </pc:spChg>
        <pc:picChg chg="add mod">
          <ac:chgData name="Άριστος Αρέστη" userId="813aa191-2d4c-464f-9d05-0a7e494d859f" providerId="ADAL" clId="{F71CA4F9-10EE-4CB6-84DC-4F844A708642}" dt="2026-09-09T15:00:52.441" v="454" actId="14100"/>
          <ac:picMkLst>
            <pc:docMk/>
            <pc:sldMk cId="1749242269" sldId="445"/>
            <ac:picMk id="4" creationId="{59B8930C-45C0-D41B-BA44-5F68302FDC8A}"/>
          </ac:picMkLst>
        </pc:picChg>
        <pc:picChg chg="del">
          <ac:chgData name="Άριστος Αρέστη" userId="813aa191-2d4c-464f-9d05-0a7e494d859f" providerId="ADAL" clId="{F71CA4F9-10EE-4CB6-84DC-4F844A708642}" dt="2026-09-09T15:00:09.994" v="447" actId="478"/>
          <ac:picMkLst>
            <pc:docMk/>
            <pc:sldMk cId="1749242269" sldId="445"/>
            <ac:picMk id="6" creationId="{1391CE8E-D4E9-846E-8918-DA4EDC1AF8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F85C-F8FB-4CF1-A892-6B96CF4527B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520E1-37F4-465C-8C75-8C120D206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0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4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4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1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4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1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97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0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8A4qudmsX0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/>
            <a:r>
              <a:rPr lang="el-GR" dirty="0"/>
              <a:t>Α4-Μάθημα  1: Εισαγωγή στα Πολυμέσα</a:t>
            </a:r>
            <a:endParaRPr lang="en-GB" dirty="0"/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1D644-637B-5F3D-31FC-D7F520BE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69" y="810884"/>
            <a:ext cx="8082950" cy="556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3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Στόχοι σημερινού μαθήματος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 fontScale="92500" lnSpcReduction="20000"/>
          </a:bodyPr>
          <a:lstStyle/>
          <a:p>
            <a:r>
              <a:rPr lang="el-GR" sz="2800" dirty="0">
                <a:latin typeface="+mj-lt"/>
              </a:rPr>
              <a:t>Τι είναι ήχος</a:t>
            </a:r>
          </a:p>
          <a:p>
            <a:r>
              <a:rPr lang="el-GR" sz="2800" dirty="0">
                <a:latin typeface="+mj-lt"/>
              </a:rPr>
              <a:t>Αλγόριθμοι συμπίεσης</a:t>
            </a:r>
          </a:p>
          <a:p>
            <a:r>
              <a:rPr lang="el-GR" sz="2800" dirty="0">
                <a:latin typeface="+mj-lt"/>
              </a:rPr>
              <a:t>Τα πρότυπα </a:t>
            </a:r>
            <a:r>
              <a:rPr lang="en-US" sz="2800" dirty="0">
                <a:latin typeface="+mj-lt"/>
              </a:rPr>
              <a:t>Wav, Mp3 </a:t>
            </a:r>
            <a:r>
              <a:rPr lang="el-GR" sz="2800" dirty="0">
                <a:latin typeface="+mj-lt"/>
              </a:rPr>
              <a:t>και </a:t>
            </a:r>
            <a:r>
              <a:rPr lang="en-US" sz="2800" dirty="0">
                <a:latin typeface="+mj-lt"/>
              </a:rPr>
              <a:t>MIDI</a:t>
            </a:r>
            <a:endParaRPr lang="el-GR" sz="2800" dirty="0">
              <a:latin typeface="+mj-lt"/>
            </a:endParaRPr>
          </a:p>
          <a:p>
            <a:r>
              <a:rPr lang="el-GR" sz="2800" dirty="0">
                <a:latin typeface="+mj-lt"/>
              </a:rPr>
              <a:t>Τι είναι εικόνα</a:t>
            </a:r>
          </a:p>
          <a:p>
            <a:r>
              <a:rPr lang="el-GR" sz="2800" dirty="0"/>
              <a:t>Κατηγορίες των εικόνων και ποια τα χαρακτηριστικά τους</a:t>
            </a:r>
            <a:endParaRPr lang="en-US" sz="2800" dirty="0">
              <a:latin typeface="+mj-lt"/>
            </a:endParaRPr>
          </a:p>
          <a:p>
            <a:r>
              <a:rPr lang="el-GR" sz="2800" dirty="0">
                <a:latin typeface="+mj-lt"/>
              </a:rPr>
              <a:t>Τρόποι σύλληψης ενός </a:t>
            </a:r>
            <a:r>
              <a:rPr lang="en-US" sz="2800" dirty="0">
                <a:latin typeface="+mj-lt"/>
              </a:rPr>
              <a:t>video</a:t>
            </a:r>
          </a:p>
          <a:p>
            <a:r>
              <a:rPr lang="el-GR" sz="2800" dirty="0">
                <a:latin typeface="+mj-lt"/>
              </a:rPr>
              <a:t>Χαρακτηριστικά και </a:t>
            </a:r>
            <a:r>
              <a:rPr lang="el-GR" sz="2800" dirty="0" err="1">
                <a:latin typeface="+mj-lt"/>
              </a:rPr>
              <a:t>μεθόδοι</a:t>
            </a:r>
            <a:r>
              <a:rPr lang="el-GR" sz="2800" dirty="0">
                <a:latin typeface="+mj-lt"/>
              </a:rPr>
              <a:t> συμπίεσης ενός </a:t>
            </a:r>
            <a:r>
              <a:rPr lang="en-US" sz="2800" dirty="0">
                <a:latin typeface="+mj-lt"/>
              </a:rPr>
              <a:t>video</a:t>
            </a:r>
            <a:endParaRPr lang="el-GR" sz="2800" dirty="0">
              <a:latin typeface="+mj-lt"/>
            </a:endParaRPr>
          </a:p>
          <a:p>
            <a:endParaRPr lang="el-GR" sz="2800" dirty="0">
              <a:latin typeface="+mj-lt"/>
            </a:endParaRPr>
          </a:p>
          <a:p>
            <a:endParaRPr lang="el-GR" sz="3000" dirty="0">
              <a:latin typeface="+mj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5" name="Picture 4" descr="A ripples in a pond&#10;&#10;Description automatically generated">
            <a:extLst>
              <a:ext uri="{FF2B5EF4-FFF2-40B4-BE49-F238E27FC236}">
                <a16:creationId xmlns:a16="http://schemas.microsoft.com/office/drawing/2014/main" id="{F9C7443D-155B-C774-5622-77852D52D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413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Τι είναι ήχος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b="1" dirty="0" err="1"/>
              <a:t>Ήχος</a:t>
            </a:r>
            <a:r>
              <a:rPr lang="en-US" dirty="0"/>
              <a:t> </a:t>
            </a:r>
            <a:r>
              <a:rPr lang="en-US" dirty="0" err="1"/>
              <a:t>είν</a:t>
            </a:r>
            <a:r>
              <a:rPr lang="en-US" dirty="0"/>
              <a:t>αι ένα κύμα (δηλαδή συνεχείς μεταβολές) στην πίεση του αέρα, του νερού ή άλλου μέσου, το οποίο μεταδίδεται σε απόσταση.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3" y="2725723"/>
            <a:ext cx="10136440" cy="3872076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l-GR" sz="2400" dirty="0"/>
              <a:t>Ο ήχος από το μικρόφωνο μετατρέπεται σε ηλεκτρικό σήμα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l-GR" sz="2400" dirty="0"/>
              <a:t>Διοχετεύεται στον Μετατροπέα Αναλογικού σε Ψηφιακό (Analogue to Digital Converter, ADC).</a:t>
            </a:r>
          </a:p>
          <a:p>
            <a:pPr marL="457200" indent="-457200">
              <a:buAutoNum type="arabicPeriod"/>
            </a:pPr>
            <a:r>
              <a:rPr lang="el-GR" sz="2400" dirty="0"/>
              <a:t>Ο Μετατροπέας αυτός παίρνει δείγματα (μετρήσεις) του ήχου με συγκεκριμένο ρυθμό, ο οποίος ονομάζεται </a:t>
            </a:r>
            <a:r>
              <a:rPr lang="el-GR" sz="2400" b="1" dirty="0"/>
              <a:t>ρυθμός δειγματοληψίας</a:t>
            </a:r>
            <a:r>
              <a:rPr lang="el-GR" sz="2400" dirty="0"/>
              <a:t> και τον μετρούμε σε </a:t>
            </a:r>
            <a:r>
              <a:rPr lang="el-GR" sz="2400" b="1" dirty="0"/>
              <a:t>Hz</a:t>
            </a:r>
            <a:r>
              <a:rPr lang="el-GR" sz="2400" dirty="0"/>
              <a:t>. </a:t>
            </a:r>
          </a:p>
          <a:p>
            <a:pPr marL="457200" indent="-457200">
              <a:buAutoNum type="arabicPeriod"/>
            </a:pPr>
            <a:r>
              <a:rPr lang="el-GR" sz="2400" dirty="0"/>
              <a:t>Το κάθε δείγμα (μέτρηση), στη συνέχεια, μετατρέπεται σε έναν αντίστοιχο </a:t>
            </a:r>
            <a:r>
              <a:rPr lang="el-GR" sz="2400" b="1" dirty="0"/>
              <a:t>ψηφιακό αριθμό</a:t>
            </a:r>
            <a:r>
              <a:rPr lang="el-GR" sz="2400" dirty="0"/>
              <a:t>, ο οποίος αναπαρίσταται ως μια σειρά από </a:t>
            </a:r>
            <a:r>
              <a:rPr lang="el-GR" sz="2400" b="1" dirty="0"/>
              <a:t>bits</a:t>
            </a:r>
            <a:r>
              <a:rPr lang="el-GR" sz="2400" dirty="0"/>
              <a:t> (συνήθως 8 ή 16 bit).</a:t>
            </a:r>
          </a:p>
        </p:txBody>
      </p:sp>
      <p:pic>
        <p:nvPicPr>
          <p:cNvPr id="3" name="Picture 2" descr="A diagram of a computer code&#10;&#10;Description automatically generated with medium confidence">
            <a:extLst>
              <a:ext uri="{FF2B5EF4-FFF2-40B4-BE49-F238E27FC236}">
                <a16:creationId xmlns:a16="http://schemas.microsoft.com/office/drawing/2014/main" id="{A3C128E1-D8A1-61DF-3D05-4C03E5376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74" y="1351722"/>
            <a:ext cx="7218856" cy="13740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29EB3C7-DE49-2641-69CE-7B67AE0B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64434"/>
            <a:ext cx="9003379" cy="812608"/>
          </a:xfrm>
        </p:spPr>
        <p:txBody>
          <a:bodyPr>
            <a:normAutofit fontScale="90000"/>
          </a:bodyPr>
          <a:lstStyle/>
          <a:p>
            <a:r>
              <a:rPr lang="el-GR" dirty="0"/>
              <a:t>Ψηφιακός ήχος και διαδικασία ψηφιοποίησης του ήχου </a:t>
            </a:r>
            <a:r>
              <a:rPr lang="en-US" dirty="0"/>
              <a:t>(</a:t>
            </a:r>
            <a:r>
              <a:rPr lang="en-US" dirty="0" err="1"/>
              <a:t>digitisation</a:t>
            </a:r>
            <a:r>
              <a:rPr lang="en-US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1315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9478"/>
          </a:xfrm>
        </p:spPr>
        <p:txBody>
          <a:bodyPr>
            <a:normAutofit fontScale="90000"/>
          </a:bodyPr>
          <a:lstStyle/>
          <a:p>
            <a:r>
              <a:rPr lang="el-GR" dirty="0"/>
              <a:t>Βασικές παράμετροι της ψηφιοποίησης ήχου 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10209" y="1392437"/>
            <a:ext cx="7365708" cy="4995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Οι δύο βασικές παράμετροι της </a:t>
            </a:r>
            <a:r>
              <a:rPr lang="el-GR" sz="2400" dirty="0" err="1"/>
              <a:t>ψηφιοποίηση</a:t>
            </a:r>
            <a:r>
              <a:rPr lang="el-GR" sz="2400" dirty="0"/>
              <a:t> (</a:t>
            </a:r>
            <a:r>
              <a:rPr lang="el-GR" sz="2400" dirty="0" err="1"/>
              <a:t>digitisation</a:t>
            </a:r>
            <a:r>
              <a:rPr lang="el-GR" sz="2400" dirty="0"/>
              <a:t>) για την αναπαράσταση του κάθε δείγματος ήχου είναι 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2400" dirty="0"/>
              <a:t>Ο </a:t>
            </a:r>
            <a:r>
              <a:rPr lang="el-GR" sz="2400" b="1" dirty="0"/>
              <a:t>ρυθμός δειγματοληψίας</a:t>
            </a:r>
            <a:r>
              <a:rPr lang="en-US" sz="2400" b="1" dirty="0"/>
              <a:t>(Hz)</a:t>
            </a:r>
            <a:r>
              <a:rPr lang="el-GR" sz="2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2400" dirty="0"/>
              <a:t>Ο </a:t>
            </a:r>
            <a:r>
              <a:rPr lang="el-GR" sz="2400" b="1" dirty="0"/>
              <a:t>αριθμός δυαδικών ψηφίων bit</a:t>
            </a:r>
            <a:r>
              <a:rPr lang="en-US" sz="2400" b="1" dirty="0"/>
              <a:t> </a:t>
            </a:r>
            <a:r>
              <a:rPr lang="el-GR" sz="2400" dirty="0"/>
              <a:t>αναπαράστασης του κάθε δείγματος</a:t>
            </a:r>
          </a:p>
          <a:p>
            <a:pPr marL="0" indent="0">
              <a:buNone/>
            </a:pPr>
            <a:r>
              <a:rPr lang="el-GR" sz="2400" dirty="0"/>
              <a:t>Όσο πιο </a:t>
            </a:r>
            <a:r>
              <a:rPr lang="el-GR" sz="2400" b="1" dirty="0"/>
              <a:t>ψηλός</a:t>
            </a:r>
            <a:r>
              <a:rPr lang="el-GR" sz="2400" dirty="0"/>
              <a:t> είναι ο </a:t>
            </a:r>
            <a:r>
              <a:rPr lang="el-GR" sz="2400" b="1" dirty="0"/>
              <a:t>ρυθμός δειγματοληψίας</a:t>
            </a:r>
            <a:r>
              <a:rPr lang="el-GR" sz="2400" dirty="0"/>
              <a:t>, και όσο πιο </a:t>
            </a:r>
            <a:r>
              <a:rPr lang="el-GR" sz="2400" b="1" dirty="0"/>
              <a:t>πολλά </a:t>
            </a:r>
            <a:r>
              <a:rPr lang="el-GR" sz="2400" b="1" dirty="0" err="1"/>
              <a:t>bit</a:t>
            </a:r>
            <a:r>
              <a:rPr lang="el-GR" sz="2400" b="1" dirty="0"/>
              <a:t> </a:t>
            </a:r>
            <a:r>
              <a:rPr lang="el-GR" sz="2400" dirty="0"/>
              <a:t>χρησιμοποιούνται για την κωδικοποίηση των δειγμάτων τόσο ακριβέστερη είναι η ψηφιακή αναπαράσταση του ήχου, αλλά παράλληλα προκύπτουν πιο πολλά δείγματα και στο καθένα αντιστοιχούν πιο πολλά </a:t>
            </a:r>
            <a:r>
              <a:rPr lang="el-GR" sz="2400" dirty="0" err="1"/>
              <a:t>bit</a:t>
            </a:r>
            <a:r>
              <a:rPr lang="el-GR" sz="2400" dirty="0"/>
              <a:t> και άρα παράγεται μεγαλύτερος όγκος πληροφοριών.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83451-1A31-E731-5847-279F16E6A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17" y="1106838"/>
            <a:ext cx="4077477" cy="2509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2AA15-CCFD-DF89-07A4-5685890D2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917" y="3769742"/>
            <a:ext cx="4077476" cy="287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44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/>
          <a:lstStyle/>
          <a:p>
            <a:r>
              <a:rPr lang="el-GR" dirty="0"/>
              <a:t>Συμπίεση του ψηφιοποιημένου ήχου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570008"/>
            <a:ext cx="9544968" cy="4806729"/>
          </a:xfrm>
        </p:spPr>
        <p:txBody>
          <a:bodyPr>
            <a:noAutofit/>
          </a:bodyPr>
          <a:lstStyle/>
          <a:p>
            <a:r>
              <a:rPr lang="el-GR" sz="3200" dirty="0"/>
              <a:t>Αλγόριθμοι συμπίεσης χωρίς απώλειες ή αντιστρεπτοί (</a:t>
            </a:r>
            <a:r>
              <a:rPr lang="en-GB" sz="3200" dirty="0"/>
              <a:t>lossless compression algorithms).</a:t>
            </a:r>
            <a:endParaRPr lang="el-GR" sz="3200" dirty="0"/>
          </a:p>
          <a:p>
            <a:pPr lvl="1"/>
            <a:r>
              <a:rPr lang="el-GR" sz="2800" dirty="0"/>
              <a:t>Επιτρέπουν την ανάκτηση των αρχικών δεδομένων ήχου χωρίς απώλειες (ακριβώς τα ίδια </a:t>
            </a:r>
            <a:r>
              <a:rPr lang="el-GR" sz="2800" dirty="0" err="1"/>
              <a:t>bit</a:t>
            </a:r>
            <a:r>
              <a:rPr lang="el-GR" sz="2800" dirty="0"/>
              <a:t>) </a:t>
            </a:r>
          </a:p>
          <a:p>
            <a:r>
              <a:rPr lang="el-GR" sz="3200" dirty="0"/>
              <a:t>Αλγόριθμοι συμπίεσης με απώλειες ή μη αντιστρεπτοί (</a:t>
            </a:r>
            <a:r>
              <a:rPr lang="el-GR" sz="3200" dirty="0" err="1"/>
              <a:t>lossy</a:t>
            </a:r>
            <a:r>
              <a:rPr lang="el-GR" sz="3200" dirty="0"/>
              <a:t> </a:t>
            </a:r>
            <a:r>
              <a:rPr lang="en-GB" sz="3200" dirty="0"/>
              <a:t>compression algorithms</a:t>
            </a:r>
            <a:r>
              <a:rPr lang="en-GB" sz="2400" dirty="0"/>
              <a:t>)</a:t>
            </a:r>
            <a:endParaRPr lang="el-GR" sz="2400" dirty="0"/>
          </a:p>
          <a:p>
            <a:pPr lvl="1"/>
            <a:r>
              <a:rPr lang="el-GR" sz="2200" dirty="0"/>
              <a:t>Απαλείφει κάποια χαρακτηριστικά του ήχου που δεν γίνονται αντιληπτά στο ανθρώπινο αυτί </a:t>
            </a:r>
          </a:p>
          <a:p>
            <a:pPr lvl="1"/>
            <a:r>
              <a:rPr lang="el-GR" sz="2200" dirty="0"/>
              <a:t>Επιτυγχάνει ακόμη μεγαλύτερη συμπίεση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22326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A851-3048-7938-3D4F-79FD07F0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684362"/>
          </a:xfrm>
        </p:spPr>
        <p:txBody>
          <a:bodyPr/>
          <a:lstStyle/>
          <a:p>
            <a:r>
              <a:rPr lang="el-GR"/>
              <a:t>Πρότυπα ψηφιοποιημένου ήχου</a:t>
            </a:r>
            <a:endParaRPr lang="en-CY" dirty="0"/>
          </a:p>
        </p:txBody>
      </p:sp>
      <p:pic>
        <p:nvPicPr>
          <p:cNvPr id="5" name="Picture 4" descr="A black and white text on a white background&#10;&#10;Description automatically generated">
            <a:extLst>
              <a:ext uri="{FF2B5EF4-FFF2-40B4-BE49-F238E27FC236}">
                <a16:creationId xmlns:a16="http://schemas.microsoft.com/office/drawing/2014/main" id="{8BBC421D-FD76-8099-0BB6-17E6CE964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87" y="1293963"/>
            <a:ext cx="7906093" cy="51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3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el-GR" dirty="0"/>
              <a:t>Εικόνα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5C7BB8-273D-2B9D-2F12-F69619CF39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4" y="1484916"/>
            <a:ext cx="5527523" cy="447332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9D31C-3061-F262-869A-C4FF26EFD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690" y="2068712"/>
            <a:ext cx="6410131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/>
          <a:lstStyle/>
          <a:p>
            <a:r>
              <a:rPr lang="el-GR" dirty="0"/>
              <a:t>Κατηγορίες ψηφιακών εικόνων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570008"/>
            <a:ext cx="10015548" cy="5129372"/>
          </a:xfrm>
        </p:spPr>
        <p:txBody>
          <a:bodyPr>
            <a:noAutofit/>
          </a:bodyPr>
          <a:lstStyle/>
          <a:p>
            <a:r>
              <a:rPr lang="el-GR" sz="3200" dirty="0"/>
              <a:t>Χαρτογραφικές (</a:t>
            </a:r>
            <a:r>
              <a:rPr lang="en-GB" sz="3200" dirty="0"/>
              <a:t>Bitmap)</a:t>
            </a:r>
            <a:endParaRPr lang="el-GR" sz="3200" dirty="0"/>
          </a:p>
          <a:p>
            <a:r>
              <a:rPr lang="el-GR" sz="3200" dirty="0"/>
              <a:t>Διανυσματικές (</a:t>
            </a:r>
            <a:r>
              <a:rPr lang="en-GB" sz="3200" dirty="0"/>
              <a:t>Vector)</a:t>
            </a:r>
            <a:endParaRPr lang="el-GR" sz="3200" dirty="0"/>
          </a:p>
          <a:p>
            <a:pPr lvl="1"/>
            <a:r>
              <a:rPr lang="el-GR" sz="2400" dirty="0"/>
              <a:t>Τα στοιχεία απεικονίζονται με γεωμετρικό τρόπο, με τη βοήθεια γραμμών, ορθογωνίων, ελλείψεων ή τόξων</a:t>
            </a:r>
          </a:p>
          <a:p>
            <a:pPr lvl="1"/>
            <a:r>
              <a:rPr lang="el-GR" sz="2400" dirty="0"/>
              <a:t>Έχουν μικρότερο μέγεθος και ταχύτερη επεξεργασία από τον υπολογιστή.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3717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 fontScale="90000"/>
          </a:bodyPr>
          <a:lstStyle/>
          <a:p>
            <a:r>
              <a:rPr lang="el-GR" sz="3600" dirty="0"/>
              <a:t>Χαρτογραφικές (</a:t>
            </a:r>
            <a:r>
              <a:rPr lang="en-GB" sz="3600" dirty="0"/>
              <a:t>Bitmap)</a:t>
            </a:r>
            <a:br>
              <a:rPr lang="el-GR" sz="3600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9D31C-3061-F262-869A-C4FF26EFD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40" y="3313312"/>
            <a:ext cx="8052643" cy="3417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217ED6-72D3-F22D-3D41-020908EAFA2C}"/>
              </a:ext>
            </a:extLst>
          </p:cNvPr>
          <p:cNvSpPr txBox="1"/>
          <p:nvPr/>
        </p:nvSpPr>
        <p:spPr>
          <a:xfrm>
            <a:off x="914400" y="1530350"/>
            <a:ext cx="7981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800" dirty="0"/>
              <a:t>Αποτελείται από εικονοστοιχεία (</a:t>
            </a:r>
            <a:r>
              <a:rPr lang="en-GB" sz="1800" dirty="0"/>
              <a:t>pixels, </a:t>
            </a:r>
            <a:r>
              <a:rPr lang="el-GR" sz="1800" dirty="0"/>
              <a:t>κουκκίδες</a:t>
            </a:r>
            <a:r>
              <a:rPr lang="en-GB" sz="1800" dirty="0"/>
              <a:t>)</a:t>
            </a:r>
            <a:endParaRPr lang="el-GR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800" dirty="0"/>
              <a:t>Η σύνθεση των pixels δημιουργεί μια εικόνα bitmap όπου το κάθε pixel έχει μια τιμή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800" dirty="0"/>
              <a:t>Ασπρόμαυρες εικόνες το μαύρο pixel έχει την τιμή 1, ενώ το άσπρο την τιμή 0</a:t>
            </a:r>
          </a:p>
        </p:txBody>
      </p:sp>
    </p:spTree>
    <p:extLst>
      <p:ext uri="{BB962C8B-B14F-4D97-AF65-F5344CB8AC3E}">
        <p14:creationId xmlns:p14="http://schemas.microsoft.com/office/powerpoint/2010/main" val="841146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>
            <a:normAutofit/>
          </a:bodyPr>
          <a:lstStyle/>
          <a:p>
            <a:r>
              <a:rPr lang="el-GR" sz="3000" dirty="0"/>
              <a:t>Χαρακτηριστικά χαρτογραφικής εικόνας</a:t>
            </a:r>
            <a:r>
              <a:rPr lang="en-US" sz="3000" dirty="0"/>
              <a:t>(bitmap)</a:t>
            </a:r>
            <a:endParaRPr lang="en-GB" sz="3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319842"/>
            <a:ext cx="10752666" cy="5129372"/>
          </a:xfrm>
        </p:spPr>
        <p:txBody>
          <a:bodyPr>
            <a:noAutofit/>
          </a:bodyPr>
          <a:lstStyle/>
          <a:p>
            <a:r>
              <a:rPr lang="el-GR" sz="2800" dirty="0"/>
              <a:t>Ανάλυση</a:t>
            </a:r>
          </a:p>
          <a:p>
            <a:pPr lvl="1"/>
            <a:r>
              <a:rPr lang="el-GR" sz="2400" dirty="0"/>
              <a:t>ο </a:t>
            </a:r>
            <a:r>
              <a:rPr lang="el-GR" sz="2400" dirty="0" err="1"/>
              <a:t>αριθµός</a:t>
            </a:r>
            <a:r>
              <a:rPr lang="el-GR" sz="2400" dirty="0"/>
              <a:t> των </a:t>
            </a:r>
            <a:r>
              <a:rPr lang="el-GR" sz="2400" dirty="0" err="1"/>
              <a:t>εικονοστοιχείων</a:t>
            </a:r>
            <a:r>
              <a:rPr lang="el-GR" sz="2400" dirty="0"/>
              <a:t> (</a:t>
            </a:r>
            <a:r>
              <a:rPr lang="el-GR" sz="2400" dirty="0" err="1"/>
              <a:t>pixel</a:t>
            </a:r>
            <a:r>
              <a:rPr lang="el-GR" sz="2400" dirty="0"/>
              <a:t> ή </a:t>
            </a:r>
            <a:r>
              <a:rPr lang="el-GR" sz="2400" dirty="0" err="1"/>
              <a:t>dot</a:t>
            </a:r>
            <a:r>
              <a:rPr lang="el-GR" sz="2400" dirty="0"/>
              <a:t>) ανά ίντσα </a:t>
            </a:r>
            <a:r>
              <a:rPr lang="en-GB" sz="2400" dirty="0"/>
              <a:t>(</a:t>
            </a:r>
            <a:r>
              <a:rPr lang="en-GB" sz="2400" dirty="0" err="1"/>
              <a:t>ppi</a:t>
            </a:r>
            <a:r>
              <a:rPr lang="en-GB" sz="2400" dirty="0"/>
              <a:t> –pixel per inch)</a:t>
            </a:r>
            <a:r>
              <a:rPr lang="el-GR" sz="2400" dirty="0"/>
              <a:t>. </a:t>
            </a:r>
          </a:p>
          <a:p>
            <a:r>
              <a:rPr lang="el-GR" sz="2800" dirty="0"/>
              <a:t>Χρωματικό βάθος</a:t>
            </a:r>
          </a:p>
          <a:p>
            <a:pPr lvl="1"/>
            <a:r>
              <a:rPr lang="el-GR" sz="2400" dirty="0"/>
              <a:t>Αριθμός των χρωμάτων που είναι διαθέσιμα για τη δημιουργία μιας εικόνας</a:t>
            </a:r>
          </a:p>
          <a:p>
            <a:pPr lvl="1"/>
            <a:r>
              <a:rPr lang="en-US" sz="2400" dirty="0"/>
              <a:t>1</a:t>
            </a:r>
            <a:r>
              <a:rPr lang="el-GR" sz="2400" dirty="0"/>
              <a:t> bit αποδίδει 2</a:t>
            </a:r>
            <a:r>
              <a:rPr lang="en-US" sz="2400" baseline="30000" dirty="0"/>
              <a:t>1</a:t>
            </a:r>
            <a:r>
              <a:rPr lang="el-GR" sz="2400" dirty="0"/>
              <a:t>=2 χρώματα, 8 bits αποδίδει 2</a:t>
            </a:r>
            <a:r>
              <a:rPr lang="el-GR" sz="2400" baseline="30000" dirty="0"/>
              <a:t>8</a:t>
            </a:r>
            <a:r>
              <a:rPr lang="el-GR" sz="2400" dirty="0"/>
              <a:t>=256 χρώματα, ενώ με 16 bit αποδίδονται 2</a:t>
            </a:r>
            <a:r>
              <a:rPr lang="el-GR" sz="2400" baseline="30000" dirty="0"/>
              <a:t>16</a:t>
            </a:r>
            <a:r>
              <a:rPr lang="el-GR" sz="2400" dirty="0"/>
              <a:t>=65536 χρώματα</a:t>
            </a:r>
          </a:p>
          <a:p>
            <a:pPr lvl="1"/>
            <a:r>
              <a:rPr lang="el-GR" sz="2400" dirty="0"/>
              <a:t>Δύο χρωματικά μοντέλα, το RGB και το CMYK</a:t>
            </a:r>
          </a:p>
          <a:p>
            <a:r>
              <a:rPr lang="el-GR" sz="2800" dirty="0"/>
              <a:t>Μέγεθος</a:t>
            </a:r>
          </a:p>
          <a:p>
            <a:pPr lvl="1"/>
            <a:r>
              <a:rPr lang="el-GR" sz="2400" dirty="0"/>
              <a:t>Εξαρτάται από τις διαστάσεις, την ανάλυση και το χρωματικό βάθος.</a:t>
            </a:r>
          </a:p>
        </p:txBody>
      </p:sp>
    </p:spTree>
    <p:extLst>
      <p:ext uri="{BB962C8B-B14F-4D97-AF65-F5344CB8AC3E}">
        <p14:creationId xmlns:p14="http://schemas.microsoft.com/office/powerpoint/2010/main" val="46050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>
            <a:normAutofit/>
          </a:bodyPr>
          <a:lstStyle/>
          <a:p>
            <a:r>
              <a:rPr lang="el-GR" sz="3000"/>
              <a:t>Χαρακτηριστικά χαρτογραφικής εικόνας</a:t>
            </a:r>
            <a:r>
              <a:rPr lang="en-US" sz="3000"/>
              <a:t>(bitmap)</a:t>
            </a:r>
            <a:endParaRPr lang="en-GB" sz="3000" dirty="0"/>
          </a:p>
        </p:txBody>
      </p:sp>
      <p:pic>
        <p:nvPicPr>
          <p:cNvPr id="6" name="Picture 5" descr="A collage of a bicycle&#10;&#10;Description automatically generated">
            <a:extLst>
              <a:ext uri="{FF2B5EF4-FFF2-40B4-BE49-F238E27FC236}">
                <a16:creationId xmlns:a16="http://schemas.microsoft.com/office/drawing/2014/main" id="{1391CE8E-D4E9-846E-8918-DA4EDC1AF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309" y="1146776"/>
            <a:ext cx="8123382" cy="5171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9A92E4-43FC-1DB7-423B-0A95DE08ADB3}"/>
              </a:ext>
            </a:extLst>
          </p:cNvPr>
          <p:cNvSpPr txBox="1"/>
          <p:nvPr/>
        </p:nvSpPr>
        <p:spPr>
          <a:xfrm>
            <a:off x="845820" y="1272540"/>
            <a:ext cx="3756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Ανάλυση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767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>
            <a:normAutofit/>
          </a:bodyPr>
          <a:lstStyle/>
          <a:p>
            <a:r>
              <a:rPr lang="el-GR" sz="3000" dirty="0"/>
              <a:t>Οι πιο γνωστοί αλγόριθμοι</a:t>
            </a:r>
            <a:r>
              <a:rPr lang="en-US" sz="3000" dirty="0"/>
              <a:t> </a:t>
            </a:r>
            <a:r>
              <a:rPr lang="el-GR" sz="3000" dirty="0"/>
              <a:t>συμπιέσης</a:t>
            </a:r>
            <a:endParaRPr lang="en-GB" sz="30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B8930C-45C0-D41B-BA44-5F68302FD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061" y="1354442"/>
            <a:ext cx="7109791" cy="481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42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1396"/>
          </a:xfrm>
        </p:spPr>
        <p:txBody>
          <a:bodyPr/>
          <a:lstStyle/>
          <a:p>
            <a:r>
              <a:rPr lang="el-GR" dirty="0"/>
              <a:t>Τι είναι βίντεο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664898"/>
            <a:ext cx="8596668" cy="2925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800" dirty="0"/>
              <a:t>Ένα </a:t>
            </a:r>
            <a:r>
              <a:rPr lang="el-GR" sz="2800" b="1" dirty="0"/>
              <a:t>βίντεο</a:t>
            </a:r>
            <a:r>
              <a:rPr lang="el-GR" sz="2800" dirty="0"/>
              <a:t> στην ουσία αποτελείται από πολλές εικόνες του ιδίου μεγέθους, τοποθετημένες η μια μετά την άλλη, οι οποίες παρουσιάζονται με ρυθμό αρκετά γρήγορο, ώστε στο μάτι (και στον εγκέφαλο) να δημιουργείται η ψευδαίσθηση της κίνησης</a:t>
            </a:r>
            <a:r>
              <a:rPr lang="el-GR" sz="32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75198-EA3C-F1AE-853E-267D43F27BBA}"/>
              </a:ext>
            </a:extLst>
          </p:cNvPr>
          <p:cNvSpPr txBox="1"/>
          <p:nvPr/>
        </p:nvSpPr>
        <p:spPr>
          <a:xfrm>
            <a:off x="1308390" y="4932396"/>
            <a:ext cx="662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/>
              </a:rPr>
              <a:t>https://www.youtube.com/watch?v=V8A4qudmsX0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044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1396"/>
          </a:xfrm>
        </p:spPr>
        <p:txBody>
          <a:bodyPr/>
          <a:lstStyle/>
          <a:p>
            <a:r>
              <a:rPr lang="el-GR" dirty="0"/>
              <a:t>Κύρια χαρακτηριστικά ενός βίντεο 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AA085-3A84-D49B-9019-996B267D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" y="1286433"/>
            <a:ext cx="9346689" cy="4374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788E41-8DBF-FFA6-C0E5-1BB6D7FC17BD}"/>
              </a:ext>
            </a:extLst>
          </p:cNvPr>
          <p:cNvSpPr txBox="1"/>
          <p:nvPr/>
        </p:nvSpPr>
        <p:spPr>
          <a:xfrm>
            <a:off x="1016668" y="5787189"/>
            <a:ext cx="690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Μια ταινεία 2 ωρών, με 20</a:t>
            </a:r>
            <a:r>
              <a:rPr lang="en-US" dirty="0"/>
              <a:t>fps</a:t>
            </a:r>
            <a:r>
              <a:rPr lang="el-GR" dirty="0"/>
              <a:t>, πόσα </a:t>
            </a:r>
            <a:r>
              <a:rPr lang="en-US" dirty="0"/>
              <a:t>frames </a:t>
            </a:r>
            <a:r>
              <a:rPr lang="el-GR" dirty="0"/>
              <a:t>έχει</a:t>
            </a:r>
            <a:r>
              <a:rPr lang="en-GB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31350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9">
            <a:extLst>
              <a:ext uri="{FF2B5EF4-FFF2-40B4-BE49-F238E27FC236}">
                <a16:creationId xmlns:a16="http://schemas.microsoft.com/office/drawing/2014/main" id="{D6280969-F024-466D-A1DB-4F848C51D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FDD802-E6D8-4979-A1B9-BA705AE4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E509DD-4B76-45F0-8144-02F1D7E1A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FEAEFD53-0220-48B1-9EA8-3EAE151E8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92E7FABD-916D-4FF9-B5F3-44E53AFD3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26F9772-AEFE-4C6D-82B6-1207069B8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ACFBF3A9-B76A-4B4B-B6D7-CA4651F5C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BF0FAA0A-B682-4A83-BDD8-BCE0AB41C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874A013-E5E2-4AE1-8E93-029A2B41E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355329E-E608-4F7A-B4EF-8FEF07D75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53D9BFDF-B250-44FF-9BD7-C204EFBF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Ψηφιακή επεξεργασία βίντεο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7D807-2CBE-A17F-063E-9D081E94D114}"/>
              </a:ext>
            </a:extLst>
          </p:cNvPr>
          <p:cNvSpPr txBox="1"/>
          <p:nvPr/>
        </p:nvSpPr>
        <p:spPr>
          <a:xfrm>
            <a:off x="685167" y="2160589"/>
            <a:ext cx="3720916" cy="3560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Αφαίρεση πλάνων/τμημάτων βίντεο που δεν είναι απαραίτητα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Εισαγωγή νέων πλαισίων (frames)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Συγχώνευση και μοντάζ διαφορετικών αρχείων βίντεο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Προσθήκη εναλλαγής πλάνων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Προσθήκη ειδικών εφέ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Προσθήκη μουσικής, ηχητικών εφέ και υποτίτλων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Ρύθμιση και συγχρονισμός ήχου και βίντεο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7E14B1B-5481-13A3-5A54-64860D64E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035" y="2146869"/>
            <a:ext cx="4602747" cy="20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98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1396"/>
          </a:xfrm>
        </p:spPr>
        <p:txBody>
          <a:bodyPr/>
          <a:lstStyle/>
          <a:p>
            <a:r>
              <a:rPr lang="el-GR" dirty="0"/>
              <a:t>Συμπίεση βίντεο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5EAA24-A277-D079-8B66-A0DDFBCA7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76513"/>
            <a:ext cx="9343744" cy="52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58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80EB05-A22D-3390-6CEB-08AAEC72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rPr lang="el-GR" dirty="0"/>
              <a:t>Ασκήσεις</a:t>
            </a:r>
            <a:endParaRPr lang="en-C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solidFill>
            <a:schemeClr val="accent1"/>
          </a:solidFill>
        </p:spPr>
        <p:txBody>
          <a:bodyPr/>
          <a:lstStyle/>
          <a:p>
            <a:r>
              <a:rPr lang="el-GR" dirty="0"/>
              <a:t>Στην τάξη  (σελίδες 51-66</a:t>
            </a:r>
            <a:r>
              <a:rPr lang="en-US" dirty="0"/>
              <a:t> </a:t>
            </a:r>
            <a:r>
              <a:rPr lang="el-GR" dirty="0"/>
              <a:t>Σημειώσεις)</a:t>
            </a:r>
            <a:endParaRPr lang="en-C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r>
              <a:rPr lang="el-GR" sz="2400" dirty="0"/>
              <a:t>1, 2, 3, 4 (σελίδα 45-46)</a:t>
            </a:r>
            <a:endParaRPr lang="en-US" sz="2400" dirty="0"/>
          </a:p>
          <a:p>
            <a:r>
              <a:rPr lang="en-GB" sz="2400" dirty="0"/>
              <a:t>A4.1.ï1_Quiz.htm</a:t>
            </a:r>
          </a:p>
          <a:p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1419</TotalTime>
  <Words>629</Words>
  <Application>Microsoft Office PowerPoint</Application>
  <PresentationFormat>Widescreen</PresentationFormat>
  <Paragraphs>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Trebuchet MS</vt:lpstr>
      <vt:lpstr>Wingdings 3</vt:lpstr>
      <vt:lpstr>Facet</vt:lpstr>
      <vt:lpstr>Α4-Μάθημα  1: Εισαγωγή στα Πολυμέσα</vt:lpstr>
      <vt:lpstr>PowerPoint Presentation</vt:lpstr>
      <vt:lpstr>Στόχοι σημερινού μαθήματος</vt:lpstr>
      <vt:lpstr>Τι είναι ήχος</vt:lpstr>
      <vt:lpstr>Ψηφιακός ήχος και διαδικασία ψηφιοποίησης του ήχου (digitisation)</vt:lpstr>
      <vt:lpstr>Βασικές παράμετροι της ψηφιοποίησης ήχου </vt:lpstr>
      <vt:lpstr>Συμπίεση του ψηφιοποιημένου ήχου</vt:lpstr>
      <vt:lpstr>Πρότυπα ψηφιοποιημένου ήχου</vt:lpstr>
      <vt:lpstr>Εικόνα</vt:lpstr>
      <vt:lpstr>Κατηγορίες ψηφιακών εικόνων</vt:lpstr>
      <vt:lpstr>Χαρτογραφικές (Bitmap) </vt:lpstr>
      <vt:lpstr>Χαρακτηριστικά χαρτογραφικής εικόνας(bitmap)</vt:lpstr>
      <vt:lpstr>Χαρακτηριστικά χαρτογραφικής εικόνας(bitmap)</vt:lpstr>
      <vt:lpstr>Οι πιο γνωστοί αλγόριθμοι συμπιέσης</vt:lpstr>
      <vt:lpstr>Τι είναι βίντεο</vt:lpstr>
      <vt:lpstr>Κύρια χαρακτηριστικά ενός βίντεο </vt:lpstr>
      <vt:lpstr>Ψηφιακή επεξεργασία βίντεο</vt:lpstr>
      <vt:lpstr>Συμπίεση βίντεο</vt:lpstr>
      <vt:lpstr>Ασκήσεις</vt:lpstr>
    </vt:vector>
  </TitlesOfParts>
  <Company>Ministry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Αριθμοί – δεκαδικοί - δυαδικοί</dc:title>
  <dc:creator>Teacher</dc:creator>
  <cp:lastModifiedBy>Άριστος Αρέστη</cp:lastModifiedBy>
  <cp:revision>54</cp:revision>
  <dcterms:created xsi:type="dcterms:W3CDTF">2022-03-11T08:57:56Z</dcterms:created>
  <dcterms:modified xsi:type="dcterms:W3CDTF">2026-09-09T17:50:03Z</dcterms:modified>
</cp:coreProperties>
</file>