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62a298f1464a94" /><Relationship Type="http://schemas.openxmlformats.org/officeDocument/2006/relationships/extended-properties" Target="/docProps/app.xml" Id="R51b71bcbf66c414a" /><Relationship Type="http://schemas.openxmlformats.org/officeDocument/2006/relationships/officeDocument" Target="/ppt/presentation.xml" Id="Rcf8b65e9f38349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187210fb744bc2"/>
  </p:sldMasterIdLst>
  <p:notesMasterIdLst>
    <p:notesMasterId xmlns:r="http://schemas.openxmlformats.org/officeDocument/2006/relationships" r:id="R4cc15e4c36804f54"/>
  </p:notesMasterIdLst>
  <p:sldIdLst>
    <p:sldId xmlns:r="http://schemas.openxmlformats.org/officeDocument/2006/relationships" id="256" r:id="R1f020d0934c048ee"/>
    <p:sldId xmlns:r="http://schemas.openxmlformats.org/officeDocument/2006/relationships" id="257" r:id="Rd34a0ba8f9f04211"/>
    <p:sldId xmlns:r="http://schemas.openxmlformats.org/officeDocument/2006/relationships" id="258" r:id="Ra846422e23664d53"/>
    <p:sldId xmlns:r="http://schemas.openxmlformats.org/officeDocument/2006/relationships" id="259" r:id="R1f295e687a2a4966"/>
    <p:sldId xmlns:r="http://schemas.openxmlformats.org/officeDocument/2006/relationships" id="260" r:id="R67918c31628042f7"/>
    <p:sldId xmlns:r="http://schemas.openxmlformats.org/officeDocument/2006/relationships" id="261" r:id="R6faaeff002a44e86"/>
    <p:sldId xmlns:r="http://schemas.openxmlformats.org/officeDocument/2006/relationships" id="262" r:id="R26efd346bc494d01"/>
    <p:sldId xmlns:r="http://schemas.openxmlformats.org/officeDocument/2006/relationships" id="263" r:id="Rd7095ce13d784d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d3f7d22b5b4c79" /><Relationship Type="http://schemas.openxmlformats.org/officeDocument/2006/relationships/slideMaster" Target="/ppt/slideMasters/slideMaster1.xml" Id="R76187210fb744bc2" /><Relationship Type="http://schemas.openxmlformats.org/officeDocument/2006/relationships/notesMaster" Target="/ppt/notesMasters/notesMaster1.xml" Id="R4cc15e4c36804f54" /><Relationship Type="http://schemas.openxmlformats.org/officeDocument/2006/relationships/presProps" Target="/ppt/presProps.xml" Id="R7091e476a8c7482f" /><Relationship Type="http://schemas.openxmlformats.org/officeDocument/2006/relationships/viewProps" Target="/ppt/viewProps.xml" Id="Re9d3bdd1b67c483e" /><Relationship Type="http://schemas.openxmlformats.org/officeDocument/2006/relationships/tableStyles" Target="/ppt/tableStyles.xml" Id="Rdc43e9b77a4c4b03" /><Relationship Type="http://schemas.openxmlformats.org/officeDocument/2006/relationships/slide" Target="/ppt/slides/slide1.xml" Id="R1f020d0934c048ee" /><Relationship Type="http://schemas.openxmlformats.org/officeDocument/2006/relationships/slide" Target="/ppt/slides/slide2.xml" Id="Rd34a0ba8f9f04211" /><Relationship Type="http://schemas.openxmlformats.org/officeDocument/2006/relationships/slide" Target="/ppt/slides/slide3.xml" Id="Ra846422e23664d53" /><Relationship Type="http://schemas.openxmlformats.org/officeDocument/2006/relationships/slide" Target="/ppt/slides/slide4.xml" Id="R1f295e687a2a4966" /><Relationship Type="http://schemas.openxmlformats.org/officeDocument/2006/relationships/slide" Target="/ppt/slides/slide5.xml" Id="R67918c31628042f7" /><Relationship Type="http://schemas.openxmlformats.org/officeDocument/2006/relationships/slide" Target="/ppt/slides/slide6.xml" Id="R6faaeff002a44e86" /><Relationship Type="http://schemas.openxmlformats.org/officeDocument/2006/relationships/slide" Target="/ppt/slides/slide7.xml" Id="R26efd346bc494d01" /><Relationship Type="http://schemas.openxmlformats.org/officeDocument/2006/relationships/slide" Target="/ppt/slides/slide8.xml" Id="Rd7095ce13d784d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9fb45c91ff48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5427e772254d65" /><Relationship Type="http://schemas.openxmlformats.org/officeDocument/2006/relationships/notesMaster" Target="/ppt/notesMasters/notesMaster1.xml" Id="R3972d6f09d2044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f80741dc644fe2" /><Relationship Type="http://schemas.openxmlformats.org/officeDocument/2006/relationships/notesMaster" Target="/ppt/notesMasters/notesMaster1.xml" Id="R1318a927d68344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4dc046c7e74006" /><Relationship Type="http://schemas.openxmlformats.org/officeDocument/2006/relationships/notesMaster" Target="/ppt/notesMasters/notesMaster1.xml" Id="Rb18b25863fdc49e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244aa2d686417a" /><Relationship Type="http://schemas.openxmlformats.org/officeDocument/2006/relationships/notesMaster" Target="/ppt/notesMasters/notesMaster1.xml" Id="Raeab20b5159143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ff5352fa8c4405" /><Relationship Type="http://schemas.openxmlformats.org/officeDocument/2006/relationships/notesMaster" Target="/ppt/notesMasters/notesMaster1.xml" Id="R8aa53f8f32b24a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54d799c07b4a06" /><Relationship Type="http://schemas.openxmlformats.org/officeDocument/2006/relationships/notesMaster" Target="/ppt/notesMasters/notesMaster1.xml" Id="R7e4deb21cca042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6133074f9343b7" /><Relationship Type="http://schemas.openxmlformats.org/officeDocument/2006/relationships/notesMaster" Target="/ppt/notesMasters/notesMaster1.xml" Id="R5379e79d999249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94fc51eeb784090" /><Relationship Type="http://schemas.openxmlformats.org/officeDocument/2006/relationships/notesMaster" Target="/ppt/notesMasters/notesMaster1.xml" Id="Rf5dcafb053ec4c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Πρότυπο: A.5.M1 Εισαγωγή.pptx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f2e8c511164df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54e2217f4c486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f1183454f240e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909b6750194e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ca32f80f304c8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17f419a2704b7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8c624145eb49a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ea8a9b9346439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c38afdc93949f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04664843d647f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bb4eb1af9544b5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d6c7a61da44a51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ef41eb68414288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967d7df7ef4f6c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67c7814535413c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9dcc1538c14e4e" /></Relationships>
</file>

<file path=ppt/slideLayouts/slideLayout1.xml><?xml version="1.0" encoding="utf-8"?>
<p:sldLayout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reeform 14">
            <a:extLst xmlns:a="http://schemas.openxmlformats.org/drawingml/2006/main">
              <a:ext uri="{FF2B5EF4-FFF2-40B4-BE49-F238E27FC236}">
                <a16:creationId xmlns:a16="http://schemas.microsoft.com/office/drawing/2014/main" id="{4E918921-2CFD-4CA1-B08F-3BAB503B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7862"/>
            <a:ext cx="863600" cy="5698067"/>
          </a:xfrm>
          <a:custGeom xmlns:a="http://schemas.openxmlformats.org/drawingml/2006/main"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9" name="Straight Connector 18">
            <a:extLst xmlns:a="http://schemas.openxmlformats.org/drawingml/2006/main">
              <a:ext uri="{FF2B5EF4-FFF2-40B4-BE49-F238E27FC236}">
                <a16:creationId xmlns:a16="http://schemas.microsoft.com/office/drawing/2014/main" id="{E37B2AF0-F1FD-4B03-B481-A7AEB0D4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Straight Connector 19">
            <a:extLst xmlns:a="http://schemas.openxmlformats.org/drawingml/2006/main">
              <a:ext uri="{FF2B5EF4-FFF2-40B4-BE49-F238E27FC236}">
                <a16:creationId xmlns:a16="http://schemas.microsoft.com/office/drawing/2014/main" id="{655BA76F-F0D3-46DC-8669-115FD578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D257EB0-2B30-4FC6-AA24-873A5B4F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2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AF7B4680-A767-4058-AF50-A02AD3F1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3" name="Isosceles Triangle 22">
            <a:extLst xmlns:a="http://schemas.openxmlformats.org/drawingml/2006/main">
              <a:ext uri="{FF2B5EF4-FFF2-40B4-BE49-F238E27FC236}">
                <a16:creationId xmlns:a16="http://schemas.microsoft.com/office/drawing/2014/main" id="{43640B4D-BEFD-4199-A8AA-0ACAD1F35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4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C52E025E-B7B6-4C2F-95C3-451B2D04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5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DD6DD06-FAD9-4434-AAD6-4F5F4054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6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08CE678E-61E0-4B59-9E06-0CCDA51B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7" name="Isosceles Triangle 26">
            <a:extLst xmlns:a="http://schemas.openxmlformats.org/drawingml/2006/main">
              <a:ext uri="{FF2B5EF4-FFF2-40B4-BE49-F238E27FC236}">
                <a16:creationId xmlns:a16="http://schemas.microsoft.com/office/drawing/2014/main" id="{6CF5F7A2-53D8-4ABB-B382-AFAFF845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7FDF0A-A15E-4E62-941B-5415901439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07067" y="2404534"/>
            <a:ext cx="7766936" cy="164630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algn="r">
              <a:buNone/>
              <a:defRPr sz="540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2274578-9B32-473A-B0FD-5A428DF4E4C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07067" y="4050833"/>
            <a:ext cx="7766936" cy="1096899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5B300C8-64F2-42E4-B5F9-4C502AC14C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EC6B3A-D180-442C-87FB-17957759B4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711ED2-A058-4592-AFE4-D9FE673F9A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FC77581-562F-47E7-8112-9B9297AD12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77120C2-37BA-41A7-88BE-349064B19F7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C73FAF-6252-4F7B-8D52-61D4525FAA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0AB332-D473-41FC-8833-2008668A0B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816F0BE-FA5E-42B7-9F04-6403D88AF5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B34865-9BC9-4F7B-BF47-BAB8288BFA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5" y="2700867"/>
            <a:ext cx="8596668" cy="1826581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40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A7564D-364D-4098-BF47-59F28828E6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860400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F6BC595-E100-4CF2-8F9C-0A9A5B58E4F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38BCC5-E90B-4F82-9D04-02D3B854EB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E48D55-6385-4245-B919-3F3734427A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4184035" cy="388077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5089970" y="2160589"/>
            <a:ext cx="4184034" cy="388077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19B616-EBE7-4DBD-93E3-B48524DC24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FEFB809-40AE-487F-8E1A-27605066CA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5745" y="2160983"/>
            <a:ext cx="4185623" cy="57626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2CE4FF7-CBE0-4679-B6DE-CB30562D470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75745" y="2737245"/>
            <a:ext cx="4185623" cy="330411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E209FA-3B2C-4B90-BB28-4F3BB933049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088383" y="2160983"/>
            <a:ext cx="4185618" cy="57626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A54B334-B088-4BD2-8AB9-463A3A7DDC4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5088384" y="2737245"/>
            <a:ext cx="4185617" cy="330411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FF7CAB-3E66-49EF-ABC4-6B3CBA5B95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1DE1B27-2770-440B-8683-B33AB2F899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875A2C5-0358-4435-9AA6-43968B5196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06C2FF-7108-4081-A2CF-009FBCC1C4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09600"/>
            <a:ext cx="8596668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28814B-6E48-48D5-B472-0ACD110B4F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DFFA3EA-506D-4E17-B515-424F484D46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DEA18EE-9DBE-4F3E-9523-7AC767EA8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D42DD94-4BE1-43A9-ACA5-02458C765B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CF01500-3CEB-4E6E-AD3B-61C1D210C3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13B4083-954B-41BD-B609-2D06C7EC3D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D8CC36-F893-42EA-85A9-4908E04B1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1498604"/>
            <a:ext cx="3854528" cy="1278466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>
              <a:buNone/>
              <a:defRPr sz="2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EF19624-ADFA-48E6-BD3C-7ED96121EF9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0461" y="514924"/>
            <a:ext cx="4513541" cy="552643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A8F45B7-7981-4D15-B61B-718D2A3AB8E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77334" y="2777069"/>
            <a:ext cx="3854528" cy="2584449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9FBCD0-4CDE-41A3-94CB-65673985F0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AB3597-CA70-4297-B68E-36CA3174A9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CEA9B7B-47EA-4C7C-93C5-0195B76055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1825EE-8171-47C6-9D7E-BA60971B6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4800600"/>
            <a:ext cx="8596667" cy="566738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2400" b="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56AADA7-0CCE-406C-8490-8E3B86C2996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677334" y="609600"/>
            <a:ext cx="8596668" cy="3845718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5A735FF-F666-49B8-836F-25EA123BA3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77334" y="5367338"/>
            <a:ext cx="8596667" cy="674024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83A5BD9-4BEB-4CB2-BC4E-263561C08F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5A0EF9-3902-4E30-9474-29CA9E2B73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3B7EBFC-F60A-4B6C-AED7-920643100F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51AB30-B37C-4942-B0C4-5EB7F0D6D0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5" y="609600"/>
            <a:ext cx="8596668" cy="3403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8DA3222-9946-4CFA-AFC2-94ECB00F57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470400"/>
            <a:ext cx="8596668" cy="1570962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F95A612-A924-458F-B443-59FD13BB29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8939AF-AEBA-4F37-8BDE-8C756BD903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B5C401-FF14-489A-9B3E-D0ED476A25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359351-7955-4803-A7F8-DF08623060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31334" y="609600"/>
            <a:ext cx="8094134" cy="3022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3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54B1FC33-9DF1-4054-B18A-956604D0FF9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366139" y="3632200"/>
            <a:ext cx="7224524" cy="381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B138461-AC1B-4274-9162-5045F49EBB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470400"/>
            <a:ext cx="8596668" cy="1570962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128501-0168-461B-ACB6-54D7311395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107A80A-D5B4-4E94-A1B3-F082DFBECD4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C386AF-2374-4576-91A8-581D8FD8B5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370E8FC-ED60-43AA-AF41-660A35ED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70" y="790378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DA0C394-E2FD-44B8-9735-EBD5F1A4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3011" y="2886556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>
  <p:cSld name="Name Car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3B22F0-2F5D-435B-A869-6932D10A30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5" y="1931988"/>
            <a:ext cx="8596668" cy="2595460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4EE19A-AC66-4CAA-BB73-F9898D79AD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151391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03FCF3-F551-429E-9CC5-EF959DFFEC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E5D6C97-86E7-4AB6-89C1-6F3FE06FF7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ACCD4F-188D-44BD-8DA0-19E4020DF0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B44E46-9F27-40A4-A138-C87261AAA8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31334" y="609600"/>
            <a:ext cx="8094134" cy="3022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3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67FCD007-0694-45C0-9EBB-82675A840F6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7332" y="4013200"/>
            <a:ext cx="8596669" cy="514248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7EAEAD-5F1B-4C05-8600-78540C7055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151391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063699-B292-45EB-8A0D-79D2AF6109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77BDE3D-C164-43B4-AAE3-5A8EE76F2F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2C741F5-99D6-4A1D-B754-5D4CD6E2E1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B584E9A-A507-4AE0-BF59-E4195451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70" y="790378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9CD84491-7D8F-48BA-B9F3-742C7B7F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3011" y="2886556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6DA0E8-F2EE-454B-96F9-FCF7079E50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99" y="609600"/>
            <a:ext cx="8588203" cy="3022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3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019E2193-1BB2-4A64-90D5-565C5128C2B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7332" y="4013200"/>
            <a:ext cx="8596669" cy="514248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8AE9668-4745-44B9-ADC6-C960739713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151391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C75CF1-5C89-4D2F-A7E8-860AFFDDC0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457B51-C79B-4E04-87FA-3DC4C1479D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A70F5CC-48F9-432B-95CE-D0195B579F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5BF31E-9A0C-4161-914A-53AE471C78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6369F82-FCEE-4B82-AFF4-B7FC808ADEF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15ED90-3B0E-481C-A8CB-EF492CE6924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B306BA6-4EED-4611-951E-517F4F7B483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65D357-67E7-4B77-985A-491D9E6906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437C092-BFDD-4559-9181-69DBA05D75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967673" y="609599"/>
            <a:ext cx="1304743" cy="5251451"/>
          </a:xfrm>
        </p:spPr>
        <p:txBody>
          <a:bodyPr xmlns:a="http://schemas.openxmlformats.org/drawingml/2006/main" vert="eaVert" anchor="ctr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33D11E-BE84-4CB9-AF9A-1AA6E3DB1A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609600"/>
            <a:ext cx="7060150" cy="5251450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ABD5CC-929C-438F-917D-24115BEF3A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5EB7E8-2C32-4192-8FAD-7055EF2805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BBA38E-0375-4975-B2EB-88BCD2F6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9c08075fcc477a" /><Relationship Type="http://schemas.openxmlformats.org/officeDocument/2006/relationships/slideLayout" Target="/ppt/slideLayouts/slideLayout1.xml" Id="R0ab5234d67844274" /><Relationship Type="http://schemas.openxmlformats.org/officeDocument/2006/relationships/slideLayout" Target="/ppt/slideLayouts/slideLayout2.xml" Id="R8f3701d2e2b54f0a" /><Relationship Type="http://schemas.openxmlformats.org/officeDocument/2006/relationships/slideLayout" Target="/ppt/slideLayouts/slideLayout3.xml" Id="Rcfe6c37fb4684676" /><Relationship Type="http://schemas.openxmlformats.org/officeDocument/2006/relationships/slideLayout" Target="/ppt/slideLayouts/slideLayout4.xml" Id="R7e81c25c7f254342" /><Relationship Type="http://schemas.openxmlformats.org/officeDocument/2006/relationships/slideLayout" Target="/ppt/slideLayouts/slideLayout5.xml" Id="R8f901590bf554add" /><Relationship Type="http://schemas.openxmlformats.org/officeDocument/2006/relationships/slideLayout" Target="/ppt/slideLayouts/slideLayout6.xml" Id="R67f02a918ce44acb" /><Relationship Type="http://schemas.openxmlformats.org/officeDocument/2006/relationships/slideLayout" Target="/ppt/slideLayouts/slideLayout7.xml" Id="Rcf60a30cc2604820" /><Relationship Type="http://schemas.openxmlformats.org/officeDocument/2006/relationships/slideLayout" Target="/ppt/slideLayouts/slideLayout8.xml" Id="Rbca0a5c5e8574aee" /><Relationship Type="http://schemas.openxmlformats.org/officeDocument/2006/relationships/slideLayout" Target="/ppt/slideLayouts/slideLayout9.xml" Id="R6fbbd9fb854d4290" /><Relationship Type="http://schemas.openxmlformats.org/officeDocument/2006/relationships/slideLayout" Target="/ppt/slideLayouts/slideLayout10.xml" Id="R80f5dfcdad11437e" /><Relationship Type="http://schemas.openxmlformats.org/officeDocument/2006/relationships/slideLayout" Target="/ppt/slideLayouts/slideLayout11.xml" Id="Ra686f886e1b44720" /><Relationship Type="http://schemas.openxmlformats.org/officeDocument/2006/relationships/slideLayout" Target="/ppt/slideLayouts/slideLayout12.xml" Id="R817e11352d8e4fe0" /><Relationship Type="http://schemas.openxmlformats.org/officeDocument/2006/relationships/slideLayout" Target="/ppt/slideLayouts/slideLayout13.xml" Id="Rbd968970880a460e" /><Relationship Type="http://schemas.openxmlformats.org/officeDocument/2006/relationships/slideLayout" Target="/ppt/slideLayouts/slideLayout14.xml" Id="R5f4cfd22c1114bf4" /><Relationship Type="http://schemas.openxmlformats.org/officeDocument/2006/relationships/slideLayout" Target="/ppt/slideLayouts/slideLayout15.xml" Id="R42ae45fe180747bc" /><Relationship Type="http://schemas.openxmlformats.org/officeDocument/2006/relationships/slideLayout" Target="/ppt/slideLayouts/slideLayout16.xml" Id="R19b8d558580b4f1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traight Connector 19">
            <a:extLst xmlns:a="http://schemas.openxmlformats.org/drawingml/2006/main">
              <a:ext uri="{FF2B5EF4-FFF2-40B4-BE49-F238E27FC236}">
                <a16:creationId xmlns:a16="http://schemas.microsoft.com/office/drawing/2014/main" id="{E4847988-64DE-4EA1-931A-8E35BF40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A8647E92-895C-4BD4-8405-D49CFEAF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02C6D03-6DA2-4BFE-A1AB-B3F56E10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3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7CFF94C5-1DFF-468F-81F7-A59CB217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4" name="Isosceles Triangle 23">
            <a:extLst xmlns:a="http://schemas.openxmlformats.org/drawingml/2006/main">
              <a:ext uri="{FF2B5EF4-FFF2-40B4-BE49-F238E27FC236}">
                <a16:creationId xmlns:a16="http://schemas.microsoft.com/office/drawing/2014/main" id="{AD4886C9-2FB5-4F7F-A31A-3A9D30D3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5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14E5C00-25C2-4C47-8920-B5D57AD5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6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CEA40CE-B0C6-494F-AAEC-7C1B1929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7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67E0546B-4456-4225-A01D-73D316C7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8" name="Isosceles Triangle 27">
            <a:extLst xmlns:a="http://schemas.openxmlformats.org/drawingml/2006/main">
              <a:ext uri="{FF2B5EF4-FFF2-40B4-BE49-F238E27FC236}">
                <a16:creationId xmlns:a16="http://schemas.microsoft.com/office/drawing/2014/main" id="{60B34E2E-02C5-4A0D-BF27-D0F3CBFC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9" name="Isosceles Triangle 18">
            <a:extLst xmlns:a="http://schemas.openxmlformats.org/drawingml/2006/main">
              <a:ext uri="{FF2B5EF4-FFF2-40B4-BE49-F238E27FC236}">
                <a16:creationId xmlns:a16="http://schemas.microsoft.com/office/drawing/2014/main" id="{068A91AD-54F9-4831-A261-E1F0DC6F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4013200"/>
            <a:ext cx="448733" cy="2844800"/>
          </a:xfrm>
          <a:prstGeom xmlns:a="http://schemas.openxmlformats.org/drawingml/2006/main" prst="triangle">
            <a:avLst>
              <a:gd name="adj" fmla="val 0"/>
            </a:avLst>
          </a:pr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52C832B-F90C-4549-8F7C-D55A0CAAF0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09600"/>
            <a:ext cx="8596668" cy="132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7F95686-1A05-49EC-8A54-890B192043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4" y="2160589"/>
            <a:ext cx="8596668" cy="388077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9E00E7-0945-4FEB-BCA7-892E1CDD149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7205133" y="6041362"/>
            <a:ext cx="9119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9679E8-24C3-4AC5-B0EC-0526D46F752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677334" y="6041362"/>
            <a:ext cx="629761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8A05C0-8325-4139-B75F-F72C56BD63B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590663" y="6041362"/>
            <a:ext cx="6833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90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b5234d67844274"/>
    <p:sldLayoutId xmlns:r="http://schemas.openxmlformats.org/officeDocument/2006/relationships" id="2147483650" r:id="R8f3701d2e2b54f0a"/>
    <p:sldLayoutId xmlns:r="http://schemas.openxmlformats.org/officeDocument/2006/relationships" id="2147483651" r:id="Rcfe6c37fb4684676"/>
    <p:sldLayoutId xmlns:r="http://schemas.openxmlformats.org/officeDocument/2006/relationships" id="2147483652" r:id="R7e81c25c7f254342"/>
    <p:sldLayoutId xmlns:r="http://schemas.openxmlformats.org/officeDocument/2006/relationships" id="2147483653" r:id="R8f901590bf554add"/>
    <p:sldLayoutId xmlns:r="http://schemas.openxmlformats.org/officeDocument/2006/relationships" id="2147483654" r:id="R67f02a918ce44acb"/>
    <p:sldLayoutId xmlns:r="http://schemas.openxmlformats.org/officeDocument/2006/relationships" id="2147483655" r:id="Rcf60a30cc2604820"/>
    <p:sldLayoutId xmlns:r="http://schemas.openxmlformats.org/officeDocument/2006/relationships" id="2147483656" r:id="Rbca0a5c5e8574aee"/>
    <p:sldLayoutId xmlns:r="http://schemas.openxmlformats.org/officeDocument/2006/relationships" id="2147483657" r:id="R6fbbd9fb854d4290"/>
    <p:sldLayoutId xmlns:r="http://schemas.openxmlformats.org/officeDocument/2006/relationships" id="2147483658" r:id="R80f5dfcdad11437e"/>
    <p:sldLayoutId xmlns:r="http://schemas.openxmlformats.org/officeDocument/2006/relationships" id="2147483659" r:id="Ra686f886e1b44720"/>
    <p:sldLayoutId xmlns:r="http://schemas.openxmlformats.org/officeDocument/2006/relationships" id="2147483660" r:id="R817e11352d8e4fe0"/>
    <p:sldLayoutId xmlns:r="http://schemas.openxmlformats.org/officeDocument/2006/relationships" id="2147483661" r:id="Rbd968970880a460e"/>
    <p:sldLayoutId xmlns:r="http://schemas.openxmlformats.org/officeDocument/2006/relationships" id="2147483662" r:id="R5f4cfd22c1114bf4"/>
    <p:sldLayoutId xmlns:r="http://schemas.openxmlformats.org/officeDocument/2006/relationships" id="2147483663" r:id="R42ae45fe180747bc"/>
    <p:sldLayoutId xmlns:r="http://schemas.openxmlformats.org/officeDocument/2006/relationships" id="2147483664" r:id="R19b8d558580b4f1b"/>
  </p:sldLayoutIdLst>
  <p:txStyles>
    <p:titleStyle>
      <a:lvl1pPr xmlns:a="http://schemas.openxmlformats.org/drawingml/2006/main" algn="l" defTabSz="457200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lt"/>
          <a:cs typeface="+mj-lt"/>
        </a:defRPr>
      </a:lvl1pPr>
      <a:lvl2pPr xmlns:a="http://schemas.openxmlformats.org/drawingml/2006/main">
        <a:buNone/>
        <a:defRPr>
          <a:solidFill>
            <a:schemeClr val="tx2"/>
          </a:solidFill>
        </a:defRPr>
      </a:lvl2pPr>
      <a:lvl3pPr xmlns:a="http://schemas.openxmlformats.org/drawingml/2006/main">
        <a:buNone/>
        <a:defRPr>
          <a:solidFill>
            <a:schemeClr val="tx2"/>
          </a:solidFill>
        </a:defRPr>
      </a:lvl3pPr>
      <a:lvl4pPr xmlns:a="http://schemas.openxmlformats.org/drawingml/2006/main">
        <a:buNone/>
        <a:defRPr>
          <a:solidFill>
            <a:schemeClr val="tx2"/>
          </a:solidFill>
        </a:defRPr>
      </a:lvl4pPr>
      <a:lvl5pPr xmlns:a="http://schemas.openxmlformats.org/drawingml/2006/main">
        <a:buNone/>
        <a:defRPr>
          <a:solidFill>
            <a:schemeClr val="tx2"/>
          </a:solidFill>
        </a:defRPr>
      </a:lvl5pPr>
      <a:lvl6pPr xmlns:a="http://schemas.openxmlformats.org/drawingml/2006/main">
        <a:buNone/>
        <a:defRPr>
          <a:solidFill>
            <a:schemeClr val="tx2"/>
          </a:solidFill>
        </a:defRPr>
      </a:lvl6pPr>
      <a:lvl7pPr xmlns:a="http://schemas.openxmlformats.org/drawingml/2006/main">
        <a:buNone/>
        <a:defRPr>
          <a:solidFill>
            <a:schemeClr val="tx2"/>
          </a:solidFill>
        </a:defRPr>
      </a:lvl7pPr>
      <a:lvl8pPr xmlns:a="http://schemas.openxmlformats.org/drawingml/2006/main">
        <a:buNone/>
        <a:defRPr>
          <a:solidFill>
            <a:schemeClr val="tx2"/>
          </a:solidFill>
        </a:defRPr>
      </a:lvl8pPr>
      <a:lvl9pPr xmlns:a="http://schemas.openxmlformats.org/drawingml/2006/main">
        <a:buNone/>
        <a:defRPr>
          <a:solidFill>
            <a:schemeClr val="tx2"/>
          </a:solidFill>
        </a:defRPr>
      </a:lvl9pPr>
    </p:titleStyle>
    <p:bodyStyle>
      <a:lvl1pPr xmlns:a="http://schemas.openxmlformats.org/drawingml/2006/main" marL="342900" indent="-3429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ab710c1834c94" /><Relationship Type="http://schemas.openxmlformats.org/officeDocument/2006/relationships/notesSlide" Target="/ppt/notesSlides/notesSlide1.xml" Id="R9f20372d76344d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eae7fde4d8b40c1" /><Relationship Type="http://schemas.openxmlformats.org/officeDocument/2006/relationships/image" Target="/ppt/media/image.png" Id="Rdedf268c77b14f8c" /><Relationship Type="http://schemas.openxmlformats.org/officeDocument/2006/relationships/notesSlide" Target="/ppt/notesSlides/notesSlide2.xml" Id="R2428045e27ff4f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3ee9a7281ae4c40" /><Relationship Type="http://schemas.openxmlformats.org/officeDocument/2006/relationships/notesSlide" Target="/ppt/notesSlides/notesSlide3.xml" Id="Rb096f22de3034a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ecd2f744fdd4366" /><Relationship Type="http://schemas.openxmlformats.org/officeDocument/2006/relationships/image" Target="/ppt/media/image.jpeg" Id="R18bf9c9d8b1a46c7" /><Relationship Type="http://schemas.openxmlformats.org/officeDocument/2006/relationships/image" Target="/ppt/media/image2.jpeg" Id="Rd7c955841e7d4b9b" /><Relationship Type="http://schemas.openxmlformats.org/officeDocument/2006/relationships/notesSlide" Target="/ppt/notesSlides/notesSlide4.xml" Id="R2277326a2e704c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28b9d9afcb947b4" /><Relationship Type="http://schemas.openxmlformats.org/officeDocument/2006/relationships/image" Target="/ppt/media/image2.png" Id="R7d86692a16ee4548" /><Relationship Type="http://schemas.openxmlformats.org/officeDocument/2006/relationships/notesSlide" Target="/ppt/notesSlides/notesSlide5.xml" Id="Re6b332a6018a4e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1401bd3f3c247b5" /><Relationship Type="http://schemas.openxmlformats.org/officeDocument/2006/relationships/image" Target="/ppt/media/image3.png" Id="Rb3a649df4be34a74" /><Relationship Type="http://schemas.openxmlformats.org/officeDocument/2006/relationships/image" Target="/ppt/media/image3.jpeg" Id="R243af7a0ae9d42f1" /><Relationship Type="http://schemas.openxmlformats.org/officeDocument/2006/relationships/notesSlide" Target="/ppt/notesSlides/notesSlide6.xml" Id="Ra361ed7298c649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2fe1f517c294fb5" /><Relationship Type="http://schemas.openxmlformats.org/officeDocument/2006/relationships/notesSlide" Target="/ppt/notesSlides/notesSlide7.xml" Id="Rde2b297011e34ae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11ba76197634cc1" /><Relationship Type="http://schemas.openxmlformats.org/officeDocument/2006/relationships/notesSlide" Target="/ppt/notesSlides/notesSlide8.xml" Id="R08c00e4f1bf347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useBgFill="1"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2783C067-F8BF-4755-B516-8A0CD74C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664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9" name="Isosceles Triangle 48">
            <a:extLst xmlns:a="http://schemas.openxmlformats.org/drawingml/2006/main">
              <a:ext uri="{FF2B5EF4-FFF2-40B4-BE49-F238E27FC236}">
                <a16:creationId xmlns:a16="http://schemas.microsoft.com/office/drawing/2014/main" id="{2ED796EC-E7FF-46DB-B912-FB08BF12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0"/>
            <a:ext cx="842596" cy="5666154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Isosceles Triangle 50">
            <a:extLst xmlns:a="http://schemas.openxmlformats.org/drawingml/2006/main">
              <a:ext uri="{FF2B5EF4-FFF2-40B4-BE49-F238E27FC236}">
                <a16:creationId xmlns:a16="http://schemas.microsoft.com/office/drawing/2014/main" id="{549A2DAB-B431-487D-95AD-BB0FECB4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8534" y="3818467"/>
            <a:ext cx="4450292" cy="30395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88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" name="Straight Connector 52">
            <a:extLst xmlns:a="http://schemas.openxmlformats.org/drawingml/2006/main">
              <a:ext uri="{FF2B5EF4-FFF2-40B4-BE49-F238E27FC236}">
                <a16:creationId xmlns:a16="http://schemas.microsoft.com/office/drawing/2014/main" id="{7EB72ABB-51C2-44BE-92E4-812CE23F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1727200" cy="6858000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5" name="Straight Connector 54">
            <a:extLst xmlns:a="http://schemas.openxmlformats.org/drawingml/2006/main">
              <a:ext uri="{FF2B5EF4-FFF2-40B4-BE49-F238E27FC236}">
                <a16:creationId xmlns:a16="http://schemas.microsoft.com/office/drawing/2014/main" id="{3F0E7EA5-53B8-426D-B5D7-06135FCD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chemeClr val="accent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31F404-85BF-4A44-A7B7-33CE2AAB1A7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07066" y="1397000"/>
            <a:ext cx="8102759" cy="2421467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t>Computer Networks</a:t>
            </a:r>
            <a:endParaRPr/>
          </a:p>
          <a:p xmlns:a="http://schemas.openxmlformats.org/drawingml/2006/main">
            <a:pPr algn="l">
              <a:buNone/>
            </a:pPr>
            <a:r>
              <a:t>Part 1</a:t>
            </a:r>
            <a:endParaRPr/>
          </a:p>
        </p:txBody>
      </p:sp>
      <p:sp>
        <p:nvSpPr>
          <p:cNvPr id="57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819F787-32B4-46A8-BC57-C6571BCE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41" y="0"/>
            <a:ext cx="1766359" cy="6858000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30261968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EB01542-F65E-4B18-ACCB-69AE531824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/>
              <a:t>What Is a Network?</a:t>
            </a:r>
            <a:endParaRPr b="1"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606E10-B033-4090-8AE6-B8F8966553A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5637202" cy="388077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2800"/>
              <a:t/>
            </a:r>
            <a:endParaRPr sz="2800"/>
          </a:p>
        </p:txBody>
      </p:sp>
      <p:sp>
        <p:nvSpPr>
          <p:cNvPr id="4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45B11AF0-B09E-4EA4-9D57-C420292F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45DB81B0-361B-4960-AE31-2C40AC40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1</a:t>
            </a:r>
          </a:p>
        </p:txBody>
      </p:sp>
      <p:sp>
        <p:nvSpPr>
          <p:cNvPr id="6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F12E58BC-01F4-408D-809A-D976EE41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Definition</a:t>
            </a:r>
          </a:p>
        </p:txBody>
      </p:sp>
      <p:sp>
        <p:nvSpPr>
          <p:cNvPr id="7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82C6FD23-E583-45B6-B4A2-556214C7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computer network is a group of two or more computers or other devices connected to one another.</a:t>
            </a:r>
          </a:p>
        </p:txBody>
      </p:sp>
      <p:sp>
        <p:nvSpPr>
          <p:cNvPr id="8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6165E775-C5CB-468A-814F-EF59D227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Data Exchange</a:t>
            </a:r>
          </a:p>
        </p:txBody>
      </p:sp>
      <p:sp>
        <p:nvSpPr>
          <p:cNvPr id="9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22F656A2-2A38-4618-BA44-9B6A79BB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Devices send and receive information through the network.</a:t>
            </a:r>
          </a:p>
        </p:txBody>
      </p:sp>
      <p:sp>
        <p:nvSpPr>
          <p:cNvPr id="10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0902FBB0-3C68-4C25-AA2D-1A337094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Sharing</a:t>
            </a:r>
          </a:p>
        </p:txBody>
      </p:sp>
      <p:sp>
        <p:nvSpPr>
          <p:cNvPr id="11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6AED2E86-3B20-4113-B41D-47731ED3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network allows users to share files, software, printers and an Internet connection.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df268c77b14f8c"/>
          <a:stretch xmlns:a="http://schemas.openxmlformats.org/drawingml/2006/main"/>
        </p:blipFill>
        <p:spPr>
          <a:xfrm xmlns:a="http://schemas.openxmlformats.org/drawingml/2006/main">
            <a:off x="5953125" y="3042595"/>
            <a:ext cx="4905375" cy="153481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7231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traight Connector 10">
            <a:extLst xmlns:a="http://schemas.openxmlformats.org/drawingml/2006/main"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4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5" name="Isosceles Triangle 14">
            <a:extLst xmlns:a="http://schemas.openxmlformats.org/drawingml/2006/main"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6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7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8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9" name="Isosceles Triangle 18">
            <a:extLst xmlns:a="http://schemas.openxmlformats.org/drawingml/2006/main"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0" name="Isosceles Triangle 19">
            <a:extLst xmlns:a="http://schemas.openxmlformats.org/drawingml/2006/main"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4013200"/>
            <a:ext cx="448733" cy="2844800"/>
          </a:xfrm>
          <a:prstGeom xmlns:a="http://schemas.openxmlformats.org/drawingml/2006/main" prst="triangle">
            <a:avLst>
              <a:gd name="adj" fmla="val 0"/>
            </a:avLst>
          </a:pr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3" y="609600"/>
            <a:ext cx="3851123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LAN and WAN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3851122" cy="3880773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/>
            </a:r>
            <a:endParaRPr/>
          </a:p>
        </p:txBody>
      </p:sp>
      <p:sp>
        <p:nvSpPr>
          <p:cNvPr id="22" name="Straight Connector 21">
            <a:extLst xmlns:a="http://schemas.openxmlformats.org/drawingml/2006/main"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Straight Connector 23">
            <a:extLst xmlns:a="http://schemas.openxmlformats.org/drawingml/2006/main"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8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8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0" name="Isosceles Triangle 24">
            <a:extLst xmlns:a="http://schemas.openxmlformats.org/drawingml/2006/main"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2">
              <a:alpha val="72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2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47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4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6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6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8" name="Isosceles Triangle 29">
            <a:extLst xmlns:a="http://schemas.openxmlformats.org/drawingml/2006/main"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9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1C2720E8-1069-4CA5-9AB4-89306F81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0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C60D70D7-86BE-4773-9F24-9B5B973E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1</a:t>
            </a:r>
          </a:p>
        </p:txBody>
      </p:sp>
      <p:sp>
        <p:nvSpPr>
          <p:cNvPr id="41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AC6FC001-33F2-4BB4-B82D-46D49C33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Local Area Network (LAN)</a:t>
            </a:r>
          </a:p>
        </p:txBody>
      </p:sp>
      <p:sp>
        <p:nvSpPr>
          <p:cNvPr id="42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8FF07643-707D-4C55-BF57-9A915C77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covers a limited geographical area, such as a room, a building or nearby buildings.</a:t>
            </a:r>
          </a:p>
        </p:txBody>
      </p:sp>
      <p:sp>
        <p:nvSpPr>
          <p:cNvPr id="43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1E87EAC6-673F-46FC-8F5C-B85A942B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Wide Area Network (WAN)</a:t>
            </a:r>
          </a:p>
        </p:txBody>
      </p:sp>
      <p:sp>
        <p:nvSpPr>
          <p:cNvPr id="44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F54D49C2-A5BF-4CB1-BB07-61C4A1A8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connects several local networks and can cover cities or countries.</a:t>
            </a:r>
          </a:p>
        </p:txBody>
      </p:sp>
      <p:sp>
        <p:nvSpPr>
          <p:cNvPr id="45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3D1958B1-26B1-4111-ADEC-0D2AACCF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Internet</a:t>
            </a:r>
          </a:p>
        </p:txBody>
      </p:sp>
      <p:sp>
        <p:nvSpPr>
          <p:cNvPr id="46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7D621D15-AEC2-4569-9BEF-F3221DEC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 Internet is the largest WAN. It connects the networks of organisations, schools, companies and homes.</a:t>
            </a:r>
          </a:p>
        </p:txBody>
      </p:sp>
    </p:spTree>
    <p:extLst>
      <p:ext uri="{BB962C8B-B14F-4D97-AF65-F5344CB8AC3E}">
        <p14:creationId xmlns:p14="http://schemas.microsoft.com/office/powerpoint/2010/main" val="14598759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2C863D9-1989-4443-A424-8213A05F31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3" y="609600"/>
            <a:ext cx="3851123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Network Interface Cards</a:t>
            </a:r>
            <a:endParaRPr/>
          </a:p>
        </p:txBody>
      </p:sp>
      <p:sp>
        <p:nvSpPr>
          <p:cNvPr id="3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A8483864-6391-40FC-A8EA-7468A2CD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DFFD1A59-ED30-44E8-8891-AA9C6767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1</a:t>
            </a:r>
          </a:p>
        </p:txBody>
      </p:sp>
      <p:sp>
        <p:nvSpPr>
          <p:cNvPr id="5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974704AF-72C2-41DD-947B-A63BB77F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Network Interface Card (NIC)</a:t>
            </a:r>
          </a:p>
        </p:txBody>
      </p:sp>
      <p:sp>
        <p:nvSpPr>
          <p:cNvPr id="6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465761EC-FE00-4B43-A353-8EF76202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connects a computer or another device to the network.</a:t>
            </a:r>
          </a:p>
        </p:txBody>
      </p:sp>
      <p:sp>
        <p:nvSpPr>
          <p:cNvPr id="7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A604C126-20FF-4C85-8F49-BCB7196A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Wired Network Card</a:t>
            </a:r>
          </a:p>
        </p:txBody>
      </p:sp>
      <p:sp>
        <p:nvSpPr>
          <p:cNvPr id="8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06AED263-5DF4-49B6-A87B-E5CEE260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uses a network cable and an RJ45 port.</a:t>
            </a:r>
          </a:p>
        </p:txBody>
      </p:sp>
      <p:sp>
        <p:nvSpPr>
          <p:cNvPr id="9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60588685-E77F-44CC-8E0E-2B8D9D40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Wireless Network Card</a:t>
            </a:r>
          </a:p>
        </p:txBody>
      </p:sp>
      <p:sp>
        <p:nvSpPr>
          <p:cNvPr id="10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2935B540-E302-4B51-8D2B-E6069064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uses radio waves and an antenna to connect to a Wi-Fi network.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bf9c9d8b1a46c7"/>
          <a:stretch xmlns:a="http://schemas.openxmlformats.org/drawingml/2006/main"/>
        </p:blipFill>
        <p:spPr>
          <a:xfrm xmlns:a="http://schemas.openxmlformats.org/drawingml/2006/main">
            <a:off x="7574485" y="1857375"/>
            <a:ext cx="1662655" cy="1876425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955841e7d4b9b"/>
          <a:stretch xmlns:a="http://schemas.openxmlformats.org/drawingml/2006/main"/>
        </p:blipFill>
        <p:spPr>
          <a:xfrm xmlns:a="http://schemas.openxmlformats.org/drawingml/2006/main">
            <a:off x="7467600" y="3886200"/>
            <a:ext cx="1876425" cy="18764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14926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2" y="609600"/>
            <a:ext cx="5825735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Switch and Access Point</a:t>
            </a:r>
            <a:endParaRPr/>
          </a:p>
        </p:txBody>
      </p:sp>
      <p:sp>
        <p:nvSpPr>
          <p:cNvPr id="4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3" y="1563757"/>
            <a:ext cx="5952067" cy="4477604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2800"/>
              <a:t/>
            </a:r>
            <a:endParaRPr sz="2800"/>
          </a:p>
        </p:txBody>
      </p:sp>
      <p:sp>
        <p:nvSpPr>
          <p:cNvPr id="5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F6C651F2-4D08-4A43-BDC9-B043AB9F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71FFCA11-54AF-42A4-83E2-7C590D83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1</a:t>
            </a:r>
          </a:p>
        </p:txBody>
      </p:sp>
      <p:sp>
        <p:nvSpPr>
          <p:cNvPr id="7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6EB852F5-EF60-4B61-96B2-ADD7E6C8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Switch</a:t>
            </a:r>
          </a:p>
        </p:txBody>
      </p:sp>
      <p:sp>
        <p:nvSpPr>
          <p:cNvPr id="8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5BFA44D8-CF7A-4202-B2BC-AACA4827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switch has several ports and connects wired devices to the same local network.</a:t>
            </a:r>
          </a:p>
        </p:txBody>
      </p:sp>
      <p:sp>
        <p:nvSpPr>
          <p:cNvPr id="9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27363ACC-E8F5-4307-8000-F3919C64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Access Point</a:t>
            </a:r>
          </a:p>
        </p:txBody>
      </p:sp>
      <p:sp>
        <p:nvSpPr>
          <p:cNvPr id="10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BAD4DF4C-890E-4460-BD86-1461BF46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An access point connects wireless devices to the local network.</a:t>
            </a:r>
          </a:p>
        </p:txBody>
      </p:sp>
      <p:sp>
        <p:nvSpPr>
          <p:cNvPr id="11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ACF72B5F-1210-451A-96EE-F783EDAD5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Mixed Networks</a:t>
            </a:r>
          </a:p>
        </p:txBody>
      </p:sp>
      <p:sp>
        <p:nvSpPr>
          <p:cNvPr id="12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891F2858-419C-4D7F-8B98-675739C0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network can include a switch and an access point, depending on how each device connects.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86692a16ee4548"/>
          <a:stretch xmlns:a="http://schemas.openxmlformats.org/drawingml/2006/main"/>
        </p:blipFill>
        <p:spPr>
          <a:xfrm xmlns:a="http://schemas.openxmlformats.org/drawingml/2006/main">
            <a:off x="5953125" y="2553451"/>
            <a:ext cx="4905375" cy="25130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8814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traight Connector 10">
            <a:extLst xmlns:a="http://schemas.openxmlformats.org/drawingml/2006/main"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4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5" name="Isosceles Triangle 14">
            <a:extLst xmlns:a="http://schemas.openxmlformats.org/drawingml/2006/main"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6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7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8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9" name="Isosceles Triangle 18">
            <a:extLst xmlns:a="http://schemas.openxmlformats.org/drawingml/2006/main"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0" name="Isosceles Triangle 19">
            <a:extLst xmlns:a="http://schemas.openxmlformats.org/drawingml/2006/main"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4013200"/>
            <a:ext cx="448733" cy="2844800"/>
          </a:xfrm>
          <a:prstGeom xmlns:a="http://schemas.openxmlformats.org/drawingml/2006/main" prst="triangle">
            <a:avLst>
              <a:gd name="adj" fmla="val 0"/>
            </a:avLst>
          </a:pr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3" y="609600"/>
            <a:ext cx="3851123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Router / Modem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3851122" cy="3880773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/>
            </a:r>
            <a:endParaRPr/>
          </a:p>
        </p:txBody>
      </p:sp>
      <p:sp>
        <p:nvSpPr>
          <p:cNvPr id="22" name="Straight Connector 21">
            <a:extLst xmlns:a="http://schemas.openxmlformats.org/drawingml/2006/main"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Straight Connector 23">
            <a:extLst xmlns:a="http://schemas.openxmlformats.org/drawingml/2006/main"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8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8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0" name="Isosceles Triangle 24">
            <a:extLst xmlns:a="http://schemas.openxmlformats.org/drawingml/2006/main"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2">
              <a:alpha val="72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2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47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4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6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6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8" name="Isosceles Triangle 29">
            <a:extLst xmlns:a="http://schemas.openxmlformats.org/drawingml/2006/main"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9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4CF7BC71-3174-4D73-8BC9-07D3A64C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0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B953E2AF-248F-478A-9E07-597819B8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1</a:t>
            </a:r>
          </a:p>
        </p:txBody>
      </p:sp>
      <p:sp>
        <p:nvSpPr>
          <p:cNvPr id="41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72025841-5F3E-4A8B-BBCB-C2D4BF0A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Router</a:t>
            </a:r>
          </a:p>
        </p:txBody>
      </p:sp>
      <p:sp>
        <p:nvSpPr>
          <p:cNvPr id="42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95554E29-4CB7-4BD9-8947-DCF0A481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router connects different networks and forwards data in the correct direction.</a:t>
            </a:r>
          </a:p>
        </p:txBody>
      </p:sp>
      <p:sp>
        <p:nvSpPr>
          <p:cNvPr id="43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3442AF39-5E21-47CA-9B8C-2D1B30A96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Modem</a:t>
            </a:r>
          </a:p>
        </p:txBody>
      </p:sp>
      <p:sp>
        <p:nvSpPr>
          <p:cNvPr id="44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CA2ED603-8C10-4C79-90C2-688E7BED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modem converts the signal into the form required by the connection to the service provider.</a:t>
            </a:r>
          </a:p>
        </p:txBody>
      </p:sp>
      <p:sp>
        <p:nvSpPr>
          <p:cNvPr id="45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D862BCD3-4170-4DD7-B3EE-29DF97AC8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Home Network Device</a:t>
            </a:r>
          </a:p>
        </p:txBody>
      </p:sp>
      <p:sp>
        <p:nvSpPr>
          <p:cNvPr id="46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A622C1E7-BC4C-4293-BB77-F709CD5F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At home, the router, switch, access point and modem are often combined in one device.</a:t>
            </a:r>
          </a:p>
        </p:txBody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a649df4be34a74"/>
          <a:stretch xmlns:a="http://schemas.openxmlformats.org/drawingml/2006/main"/>
        </p:blipFill>
        <p:spPr>
          <a:xfrm xmlns:a="http://schemas.openxmlformats.org/drawingml/2006/main">
            <a:off x="6664907" y="1857375"/>
            <a:ext cx="3481811" cy="1876425"/>
          </a:xfrm>
          <a:prstGeom xmlns:a="http://schemas.openxmlformats.org/drawingml/2006/main" prst="rect">
            <a:avLst/>
          </a:prstGeom>
        </p:spPr>
      </p:pic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3af7a0ae9d42f1"/>
          <a:stretch xmlns:a="http://schemas.openxmlformats.org/drawingml/2006/main"/>
        </p:blipFill>
        <p:spPr>
          <a:xfrm xmlns:a="http://schemas.openxmlformats.org/drawingml/2006/main">
            <a:off x="6468009" y="3886200"/>
            <a:ext cx="3875607" cy="18764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87599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2" y="609600"/>
            <a:ext cx="5825735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Client–Server</a:t>
            </a:r>
            <a:endParaRPr/>
          </a:p>
        </p:txBody>
      </p:sp>
      <p:sp>
        <p:nvSpPr>
          <p:cNvPr id="4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3" y="2160589"/>
            <a:ext cx="6716071" cy="388077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2800">
                <a:latin typeface="+mj-lt"/>
                <a:ea typeface="+mj-lt"/>
                <a:cs typeface="+mj-lt"/>
              </a:rPr>
              <a:t/>
            </a:r>
          </a:p>
        </p:txBody>
      </p:sp>
      <p:sp>
        <p:nvSpPr>
          <p:cNvPr id="5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C7FC9694-22EE-4D57-B311-74524FD0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1183AB3C-ECC5-44CA-82AD-A551B980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1</a:t>
            </a:r>
          </a:p>
        </p:txBody>
      </p:sp>
      <p:sp>
        <p:nvSpPr>
          <p:cNvPr id="7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D6BB66FD-847C-4261-BD16-315C68E5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Client</a:t>
            </a:r>
          </a:p>
        </p:txBody>
      </p:sp>
      <p:sp>
        <p:nvSpPr>
          <p:cNvPr id="8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50B08CB6-9B4B-41EE-9BC5-BC0FAFE1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 user’s device or application requests access to a service.</a:t>
            </a:r>
          </a:p>
        </p:txBody>
      </p:sp>
      <p:sp>
        <p:nvSpPr>
          <p:cNvPr id="9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79D44DC9-AB35-404C-A53F-2EDE8617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Server</a:t>
            </a:r>
          </a:p>
        </p:txBody>
      </p:sp>
      <p:sp>
        <p:nvSpPr>
          <p:cNvPr id="10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3F48067B-2A0C-451D-8B4D-0AE03204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 server remains connected to the network and provides the service to many clients.</a:t>
            </a:r>
          </a:p>
        </p:txBody>
      </p:sp>
      <p:sp>
        <p:nvSpPr>
          <p:cNvPr id="11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28C4BD32-B9B0-4ACD-A5D2-C3D04E64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Example</a:t>
            </a:r>
          </a:p>
        </p:txBody>
      </p:sp>
      <p:sp>
        <p:nvSpPr>
          <p:cNvPr id="12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0242B9D2-4882-4BBE-AEA0-9AF714B6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web browser acts as a client and requests a web page from the web server.</a:t>
            </a:r>
          </a:p>
        </p:txBody>
      </p:sp>
    </p:spTree>
    <p:extLst>
      <p:ext uri="{BB962C8B-B14F-4D97-AF65-F5344CB8AC3E}">
        <p14:creationId xmlns:p14="http://schemas.microsoft.com/office/powerpoint/2010/main" val="378665962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0E24EE7-B9BA-0224-B2C0-9853440AA6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09600"/>
            <a:ext cx="8596668" cy="71300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Reinforcement Activities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7059D2-7234-9A18-8EC3-97389EC073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5745" y="1528147"/>
            <a:ext cx="7080326" cy="57626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5" name="Content Placeholder 4">
            <a:extLst xmlns:a="http://schemas.openxmlformats.org/drawingml/2006/main">
              <a:ext uri="{FF2B5EF4-FFF2-40B4-BE49-F238E27FC236}">
                <a16:creationId xmlns:a16="http://schemas.microsoft.com/office/drawing/2014/main" id="{9BF9A9EA-A3CB-AC85-3752-6360C044E60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75745" y="2309955"/>
            <a:ext cx="4185623" cy="330411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2400"/>
              <a:t/>
            </a:r>
            <a:endParaRPr sz="2400"/>
          </a:p>
        </p:txBody>
      </p:sp>
      <p:sp>
        <p:nvSpPr>
          <p:cNvPr id="6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63C20413-FF96-4AE9-9A28-3A05A72B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476A37C6-FE4E-4184-B71B-B7B6EED6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Part 1</a:t>
            </a:r>
          </a:p>
        </p:txBody>
      </p:sp>
      <p:sp>
        <p:nvSpPr>
          <p:cNvPr id="8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50F48D0D-6B77-4406-8F25-A7ED949E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1</a:t>
            </a:r>
          </a:p>
        </p:txBody>
      </p:sp>
      <p:sp>
        <p:nvSpPr>
          <p:cNvPr id="9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DCEF91A9-C234-4677-B00E-7F243C65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True or False statements about networks, network categories, equipment, sharing and the client-server model.</a:t>
            </a:r>
          </a:p>
        </p:txBody>
      </p:sp>
      <p:sp>
        <p:nvSpPr>
          <p:cNvPr id="10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8D8DA1AB-70C5-40CD-A99C-018542B5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2</a:t>
            </a:r>
          </a:p>
        </p:txBody>
      </p:sp>
      <p:sp>
        <p:nvSpPr>
          <p:cNvPr id="11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A6EDBF30-2B88-48E9-927E-BD4703B8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Give examples of devices other than computers that can connect to a network.</a:t>
            </a:r>
          </a:p>
        </p:txBody>
      </p:sp>
      <p:sp>
        <p:nvSpPr>
          <p:cNvPr id="12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8FA2BF11-2D95-4BA9-9115-CA5688EC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3</a:t>
            </a:r>
          </a:p>
        </p:txBody>
      </p:sp>
      <p:sp>
        <p:nvSpPr>
          <p:cNvPr id="13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9D94A2CF-BBE2-45A7-A0A1-ADAC00AC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Identify the network devices and connection media shown in the images.</a:t>
            </a:r>
          </a:p>
        </p:txBody>
      </p:sp>
    </p:spTree>
    <p:extLst>
      <p:ext uri="{BB962C8B-B14F-4D97-AF65-F5344CB8AC3E}">
        <p14:creationId xmlns:p14="http://schemas.microsoft.com/office/powerpoint/2010/main" val="2467819896"/>
      </p:ext>
    </p:extLst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2026-10-05T14:38:23.6590000Z</dcterms:created>
  <dcterms:modified xsi:type="dcterms:W3CDTF">2026-10-05T14:38:23.6590000Z</dcterms:modified>
</coreProperties>
</file>