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784fcd510144b2" /><Relationship Type="http://schemas.openxmlformats.org/officeDocument/2006/relationships/extended-properties" Target="/docProps/app.xml" Id="R7d264421c277440c" /><Relationship Type="http://schemas.openxmlformats.org/officeDocument/2006/relationships/officeDocument" Target="/ppt/presentation.xml" Id="Rf3be342d1c5e40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5fa606e8a34de7"/>
  </p:sldMasterIdLst>
  <p:notesMasterIdLst>
    <p:notesMasterId xmlns:r="http://schemas.openxmlformats.org/officeDocument/2006/relationships" r:id="Rc07028e0d82d4396"/>
  </p:notesMasterIdLst>
  <p:sldIdLst>
    <p:sldId xmlns:r="http://schemas.openxmlformats.org/officeDocument/2006/relationships" id="256" r:id="Rd3ac2b7b2a864cec"/>
    <p:sldId xmlns:r="http://schemas.openxmlformats.org/officeDocument/2006/relationships" id="257" r:id="Red69985be2814d0a"/>
    <p:sldId xmlns:r="http://schemas.openxmlformats.org/officeDocument/2006/relationships" id="258" r:id="Ra1bfb512058d40a8"/>
    <p:sldId xmlns:r="http://schemas.openxmlformats.org/officeDocument/2006/relationships" id="259" r:id="Re60363763c1f4e9d"/>
    <p:sldId xmlns:r="http://schemas.openxmlformats.org/officeDocument/2006/relationships" id="260" r:id="R0fb64dbecff14266"/>
    <p:sldId xmlns:r="http://schemas.openxmlformats.org/officeDocument/2006/relationships" id="261" r:id="R36e81700df7441d1"/>
    <p:sldId xmlns:r="http://schemas.openxmlformats.org/officeDocument/2006/relationships" id="262" r:id="R1529c2202ae849ac"/>
    <p:sldId xmlns:r="http://schemas.openxmlformats.org/officeDocument/2006/relationships" id="263" r:id="Ra52e3c5cf27340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a8ecb14e3e4abd" /><Relationship Type="http://schemas.openxmlformats.org/officeDocument/2006/relationships/slideMaster" Target="/ppt/slideMasters/slideMaster1.xml" Id="R3b5fa606e8a34de7" /><Relationship Type="http://schemas.openxmlformats.org/officeDocument/2006/relationships/notesMaster" Target="/ppt/notesMasters/notesMaster1.xml" Id="Rc07028e0d82d4396" /><Relationship Type="http://schemas.openxmlformats.org/officeDocument/2006/relationships/presProps" Target="/ppt/presProps.xml" Id="Ra0151851fd344c69" /><Relationship Type="http://schemas.openxmlformats.org/officeDocument/2006/relationships/viewProps" Target="/ppt/viewProps.xml" Id="Rd5ce1a361ef84dd7" /><Relationship Type="http://schemas.openxmlformats.org/officeDocument/2006/relationships/tableStyles" Target="/ppt/tableStyles.xml" Id="R72f2ea425bb843c5" /><Relationship Type="http://schemas.openxmlformats.org/officeDocument/2006/relationships/slide" Target="/ppt/slides/slide1.xml" Id="Rd3ac2b7b2a864cec" /><Relationship Type="http://schemas.openxmlformats.org/officeDocument/2006/relationships/slide" Target="/ppt/slides/slide2.xml" Id="Red69985be2814d0a" /><Relationship Type="http://schemas.openxmlformats.org/officeDocument/2006/relationships/slide" Target="/ppt/slides/slide3.xml" Id="Ra1bfb512058d40a8" /><Relationship Type="http://schemas.openxmlformats.org/officeDocument/2006/relationships/slide" Target="/ppt/slides/slide4.xml" Id="Re60363763c1f4e9d" /><Relationship Type="http://schemas.openxmlformats.org/officeDocument/2006/relationships/slide" Target="/ppt/slides/slide5.xml" Id="R0fb64dbecff14266" /><Relationship Type="http://schemas.openxmlformats.org/officeDocument/2006/relationships/slide" Target="/ppt/slides/slide6.xml" Id="R36e81700df7441d1" /><Relationship Type="http://schemas.openxmlformats.org/officeDocument/2006/relationships/slide" Target="/ppt/slides/slide7.xml" Id="R1529c2202ae849ac" /><Relationship Type="http://schemas.openxmlformats.org/officeDocument/2006/relationships/slide" Target="/ppt/slides/slide8.xml" Id="Ra52e3c5cf27340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b10eb0aa9645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bc5b014ce144d4" /><Relationship Type="http://schemas.openxmlformats.org/officeDocument/2006/relationships/notesMaster" Target="/ppt/notesMasters/notesMaster1.xml" Id="R611981a362c047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3976dd685f4e95" /><Relationship Type="http://schemas.openxmlformats.org/officeDocument/2006/relationships/notesMaster" Target="/ppt/notesMasters/notesMaster1.xml" Id="R9fa51c5df0d940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2abd934dbe428a" /><Relationship Type="http://schemas.openxmlformats.org/officeDocument/2006/relationships/notesMaster" Target="/ppt/notesMasters/notesMaster1.xml" Id="R92bec735afa942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911ef6a0d54a1f" /><Relationship Type="http://schemas.openxmlformats.org/officeDocument/2006/relationships/notesMaster" Target="/ppt/notesMasters/notesMaster1.xml" Id="R16498017b0e445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01baaffb304cd0" /><Relationship Type="http://schemas.openxmlformats.org/officeDocument/2006/relationships/notesMaster" Target="/ppt/notesMasters/notesMaster1.xml" Id="R040488849f6f4d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0e14f74eac4e50" /><Relationship Type="http://schemas.openxmlformats.org/officeDocument/2006/relationships/notesMaster" Target="/ppt/notesMasters/notesMaster1.xml" Id="R4299277cc17e49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6e4817076d4d6a" /><Relationship Type="http://schemas.openxmlformats.org/officeDocument/2006/relationships/notesMaster" Target="/ppt/notesMasters/notesMaster1.xml" Id="R4442eb1f29994f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8db195d69642b0" /><Relationship Type="http://schemas.openxmlformats.org/officeDocument/2006/relationships/notesMaster" Target="/ppt/notesMasters/notesMaster1.xml" Id="Rb9a209cc253d49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Πρότυπο: A4.M2 Πολυμέσα-Ήχος(2).pptx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Θεωρία: pliroforiki_a_lykeiou_simeioseis_2023_2024(2).pdf, σελ. 79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Θεωρία: pliroforiki_a_lykeiou_simeioseis_2023_2024(2).pdf, σελ. 79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Θεωρία: pliroforiki_a_lykeiou_simeioseis_2023_2024(2).pdf, σελ. 80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Θεωρία: pliroforiki_a_lykeiou_simeioseis_2023_2024(2).pdf, σελ. 81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Θεωρία: pliroforiki_a_lykeiou_simeioseis_2023_2024(2).pdf, σελ. 79-81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Θεωρία: pliroforiki_a_lykeiou_simeioseis_2023_2024(2).pdf, σελ. 83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Ασκήσεις: pliroforiki_a_lykeiou_tetradio_ergasion_2023_2024(2).pdf, σελ. 57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fd72b140ad4e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474ed635cf48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eb683f0f8142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e67a265a043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780e1d31a243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8712c6e234b3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4b5f52d8cb43f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7a9c415a31406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dc8f03c45c47a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9d79f4383c4b9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a91d0d6e3415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15af2ee217427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69c42518754e2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e33dd6703434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0a66d350b433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41a0eace74835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10-Sep-26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10-Sep-26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10-Sep-26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10-Sep-26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10-Sep-26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10-Sep-26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10-Sep-26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10-Sep-26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10-Sep-26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10-Sep-26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10-Sep-26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10-Sep-26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10-Sep-26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10-Sep-26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10-Sep-26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10-Sep-26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ca14fc533645a9" /><Relationship Type="http://schemas.openxmlformats.org/officeDocument/2006/relationships/slideLayout" Target="/ppt/slideLayouts/slideLayout1.xml" Id="Rd55b6294d4814423" /><Relationship Type="http://schemas.openxmlformats.org/officeDocument/2006/relationships/slideLayout" Target="/ppt/slideLayouts/slideLayout2.xml" Id="R6a41e588e13440aa" /><Relationship Type="http://schemas.openxmlformats.org/officeDocument/2006/relationships/slideLayout" Target="/ppt/slideLayouts/slideLayout3.xml" Id="R6a71be6ffe024bf6" /><Relationship Type="http://schemas.openxmlformats.org/officeDocument/2006/relationships/slideLayout" Target="/ppt/slideLayouts/slideLayout4.xml" Id="R42c5d4b308f540fa" /><Relationship Type="http://schemas.openxmlformats.org/officeDocument/2006/relationships/slideLayout" Target="/ppt/slideLayouts/slideLayout5.xml" Id="Rf7eb510765814842" /><Relationship Type="http://schemas.openxmlformats.org/officeDocument/2006/relationships/slideLayout" Target="/ppt/slideLayouts/slideLayout6.xml" Id="R309b6d3ed9914d20" /><Relationship Type="http://schemas.openxmlformats.org/officeDocument/2006/relationships/slideLayout" Target="/ppt/slideLayouts/slideLayout7.xml" Id="R7d7b4fc8fcec4767" /><Relationship Type="http://schemas.openxmlformats.org/officeDocument/2006/relationships/slideLayout" Target="/ppt/slideLayouts/slideLayout8.xml" Id="R75dce862472e4575" /><Relationship Type="http://schemas.openxmlformats.org/officeDocument/2006/relationships/slideLayout" Target="/ppt/slideLayouts/slideLayout9.xml" Id="R49a3ebd1be8643b0" /><Relationship Type="http://schemas.openxmlformats.org/officeDocument/2006/relationships/slideLayout" Target="/ppt/slideLayouts/slideLayout10.xml" Id="Rb4d18b9b909047bf" /><Relationship Type="http://schemas.openxmlformats.org/officeDocument/2006/relationships/slideLayout" Target="/ppt/slideLayouts/slideLayout11.xml" Id="Rb78494efbfed4f95" /><Relationship Type="http://schemas.openxmlformats.org/officeDocument/2006/relationships/slideLayout" Target="/ppt/slideLayouts/slideLayout12.xml" Id="Rc2684099dafc45a6" /><Relationship Type="http://schemas.openxmlformats.org/officeDocument/2006/relationships/slideLayout" Target="/ppt/slideLayouts/slideLayout13.xml" Id="R7560db4775d64651" /><Relationship Type="http://schemas.openxmlformats.org/officeDocument/2006/relationships/slideLayout" Target="/ppt/slideLayouts/slideLayout14.xml" Id="R495812c2a3764b6a" /><Relationship Type="http://schemas.openxmlformats.org/officeDocument/2006/relationships/slideLayout" Target="/ppt/slideLayouts/slideLayout15.xml" Id="R4125d907dab84663" /><Relationship Type="http://schemas.openxmlformats.org/officeDocument/2006/relationships/slideLayout" Target="/ppt/slideLayouts/slideLayout16.xml" Id="Rd083d7177e1c4a6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10-Sep-26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5b6294d4814423"/>
    <p:sldLayoutId xmlns:r="http://schemas.openxmlformats.org/officeDocument/2006/relationships" id="2147483650" r:id="R6a41e588e13440aa"/>
    <p:sldLayoutId xmlns:r="http://schemas.openxmlformats.org/officeDocument/2006/relationships" id="2147483651" r:id="R6a71be6ffe024bf6"/>
    <p:sldLayoutId xmlns:r="http://schemas.openxmlformats.org/officeDocument/2006/relationships" id="2147483652" r:id="R42c5d4b308f540fa"/>
    <p:sldLayoutId xmlns:r="http://schemas.openxmlformats.org/officeDocument/2006/relationships" id="2147483653" r:id="Rf7eb510765814842"/>
    <p:sldLayoutId xmlns:r="http://schemas.openxmlformats.org/officeDocument/2006/relationships" id="2147483654" r:id="R309b6d3ed9914d20"/>
    <p:sldLayoutId xmlns:r="http://schemas.openxmlformats.org/officeDocument/2006/relationships" id="2147483655" r:id="R7d7b4fc8fcec4767"/>
    <p:sldLayoutId xmlns:r="http://schemas.openxmlformats.org/officeDocument/2006/relationships" id="2147483656" r:id="R75dce862472e4575"/>
    <p:sldLayoutId xmlns:r="http://schemas.openxmlformats.org/officeDocument/2006/relationships" id="2147483657" r:id="R49a3ebd1be8643b0"/>
    <p:sldLayoutId xmlns:r="http://schemas.openxmlformats.org/officeDocument/2006/relationships" id="2147483658" r:id="Rb4d18b9b909047bf"/>
    <p:sldLayoutId xmlns:r="http://schemas.openxmlformats.org/officeDocument/2006/relationships" id="2147483659" r:id="Rb78494efbfed4f95"/>
    <p:sldLayoutId xmlns:r="http://schemas.openxmlformats.org/officeDocument/2006/relationships" id="2147483660" r:id="Rc2684099dafc45a6"/>
    <p:sldLayoutId xmlns:r="http://schemas.openxmlformats.org/officeDocument/2006/relationships" id="2147483661" r:id="R7560db4775d64651"/>
    <p:sldLayoutId xmlns:r="http://schemas.openxmlformats.org/officeDocument/2006/relationships" id="2147483662" r:id="R495812c2a3764b6a"/>
    <p:sldLayoutId xmlns:r="http://schemas.openxmlformats.org/officeDocument/2006/relationships" id="2147483663" r:id="R4125d907dab84663"/>
    <p:sldLayoutId xmlns:r="http://schemas.openxmlformats.org/officeDocument/2006/relationships" id="2147483664" r:id="Rd083d7177e1c4a6e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c0e513a3c46ef" /><Relationship Type="http://schemas.openxmlformats.org/officeDocument/2006/relationships/notesSlide" Target="/ppt/notesSlides/notesSlide1.xml" Id="Rb89c6d8558f640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b406cc5f31c4576" /><Relationship Type="http://schemas.openxmlformats.org/officeDocument/2006/relationships/image" Target="/ppt/media/image.jpeg" Id="R51c8e6e81e414795" /><Relationship Type="http://schemas.openxmlformats.org/officeDocument/2006/relationships/notesSlide" Target="/ppt/notesSlides/notesSlide2.xml" Id="R53d3c60c556948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0b00ad4081743f7" /><Relationship Type="http://schemas.openxmlformats.org/officeDocument/2006/relationships/image" Target="/ppt/media/image.png" Id="Ra248f4a23f96409b" /><Relationship Type="http://schemas.openxmlformats.org/officeDocument/2006/relationships/notesSlide" Target="/ppt/notesSlides/notesSlide3.xml" Id="R833bb62dd91b4a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8899b8c75f94d88" /><Relationship Type="http://schemas.openxmlformats.org/officeDocument/2006/relationships/image" Target="/ppt/media/image2.png" Id="R2f4d00a0ff374146" /><Relationship Type="http://schemas.openxmlformats.org/officeDocument/2006/relationships/notesSlide" Target="/ppt/notesSlides/notesSlide4.xml" Id="Ra69c214935ee4e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8dfecfcc7164096" /><Relationship Type="http://schemas.openxmlformats.org/officeDocument/2006/relationships/image" Target="/ppt/media/image3.png" Id="Rad7cc6d2ca754ccf" /><Relationship Type="http://schemas.openxmlformats.org/officeDocument/2006/relationships/image" Target="/ppt/media/image4.png" Id="R971ccb99afcf4029" /><Relationship Type="http://schemas.openxmlformats.org/officeDocument/2006/relationships/notesSlide" Target="/ppt/notesSlides/notesSlide5.xml" Id="Rf966079fcca049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8d0ec01b77c470c" /><Relationship Type="http://schemas.openxmlformats.org/officeDocument/2006/relationships/image" Target="/ppt/media/image.png" Id="R9d917cbba0684fef" /><Relationship Type="http://schemas.openxmlformats.org/officeDocument/2006/relationships/notesSlide" Target="/ppt/notesSlides/notesSlide6.xml" Id="R77f4595bb9b440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fe698a7d53249b9" /><Relationship Type="http://schemas.openxmlformats.org/officeDocument/2006/relationships/notesSlide" Target="/ppt/notesSlides/notesSlide7.xml" Id="R08e99d8100584a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c81e49f76194ccf" /><Relationship Type="http://schemas.openxmlformats.org/officeDocument/2006/relationships/image" Target="/ppt/media/image2.jpeg" Id="R2ef75edbe2424d8e" /><Relationship Type="http://schemas.openxmlformats.org/officeDocument/2006/relationships/notesSlide" Target="/ppt/notesSlides/notesSlide8.xml" Id="R257223c32c5448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Image</a:t>
            </a:r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Today's lesson objectives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6303496" cy="3880772"/>
          </a:xfrm>
        </p:spPr>
        <p:txBody>
          <a:bodyPr xmlns:a="http://schemas.openxmlformats.org/drawingml/2006/main">
            <a:normAutofit fontScale="100000"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Create a new image in GIMP</a:t>
            </a:r>
          </a:p>
          <a:p xmlns:a="http://schemas.openxmlformats.org/drawingml/2006/main">
            <a:r>
              <a:rPr sz="2800"/>
              <a:t>Recognise the basic selection and editing tools</a:t>
            </a:r>
          </a:p>
          <a:p xmlns:a="http://schemas.openxmlformats.org/drawingml/2006/main">
            <a:r>
              <a:rPr sz="2800"/>
              <a:t>Combine images using layers and remove the background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Save the project and export a JPEG or GIF image</a:t>
            </a:r>
          </a:p>
        </p:txBody>
      </p:sp>
      <p:pic>
        <p:nvPicPr>
          <p:cNvPr id="7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51c8e6e81e4147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GIMP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free image-editing program</a:t>
            </a:r>
          </a:p>
          <a:p xmlns:a="http://schemas.openxmlformats.org/drawingml/2006/main">
            <a:pPr marL="0" indent="0">
              <a:buNone/>
            </a:pPr>
            <a:r>
              <a:t>runs on Windows, macOS and Linux</a:t>
            </a:r>
          </a:p>
          <a:p xmlns:a="http://schemas.openxmlformats.org/drawingml/2006/main">
            <a:pPr marL="0" indent="0">
              <a:buNone/>
            </a:pPr>
            <a:r>
              <a:t>File → Open to open an image</a:t>
            </a:r>
          </a:p>
          <a:p xmlns:a="http://schemas.openxmlformats.org/drawingml/2006/main">
            <a:pPr marL="0" indent="0">
              <a:buNone/>
            </a:pPr>
            <a:r>
              <a:t>open additional panels through Windows → Dockable Dialogs</a:t>
            </a:r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8f4a23f9640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Basic tools</a:t>
            </a:r>
          </a:p>
        </p:txBody>
      </p:sp>
      <p:pic>
        <p:nvPicPr>
          <p:cNvPr id="5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d00a0ff3741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6756" y="1502258"/>
            <a:ext cx="7718403" cy="46584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GIMP – Layers</a:t>
            </a:r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fontScale="100000"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Each element can be placed on a separate layer.</a:t>
            </a:r>
          </a:p>
          <a:p xmlns:a="http://schemas.openxmlformats.org/drawingml/2006/main">
            <a:r>
              <a:rPr sz="2800"/>
              <a:t>Upper layers cover the layers beneath them.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Layer → New Layer, then choose Transparency for a transparent background.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Layers let us change or remove elements without affecting the original image.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cc6d2ca754c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ccb99afcf40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Removing the background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Select the object with a suitable selection tool.</a:t>
            </a:r>
          </a:p>
          <a:p xmlns:a="http://schemas.openxmlformats.org/drawingml/2006/main">
            <a:pPr marL="0" indent="0">
              <a:buNone/>
            </a:pPr>
            <a:r>
              <a:t>Copy and paste the selection into a new transparent layer.</a:t>
            </a:r>
          </a:p>
          <a:p xmlns:a="http://schemas.openxmlformats.org/drawingml/2006/main">
            <a:pPr marL="0" indent="0">
              <a:buNone/>
            </a:pPr>
            <a:r>
              <a:t>For a white background: Colors → Color to Alpha.</a:t>
            </a:r>
          </a:p>
          <a:p xmlns:a="http://schemas.openxmlformats.org/drawingml/2006/main">
            <a:pPr marL="0" indent="0">
              <a:buNone/>
            </a:pPr>
            <a:r>
              <a:t>Use Scale and Move to change the size and position.</a:t>
            </a:r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17cbba0684f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Saving and exporting</a:t>
            </a:r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8868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File → Save As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Saves the project as an .xcf file and keeps the layers for future editing.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File → Export To</a:t>
            </a:r>
          </a:p>
          <a:p xmlns:a="http://schemas.openxmlformats.org/drawingml/2006/main">
            <a:r>
              <a:rPr sz="2800"/>
              <a:t>Creates the final image in JPEG, GIF or PNG format.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First save the project, then export the image.</a:t>
            </a:r>
            <a:endParaRPr sz="2800"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75edbe2424d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Exercises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class</a:t>
            </a:r>
            <a:r>
              <a:t> – </a:t>
            </a:r>
            <a:r>
              <a:t>Exercise 1</a:t>
            </a:r>
            <a:r>
              <a:t> (</a:t>
            </a:r>
            <a:r>
              <a:t>pp.</a:t>
            </a:r>
            <a:r>
              <a:t> 57)</a:t>
            </a:r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04" y="2305050"/>
            <a:ext cx="4185666" cy="1143000"/>
          </a:xfrm>
        </p:spPr>
        <p:txBody>
          <a:bodyPr xmlns:a="http://schemas.openxmlformats.org/drawingml/2006/main">
            <a:normAutofit fontScale="72685"/>
          </a:bodyPr>
          <a:lstStyle xmlns:a="http://schemas.openxmlformats.org/drawingml/2006/main"/>
          <a:p xmlns:a="http://schemas.openxmlformats.org/drawingml/2006/main">
            <a:r>
              <a:rPr sz="2400"/>
              <a:t>Image composition: ask1</a:t>
            </a:r>
          </a:p>
          <a:p xmlns:a="http://schemas.openxmlformats.org/drawingml/2006/main">
            <a:r>
              <a:rPr sz="2400"/>
              <a:t>Save: ask1.xcf</a:t>
            </a:r>
          </a:p>
          <a:p xmlns:a="http://schemas.openxmlformats.org/drawingml/2006/main">
            <a:r>
              <a:rPr sz="2400"/>
              <a:t>Export: ask1.jpg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2026-09-17T08:53:01.8900000Z</dcterms:created>
  <dcterms:modified xsi:type="dcterms:W3CDTF">2026-09-17T08:53:01.8900000Z</dcterms:modified>
</coreProperties>
</file>