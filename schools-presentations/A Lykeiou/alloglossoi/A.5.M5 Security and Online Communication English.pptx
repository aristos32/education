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6a6233c1304fe5" /><Relationship Type="http://schemas.openxmlformats.org/officeDocument/2006/relationships/extended-properties" Target="/docProps/app.xml" Id="Rc335288bf8104288" /><Relationship Type="http://schemas.openxmlformats.org/officeDocument/2006/relationships/officeDocument" Target="/ppt/presentation.xml" Id="R3e077cc20d5f4c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d674b6aab42a1"/>
  </p:sldMasterIdLst>
  <p:notesMasterIdLst>
    <p:notesMasterId xmlns:r="http://schemas.openxmlformats.org/officeDocument/2006/relationships" r:id="R82ab61678d1e4309"/>
  </p:notesMasterIdLst>
  <p:sldIdLst>
    <p:sldId xmlns:r="http://schemas.openxmlformats.org/officeDocument/2006/relationships" id="256" r:id="R9c6936b23cde44ab"/>
    <p:sldId xmlns:r="http://schemas.openxmlformats.org/officeDocument/2006/relationships" id="257" r:id="R04c4b52d0e794cc1"/>
    <p:sldId xmlns:r="http://schemas.openxmlformats.org/officeDocument/2006/relationships" id="258" r:id="Rcc621b6d567c4119"/>
    <p:sldId xmlns:r="http://schemas.openxmlformats.org/officeDocument/2006/relationships" id="259" r:id="R5bbcf38cae074679"/>
    <p:sldId xmlns:r="http://schemas.openxmlformats.org/officeDocument/2006/relationships" id="260" r:id="R0b9dde49a21f42db"/>
    <p:sldId xmlns:r="http://schemas.openxmlformats.org/officeDocument/2006/relationships" id="261" r:id="Rc1f9845654164342"/>
    <p:sldId xmlns:r="http://schemas.openxmlformats.org/officeDocument/2006/relationships" id="262" r:id="Rfbd8eacd5b534b91"/>
    <p:sldId xmlns:r="http://schemas.openxmlformats.org/officeDocument/2006/relationships" id="263" r:id="Rcb3ab011f452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129a149df41c7" /><Relationship Type="http://schemas.openxmlformats.org/officeDocument/2006/relationships/slideMaster" Target="/ppt/slideMasters/slideMaster1.xml" Id="R669d674b6aab42a1" /><Relationship Type="http://schemas.openxmlformats.org/officeDocument/2006/relationships/notesMaster" Target="/ppt/notesMasters/notesMaster1.xml" Id="R82ab61678d1e4309" /><Relationship Type="http://schemas.openxmlformats.org/officeDocument/2006/relationships/presProps" Target="/ppt/presProps.xml" Id="Rf735b700f6454ff3" /><Relationship Type="http://schemas.openxmlformats.org/officeDocument/2006/relationships/viewProps" Target="/ppt/viewProps.xml" Id="Ra9dd99152adf403b" /><Relationship Type="http://schemas.openxmlformats.org/officeDocument/2006/relationships/tableStyles" Target="/ppt/tableStyles.xml" Id="Ra357e2d0c1e1447a" /><Relationship Type="http://schemas.openxmlformats.org/officeDocument/2006/relationships/slide" Target="/ppt/slides/slide1.xml" Id="R9c6936b23cde44ab" /><Relationship Type="http://schemas.openxmlformats.org/officeDocument/2006/relationships/slide" Target="/ppt/slides/slide2.xml" Id="R04c4b52d0e794cc1" /><Relationship Type="http://schemas.openxmlformats.org/officeDocument/2006/relationships/slide" Target="/ppt/slides/slide3.xml" Id="Rcc621b6d567c4119" /><Relationship Type="http://schemas.openxmlformats.org/officeDocument/2006/relationships/slide" Target="/ppt/slides/slide4.xml" Id="R5bbcf38cae074679" /><Relationship Type="http://schemas.openxmlformats.org/officeDocument/2006/relationships/slide" Target="/ppt/slides/slide5.xml" Id="R0b9dde49a21f42db" /><Relationship Type="http://schemas.openxmlformats.org/officeDocument/2006/relationships/slide" Target="/ppt/slides/slide6.xml" Id="Rc1f9845654164342" /><Relationship Type="http://schemas.openxmlformats.org/officeDocument/2006/relationships/slide" Target="/ppt/slides/slide7.xml" Id="Rfbd8eacd5b534b91" /><Relationship Type="http://schemas.openxmlformats.org/officeDocument/2006/relationships/slide" Target="/ppt/slides/slide8.xml" Id="Rcb3ab011f452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ff8285801b4e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e3b8cd56b4c10" /><Relationship Type="http://schemas.openxmlformats.org/officeDocument/2006/relationships/notesMaster" Target="/ppt/notesMasters/notesMaster1.xml" Id="Rd4280f03d859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8e76afc7a4290" /><Relationship Type="http://schemas.openxmlformats.org/officeDocument/2006/relationships/notesMaster" Target="/ppt/notesMasters/notesMaster1.xml" Id="R4139d683005d48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931f4e88144bf4" /><Relationship Type="http://schemas.openxmlformats.org/officeDocument/2006/relationships/notesMaster" Target="/ppt/notesMasters/notesMaster1.xml" Id="Rf2e510d95ae94e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8ce0fe05c344cd" /><Relationship Type="http://schemas.openxmlformats.org/officeDocument/2006/relationships/notesMaster" Target="/ppt/notesMasters/notesMaster1.xml" Id="Re646e602f0184c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63f6ce2844438" /><Relationship Type="http://schemas.openxmlformats.org/officeDocument/2006/relationships/notesMaster" Target="/ppt/notesMasters/notesMaster1.xml" Id="Rd602b7adc7e449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5aebd6295d4a08" /><Relationship Type="http://schemas.openxmlformats.org/officeDocument/2006/relationships/notesMaster" Target="/ppt/notesMasters/notesMaster1.xml" Id="R5280f6a8acb64d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29fd1c20e54077" /><Relationship Type="http://schemas.openxmlformats.org/officeDocument/2006/relationships/notesMaster" Target="/ppt/notesMasters/notesMaster1.xml" Id="R6493eb6bdd3f47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a336472ce4406f" /><Relationship Type="http://schemas.openxmlformats.org/officeDocument/2006/relationships/notesMaster" Target="/ppt/notesMasters/notesMaster1.xml" Id="Rb993125c48fa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A.5.M5, Δραστηριότητες Εμπέδωσης, σελ. 105–108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4e4e1cde547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d0c7b3ddd46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af0e8648141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6e5aeefe14f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4c34ce2a74f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add4a11504c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c75a9325b4d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eac56f16f42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cfe11432df45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638c982c1495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cecef1fa549c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b4dcc73484a8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fd7e661d047e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f9558aa2f4de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4669a5332460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6260e3c1e425d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50c0215bb04d1e" /><Relationship Type="http://schemas.openxmlformats.org/officeDocument/2006/relationships/slideLayout" Target="/ppt/slideLayouts/slideLayout1.xml" Id="Rb7f25bab910447cb" /><Relationship Type="http://schemas.openxmlformats.org/officeDocument/2006/relationships/slideLayout" Target="/ppt/slideLayouts/slideLayout2.xml" Id="R3e87517c093e48d8" /><Relationship Type="http://schemas.openxmlformats.org/officeDocument/2006/relationships/slideLayout" Target="/ppt/slideLayouts/slideLayout3.xml" Id="Rbca6d140d4df40bd" /><Relationship Type="http://schemas.openxmlformats.org/officeDocument/2006/relationships/slideLayout" Target="/ppt/slideLayouts/slideLayout4.xml" Id="Rcdc1111b788f4288" /><Relationship Type="http://schemas.openxmlformats.org/officeDocument/2006/relationships/slideLayout" Target="/ppt/slideLayouts/slideLayout5.xml" Id="Rdf0fba09d9ae40f8" /><Relationship Type="http://schemas.openxmlformats.org/officeDocument/2006/relationships/slideLayout" Target="/ppt/slideLayouts/slideLayout6.xml" Id="R0a4e9929d839410f" /><Relationship Type="http://schemas.openxmlformats.org/officeDocument/2006/relationships/slideLayout" Target="/ppt/slideLayouts/slideLayout7.xml" Id="R5cb4ea6225b64093" /><Relationship Type="http://schemas.openxmlformats.org/officeDocument/2006/relationships/slideLayout" Target="/ppt/slideLayouts/slideLayout8.xml" Id="Rd5b62bc74e0940a8" /><Relationship Type="http://schemas.openxmlformats.org/officeDocument/2006/relationships/slideLayout" Target="/ppt/slideLayouts/slideLayout9.xml" Id="R118ef9153a0a4cad" /><Relationship Type="http://schemas.openxmlformats.org/officeDocument/2006/relationships/slideLayout" Target="/ppt/slideLayouts/slideLayout10.xml" Id="Rbcebd3ba6c824eb0" /><Relationship Type="http://schemas.openxmlformats.org/officeDocument/2006/relationships/slideLayout" Target="/ppt/slideLayouts/slideLayout11.xml" Id="R1e0a6814575e46bb" /><Relationship Type="http://schemas.openxmlformats.org/officeDocument/2006/relationships/slideLayout" Target="/ppt/slideLayouts/slideLayout12.xml" Id="Rf6b7cc5551ac4d2c" /><Relationship Type="http://schemas.openxmlformats.org/officeDocument/2006/relationships/slideLayout" Target="/ppt/slideLayouts/slideLayout13.xml" Id="Rd12b8bfd33a84f2f" /><Relationship Type="http://schemas.openxmlformats.org/officeDocument/2006/relationships/slideLayout" Target="/ppt/slideLayouts/slideLayout14.xml" Id="R4d18fa6fc9eb41bc" /><Relationship Type="http://schemas.openxmlformats.org/officeDocument/2006/relationships/slideLayout" Target="/ppt/slideLayouts/slideLayout15.xml" Id="R4067f2e3d6ce4335" /><Relationship Type="http://schemas.openxmlformats.org/officeDocument/2006/relationships/slideLayout" Target="/ppt/slideLayouts/slideLayout16.xml" Id="Ra6b7ad14183241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25bab910447cb"/>
    <p:sldLayoutId xmlns:r="http://schemas.openxmlformats.org/officeDocument/2006/relationships" id="2147483650" r:id="R3e87517c093e48d8"/>
    <p:sldLayoutId xmlns:r="http://schemas.openxmlformats.org/officeDocument/2006/relationships" id="2147483651" r:id="Rbca6d140d4df40bd"/>
    <p:sldLayoutId xmlns:r="http://schemas.openxmlformats.org/officeDocument/2006/relationships" id="2147483652" r:id="Rcdc1111b788f4288"/>
    <p:sldLayoutId xmlns:r="http://schemas.openxmlformats.org/officeDocument/2006/relationships" id="2147483653" r:id="Rdf0fba09d9ae40f8"/>
    <p:sldLayoutId xmlns:r="http://schemas.openxmlformats.org/officeDocument/2006/relationships" id="2147483654" r:id="R0a4e9929d839410f"/>
    <p:sldLayoutId xmlns:r="http://schemas.openxmlformats.org/officeDocument/2006/relationships" id="2147483655" r:id="R5cb4ea6225b64093"/>
    <p:sldLayoutId xmlns:r="http://schemas.openxmlformats.org/officeDocument/2006/relationships" id="2147483656" r:id="Rd5b62bc74e0940a8"/>
    <p:sldLayoutId xmlns:r="http://schemas.openxmlformats.org/officeDocument/2006/relationships" id="2147483657" r:id="R118ef9153a0a4cad"/>
    <p:sldLayoutId xmlns:r="http://schemas.openxmlformats.org/officeDocument/2006/relationships" id="2147483658" r:id="Rbcebd3ba6c824eb0"/>
    <p:sldLayoutId xmlns:r="http://schemas.openxmlformats.org/officeDocument/2006/relationships" id="2147483659" r:id="R1e0a6814575e46bb"/>
    <p:sldLayoutId xmlns:r="http://schemas.openxmlformats.org/officeDocument/2006/relationships" id="2147483660" r:id="Rf6b7cc5551ac4d2c"/>
    <p:sldLayoutId xmlns:r="http://schemas.openxmlformats.org/officeDocument/2006/relationships" id="2147483661" r:id="Rd12b8bfd33a84f2f"/>
    <p:sldLayoutId xmlns:r="http://schemas.openxmlformats.org/officeDocument/2006/relationships" id="2147483662" r:id="R4d18fa6fc9eb41bc"/>
    <p:sldLayoutId xmlns:r="http://schemas.openxmlformats.org/officeDocument/2006/relationships" id="2147483663" r:id="R4067f2e3d6ce4335"/>
    <p:sldLayoutId xmlns:r="http://schemas.openxmlformats.org/officeDocument/2006/relationships" id="2147483664" r:id="Ra6b7ad1418324148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b41479bc64ff5" /><Relationship Type="http://schemas.openxmlformats.org/officeDocument/2006/relationships/notesSlide" Target="/ppt/notesSlides/notesSlide1.xml" Id="R3030e64301c2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7378611d04e4b54" /><Relationship Type="http://schemas.openxmlformats.org/officeDocument/2006/relationships/image" Target="/ppt/media/image.jpeg" Id="R8ac17e3a32ac408b" /><Relationship Type="http://schemas.openxmlformats.org/officeDocument/2006/relationships/notesSlide" Target="/ppt/notesSlides/notesSlide2.xml" Id="Rdf8a27dda7514d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797f8ee5a2e4a37" /><Relationship Type="http://schemas.openxmlformats.org/officeDocument/2006/relationships/image" Target="/ppt/media/image.png" Id="R6a693f88de024819" /><Relationship Type="http://schemas.openxmlformats.org/officeDocument/2006/relationships/notesSlide" Target="/ppt/notesSlides/notesSlide3.xml" Id="Rd99d5f55ced649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0864f3cdada4d2b" /><Relationship Type="http://schemas.openxmlformats.org/officeDocument/2006/relationships/notesSlide" Target="/ppt/notesSlides/notesSlide4.xml" Id="R0d220748edf3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ddb9619d65a4f4f" /><Relationship Type="http://schemas.openxmlformats.org/officeDocument/2006/relationships/notesSlide" Target="/ppt/notesSlides/notesSlide5.xml" Id="R846e6c5f143545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4b77a4bdd264829" /><Relationship Type="http://schemas.openxmlformats.org/officeDocument/2006/relationships/notesSlide" Target="/ppt/notesSlides/notesSlide6.xml" Id="Reb814b454aa84b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414f65c5389414c" /><Relationship Type="http://schemas.openxmlformats.org/officeDocument/2006/relationships/notesSlide" Target="/ppt/notesSlides/notesSlide7.xml" Id="Rc53a18ce2f35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572e87c22d438d" /><Relationship Type="http://schemas.openxmlformats.org/officeDocument/2006/relationships/notesSlide" Target="/ppt/notesSlides/notesSlide8.xml" Id="R247f0484f51841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Security and Communication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Security Software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4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4147D144-A33F-415E-8071-C1081C1B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1C20513A-7CA2-46AD-B59E-44D86A0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6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17B5BD2F-84B0-437C-A39C-05B0F0A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Antivirus</a:t>
            </a:r>
          </a:p>
        </p:txBody>
      </p:sp>
      <p:sp>
        <p:nvSpPr>
          <p:cNvPr id="7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4AB24055-9492-4F5C-9A84-7BE42331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detects and removes viruses and other malicious software.</a:t>
            </a:r>
          </a:p>
        </p:txBody>
      </p:sp>
      <p:sp>
        <p:nvSpPr>
          <p:cNvPr id="8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0B007837-CEC9-4567-AD8A-2FC7ED70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Firewall</a:t>
            </a:r>
          </a:p>
        </p:txBody>
      </p:sp>
      <p:sp>
        <p:nvSpPr>
          <p:cNvPr id="9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468B5916-AE1D-4125-AE9D-1673BCC7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monitors data traffic and applies access rules.</a:t>
            </a:r>
          </a:p>
        </p:txBody>
      </p:sp>
      <p:sp>
        <p:nvSpPr>
          <p:cNvPr id="10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357431E8-D9ED-4E06-A1C9-49BF3385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Antispyware</a:t>
            </a:r>
          </a:p>
        </p:txBody>
      </p:sp>
      <p:sp>
        <p:nvSpPr>
          <p:cNvPr id="11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466C8471-729F-4A3E-BB09-FEF3E082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detects programs that monitor activity or collect data.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17e3a32ac408b"/>
          <a:stretch xmlns:a="http://schemas.openxmlformats.org/drawingml/2006/main"/>
        </p:blipFill>
        <p:spPr>
          <a:xfrm xmlns:a="http://schemas.openxmlformats.org/drawingml/2006/main">
            <a:off x="5953125" y="2282966"/>
            <a:ext cx="4905375" cy="3054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Communication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CC8AABA4-0499-4062-825F-FA908BD0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E0DF63A7-2E6F-4DF8-9AF3-FAB67CEE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BAF580B2-5DCF-4B89-B4F1-6B9EBE62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Messaging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DAFED0BE-2934-44D4-AD60-9F697DFB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Applications allow users to exchange text messages instantly.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68562191-301B-4D88-A186-3B3757F3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Voice and Video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445B3479-2F9A-448C-9AAA-00050808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Users can make calls and video conferences over the Internet.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E277E7E2-4061-494A-AAA2-3132B8F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Contacts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EC6BD366-F127-4F8F-BA09-72A8DF8F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contact list organises the people with whom the user communicates.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93f88de024819"/>
          <a:stretch xmlns:a="http://schemas.openxmlformats.org/drawingml/2006/main"/>
        </p:blipFill>
        <p:spPr>
          <a:xfrm xmlns:a="http://schemas.openxmlformats.org/drawingml/2006/main">
            <a:off x="5953125" y="3042595"/>
            <a:ext cx="4905375" cy="1534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Social Networks</a:t>
            </a:r>
            <a:endParaRPr/>
          </a:p>
        </p:txBody>
      </p:sp>
      <p:sp>
        <p:nvSpPr>
          <p:cNvPr id="3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527E1629-A509-4441-B996-CF3220FD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19B93FA2-9359-49C5-B1A9-7C60444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5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DC0A8D62-9AF9-42C9-B8B8-E81FE7E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Profile</a:t>
            </a:r>
          </a:p>
        </p:txBody>
      </p:sp>
      <p:sp>
        <p:nvSpPr>
          <p:cNvPr id="6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01E76ABD-51E4-4C40-84AE-34189E8D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user creates a digital profile containing information they choose to publish.</a:t>
            </a:r>
          </a:p>
        </p:txBody>
      </p:sp>
      <p:sp>
        <p:nvSpPr>
          <p:cNvPr id="7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EB96E0F2-42FE-44BE-B96B-90FC9FFA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Content</a:t>
            </a:r>
          </a:p>
        </p:txBody>
      </p:sp>
      <p:sp>
        <p:nvSpPr>
          <p:cNvPr id="8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9FC32465-D766-4DCB-9FA1-58B20576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Users share text, images and videos.</a:t>
            </a:r>
          </a:p>
        </p:txBody>
      </p:sp>
      <p:sp>
        <p:nvSpPr>
          <p:cNvPr id="9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47E7D417-C104-43A0-8F8B-0481DA18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Interaction</a:t>
            </a:r>
          </a:p>
        </p:txBody>
      </p:sp>
      <p:sp>
        <p:nvSpPr>
          <p:cNvPr id="10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8AA540DC-54DB-4415-ADD8-351A4809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can follow other users, post comments and participate in groups.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Personal Data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257E802C-5A8E-47DD-BB8A-043E85DB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A23652BC-31B0-4C61-9877-5C7152C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C636E534-2930-45B6-9AB8-DAE5BF2F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Sensitive Information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73ABB7C9-3441-41DC-88B8-6B2A5484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Addresses, phone numbers, photographs and location data require careful handling.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FAC6E641-8A03-44AF-9F26-0D413521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Privacy Settings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B9A0C111-34FE-42C6-8803-3612A524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They limit who can view the profile and its posts.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9B28CA58-1642-4524-B2BA-F7D682B6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Digital Footprint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3AA29ADB-BFAA-46BB-B0DE-66170127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post can be copied and remain available for a long time.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Phishing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C226B8F1-56F9-450F-90F1-3BE4CB4F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6F99355D-7D59-4CCF-9FE0-F876B93C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57BF097F-4AF1-464C-B195-BC6EB9C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Purpose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653D1FBB-B80A-4656-A6DA-C4CEEB55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Phishing attempts to obtain passwords, bank details or other personal information.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BDC7A41C-8461-4A81-9C8D-95D1BCE2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Methods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D6C80F23-C364-43F3-BE9A-31758746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often uses fake messages, websites and links that appear official.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3E374F61-8621-4BEC-9E4C-49C68333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Protection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E364E2AA-B8B1-40B0-818C-0195045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 the sender and web address before entering information or opening a link.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Online Risks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6E78BE8C-5F99-41ED-862E-E4C88C7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305C25D3-432B-48B4-9057-FBEB48CB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EC97CD55-532A-4C83-AAA0-5C37CE3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Grooming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C498440E-D512-4A4D-8C78-CAABAC8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An adult may use a false identity to gain a minor’s trust.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70E13786-EB68-4867-B147-5DDD2D6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Cyberbullying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C305E2AF-463B-48DA-A8B5-0E0631A0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includes repeated insulting or threatening messages and posts.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A2799276-4CA8-463D-991B-C8A4998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Response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629E1E60-9E7C-4CA9-B771-5D6DFB10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Keep evidence, block and report the person, and ask a trusted adult for help.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Reinforcement Activities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6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015824BD-290E-439E-9488-A157B58B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851EDA01-8C89-42B3-BC9E-0CCB8F2E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A.5.M5</a:t>
            </a:r>
          </a:p>
        </p:txBody>
      </p:sp>
      <p:sp>
        <p:nvSpPr>
          <p:cNvPr id="8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755ECB8A-7808-49CE-8C12-9259193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Questions to Answer</a:t>
            </a:r>
          </a:p>
        </p:txBody>
      </p:sp>
      <p:sp>
        <p:nvSpPr>
          <p:cNvPr id="9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E10E900E-B391-4C26-B632-28BB6BB6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1–17 in Worksheet A.5.M5.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2026-10-05T14:38:43.6220000Z</dcterms:created>
  <dcterms:modified xsi:type="dcterms:W3CDTF">2026-10-05T14:38:43.6220000Z</dcterms:modified>
</coreProperties>
</file>