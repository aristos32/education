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21"/>
  </p:notesMasterIdLst>
  <p:sldIdLst>
    <p:sldId id="256" r:id="rId2"/>
    <p:sldId id="432" r:id="rId3"/>
    <p:sldId id="423" r:id="rId4"/>
    <p:sldId id="258" r:id="rId5"/>
    <p:sldId id="441" r:id="rId6"/>
    <p:sldId id="433" r:id="rId7"/>
    <p:sldId id="424" r:id="rId8"/>
    <p:sldId id="435" r:id="rId9"/>
    <p:sldId id="425" r:id="rId10"/>
    <p:sldId id="436" r:id="rId11"/>
    <p:sldId id="442" r:id="rId12"/>
    <p:sldId id="437" r:id="rId13"/>
    <p:sldId id="443" r:id="rId14"/>
    <p:sldId id="445" r:id="rId15"/>
    <p:sldId id="438" r:id="rId16"/>
    <p:sldId id="440" r:id="rId17"/>
    <p:sldId id="439" r:id="rId18"/>
    <p:sldId id="444" r:id="rId19"/>
    <p:sldId id="278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4BAB169-0F7A-492E-94D0-278168438E99}">
          <p14:sldIdLst>
            <p14:sldId id="256"/>
            <p14:sldId id="432"/>
            <p14:sldId id="423"/>
          </p14:sldIdLst>
        </p14:section>
        <p14:section name="Untitled Section" id="{A804B698-F26B-42C3-BED1-9D1E9A0C58A4}">
          <p14:sldIdLst>
            <p14:sldId id="258"/>
            <p14:sldId id="441"/>
            <p14:sldId id="433"/>
            <p14:sldId id="424"/>
            <p14:sldId id="435"/>
            <p14:sldId id="425"/>
            <p14:sldId id="436"/>
            <p14:sldId id="442"/>
            <p14:sldId id="437"/>
            <p14:sldId id="443"/>
            <p14:sldId id="445"/>
            <p14:sldId id="438"/>
            <p14:sldId id="440"/>
            <p14:sldId id="439"/>
            <p14:sldId id="444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1CA4F9-10EE-4CB6-84DC-4F844A708642}" v="21" dt="2026-09-09T17:31:32.1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30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microsoft.com/office/2016/11/relationships/changesInfo" Target="changesInfos/changesInfo1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F71CA4F9-10EE-4CB6-84DC-4F844A708642}"/>
    <pc:docChg chg="undo custSel addSld delSld modSld sldOrd addSection modSection">
      <pc:chgData name="Άριστος Αρέστη" userId="813aa191-2d4c-464f-9d05-0a7e494d859f" providerId="ADAL" clId="{F71CA4F9-10EE-4CB6-84DC-4F844A708642}" dt="2026-09-09T17:49:55.032" v="627" actId="478"/>
      <pc:docMkLst>
        <pc:docMk/>
      </pc:docMkLst>
      <pc:sldChg chg="addSp modSp mod setBg">
        <pc:chgData name="Άριστος Αρέστη" userId="813aa191-2d4c-464f-9d05-0a7e494d859f" providerId="ADAL" clId="{F71CA4F9-10EE-4CB6-84DC-4F844A708642}" dt="2026-09-03T18:48:01.940" v="5" actId="26606"/>
        <pc:sldMkLst>
          <pc:docMk/>
          <pc:sldMk cId="1459875993" sldId="258"/>
        </pc:sldMkLst>
        <pc:spChg chg="mod">
          <ac:chgData name="Άριστος Αρέστη" userId="813aa191-2d4c-464f-9d05-0a7e494d859f" providerId="ADAL" clId="{F71CA4F9-10EE-4CB6-84DC-4F844A708642}" dt="2026-09-03T18:48:01.940" v="5" actId="26606"/>
          <ac:spMkLst>
            <pc:docMk/>
            <pc:sldMk cId="1459875993" sldId="258"/>
            <ac:spMk id="2" creationId="{00000000-0000-0000-0000-000000000000}"/>
          </ac:spMkLst>
        </pc:spChg>
        <pc:spChg chg="mod">
          <ac:chgData name="Άριστος Αρέστη" userId="813aa191-2d4c-464f-9d05-0a7e494d859f" providerId="ADAL" clId="{F71CA4F9-10EE-4CB6-84DC-4F844A708642}" dt="2026-09-03T18:48:01.940" v="5" actId="26606"/>
          <ac:spMkLst>
            <pc:docMk/>
            <pc:sldMk cId="1459875993" sldId="258"/>
            <ac:spMk id="4" creationId="{00000000-0000-0000-0000-000000000000}"/>
          </ac:spMkLst>
        </pc:spChg>
        <pc:spChg chg="add">
          <ac:chgData name="Άριστος Αρέστη" userId="813aa191-2d4c-464f-9d05-0a7e494d859f" providerId="ADAL" clId="{F71CA4F9-10EE-4CB6-84DC-4F844A708642}" dt="2026-09-03T18:48:01.940" v="5" actId="26606"/>
          <ac:spMkLst>
            <pc:docMk/>
            <pc:sldMk cId="1459875993" sldId="258"/>
            <ac:spMk id="26" creationId="{3F088236-D655-4F88-B238-E16762358025}"/>
          </ac:spMkLst>
        </pc:spChg>
        <pc:spChg chg="add">
          <ac:chgData name="Άριστος Αρέστη" userId="813aa191-2d4c-464f-9d05-0a7e494d859f" providerId="ADAL" clId="{F71CA4F9-10EE-4CB6-84DC-4F844A708642}" dt="2026-09-03T18:48:01.940" v="5" actId="26606"/>
          <ac:spMkLst>
            <pc:docMk/>
            <pc:sldMk cId="1459875993" sldId="258"/>
            <ac:spMk id="28" creationId="{3DAC0C92-199E-475C-9390-119A9B027276}"/>
          </ac:spMkLst>
        </pc:spChg>
        <pc:spChg chg="add">
          <ac:chgData name="Άριστος Αρέστη" userId="813aa191-2d4c-464f-9d05-0a7e494d859f" providerId="ADAL" clId="{F71CA4F9-10EE-4CB6-84DC-4F844A708642}" dt="2026-09-03T18:48:01.940" v="5" actId="26606"/>
          <ac:spMkLst>
            <pc:docMk/>
            <pc:sldMk cId="1459875993" sldId="258"/>
            <ac:spMk id="30" creationId="{C4CFB339-0ED8-4FE2-9EF1-6D1375B8499B}"/>
          </ac:spMkLst>
        </pc:spChg>
        <pc:spChg chg="add">
          <ac:chgData name="Άριστος Αρέστη" userId="813aa191-2d4c-464f-9d05-0a7e494d859f" providerId="ADAL" clId="{F71CA4F9-10EE-4CB6-84DC-4F844A708642}" dt="2026-09-03T18:48:01.940" v="5" actId="26606"/>
          <ac:spMkLst>
            <pc:docMk/>
            <pc:sldMk cId="1459875993" sldId="258"/>
            <ac:spMk id="32" creationId="{31896C80-2069-4431-9C19-83B913734490}"/>
          </ac:spMkLst>
        </pc:spChg>
        <pc:spChg chg="add">
          <ac:chgData name="Άριστος Αρέστη" userId="813aa191-2d4c-464f-9d05-0a7e494d859f" providerId="ADAL" clId="{F71CA4F9-10EE-4CB6-84DC-4F844A708642}" dt="2026-09-03T18:48:01.940" v="5" actId="26606"/>
          <ac:spMkLst>
            <pc:docMk/>
            <pc:sldMk cId="1459875993" sldId="258"/>
            <ac:spMk id="34" creationId="{BF120A21-0841-4823-B0C4-28AEBCEF9B78}"/>
          </ac:spMkLst>
        </pc:spChg>
        <pc:spChg chg="add">
          <ac:chgData name="Άριστος Αρέστη" userId="813aa191-2d4c-464f-9d05-0a7e494d859f" providerId="ADAL" clId="{F71CA4F9-10EE-4CB6-84DC-4F844A708642}" dt="2026-09-03T18:48:01.940" v="5" actId="26606"/>
          <ac:spMkLst>
            <pc:docMk/>
            <pc:sldMk cId="1459875993" sldId="258"/>
            <ac:spMk id="36" creationId="{DBB05BAE-BBD3-4289-899F-A6851503C6B0}"/>
          </ac:spMkLst>
        </pc:spChg>
        <pc:spChg chg="add">
          <ac:chgData name="Άριστος Αρέστη" userId="813aa191-2d4c-464f-9d05-0a7e494d859f" providerId="ADAL" clId="{F71CA4F9-10EE-4CB6-84DC-4F844A708642}" dt="2026-09-03T18:48:01.940" v="5" actId="26606"/>
          <ac:spMkLst>
            <pc:docMk/>
            <pc:sldMk cId="1459875993" sldId="258"/>
            <ac:spMk id="38" creationId="{9874D11C-36F5-4BBE-A490-019A54E953B0}"/>
          </ac:spMkLst>
        </pc:spChg>
        <pc:grpChg chg="add">
          <ac:chgData name="Άριστος Αρέστη" userId="813aa191-2d4c-464f-9d05-0a7e494d859f" providerId="ADAL" clId="{F71CA4F9-10EE-4CB6-84DC-4F844A708642}" dt="2026-09-03T18:48:01.940" v="5" actId="26606"/>
          <ac:grpSpMkLst>
            <pc:docMk/>
            <pc:sldMk cId="1459875993" sldId="258"/>
            <ac:grpSpMk id="10" creationId="{E4951899-B99C-47AB-9C7C-16264D7A14C5}"/>
          </ac:grpSpMkLst>
        </pc:grpChg>
        <pc:picChg chg="add mod ord">
          <ac:chgData name="Άριστος Αρέστη" userId="813aa191-2d4c-464f-9d05-0a7e494d859f" providerId="ADAL" clId="{F71CA4F9-10EE-4CB6-84DC-4F844A708642}" dt="2026-09-03T18:48:01.940" v="5" actId="26606"/>
          <ac:picMkLst>
            <pc:docMk/>
            <pc:sldMk cId="1459875993" sldId="258"/>
            <ac:picMk id="5" creationId="{F9C7443D-155B-C774-5622-77852D52D5F3}"/>
          </ac:picMkLst>
        </pc:picChg>
        <pc:cxnChg chg="add">
          <ac:chgData name="Άριστος Αρέστη" userId="813aa191-2d4c-464f-9d05-0a7e494d859f" providerId="ADAL" clId="{F71CA4F9-10EE-4CB6-84DC-4F844A708642}" dt="2026-09-03T18:48:01.940" v="5" actId="26606"/>
          <ac:cxnSpMkLst>
            <pc:docMk/>
            <pc:sldMk cId="1459875993" sldId="258"/>
            <ac:cxnSpMk id="22" creationId="{64FA5DFF-7FE6-4855-84E6-DFA78EE978BD}"/>
          </ac:cxnSpMkLst>
        </pc:cxnChg>
        <pc:cxnChg chg="add">
          <ac:chgData name="Άριστος Αρέστη" userId="813aa191-2d4c-464f-9d05-0a7e494d859f" providerId="ADAL" clId="{F71CA4F9-10EE-4CB6-84DC-4F844A708642}" dt="2026-09-03T18:48:01.940" v="5" actId="26606"/>
          <ac:cxnSpMkLst>
            <pc:docMk/>
            <pc:sldMk cId="1459875993" sldId="258"/>
            <ac:cxnSpMk id="24" creationId="{2AFD8CBA-54A3-4363-991B-B9C631BBFA74}"/>
          </ac:cxnSpMkLst>
        </pc:cxnChg>
      </pc:sldChg>
      <pc:sldChg chg="modSp mod">
        <pc:chgData name="Άριστος Αρέστη" userId="813aa191-2d4c-464f-9d05-0a7e494d859f" providerId="ADAL" clId="{F71CA4F9-10EE-4CB6-84DC-4F844A708642}" dt="2026-09-09T17:31:08.093" v="485" actId="20577"/>
        <pc:sldMkLst>
          <pc:docMk/>
          <pc:sldMk cId="2467819896" sldId="278"/>
        </pc:sldMkLst>
        <pc:spChg chg="mod">
          <ac:chgData name="Άριστος Αρέστη" userId="813aa191-2d4c-464f-9d05-0a7e494d859f" providerId="ADAL" clId="{F71CA4F9-10EE-4CB6-84DC-4F844A708642}" dt="2026-09-09T17:31:08.093" v="485" actId="20577"/>
          <ac:spMkLst>
            <pc:docMk/>
            <pc:sldMk cId="2467819896" sldId="278"/>
            <ac:spMk id="5" creationId="{9BF9A9EA-A3CB-AC85-3752-6360C044E602}"/>
          </ac:spMkLst>
        </pc:spChg>
      </pc:sldChg>
      <pc:sldChg chg="modSp mod">
        <pc:chgData name="Άριστος Αρέστη" userId="813aa191-2d4c-464f-9d05-0a7e494d859f" providerId="ADAL" clId="{F71CA4F9-10EE-4CB6-84DC-4F844A708642}" dt="2026-09-09T14:25:58.186" v="430" actId="1076"/>
        <pc:sldMkLst>
          <pc:docMk/>
          <pc:sldMk cId="3406044108" sldId="433"/>
        </pc:sldMkLst>
        <pc:spChg chg="mod">
          <ac:chgData name="Άριστος Αρέστη" userId="813aa191-2d4c-464f-9d05-0a7e494d859f" providerId="ADAL" clId="{F71CA4F9-10EE-4CB6-84DC-4F844A708642}" dt="2026-09-09T14:25:51.506" v="429" actId="14100"/>
          <ac:spMkLst>
            <pc:docMk/>
            <pc:sldMk cId="3406044108" sldId="433"/>
            <ac:spMk id="2" creationId="{00000000-0000-0000-0000-000000000000}"/>
          </ac:spMkLst>
        </pc:spChg>
        <pc:spChg chg="mod">
          <ac:chgData name="Άριστος Αρέστη" userId="813aa191-2d4c-464f-9d05-0a7e494d859f" providerId="ADAL" clId="{F71CA4F9-10EE-4CB6-84DC-4F844A708642}" dt="2026-09-09T14:25:58.186" v="430" actId="1076"/>
          <ac:spMkLst>
            <pc:docMk/>
            <pc:sldMk cId="3406044108" sldId="433"/>
            <ac:spMk id="4" creationId="{00000000-0000-0000-0000-000000000000}"/>
          </ac:spMkLst>
        </pc:spChg>
      </pc:sldChg>
      <pc:sldChg chg="addSp delSp modSp del mod">
        <pc:chgData name="Άριστος Αρέστη" userId="813aa191-2d4c-464f-9d05-0a7e494d859f" providerId="ADAL" clId="{F71CA4F9-10EE-4CB6-84DC-4F844A708642}" dt="2026-09-09T14:21:38.999" v="333" actId="47"/>
        <pc:sldMkLst>
          <pc:docMk/>
          <pc:sldMk cId="2870619907" sldId="434"/>
        </pc:sldMkLst>
        <pc:spChg chg="mod">
          <ac:chgData name="Άριστος Αρέστη" userId="813aa191-2d4c-464f-9d05-0a7e494d859f" providerId="ADAL" clId="{F71CA4F9-10EE-4CB6-84DC-4F844A708642}" dt="2026-09-03T19:00:33.322" v="163" actId="20577"/>
          <ac:spMkLst>
            <pc:docMk/>
            <pc:sldMk cId="2870619907" sldId="434"/>
            <ac:spMk id="2" creationId="{00000000-0000-0000-0000-000000000000}"/>
          </ac:spMkLst>
        </pc:spChg>
        <pc:spChg chg="del mod">
          <ac:chgData name="Άριστος Αρέστη" userId="813aa191-2d4c-464f-9d05-0a7e494d859f" providerId="ADAL" clId="{F71CA4F9-10EE-4CB6-84DC-4F844A708642}" dt="2026-09-03T18:54:18.883" v="29" actId="478"/>
          <ac:spMkLst>
            <pc:docMk/>
            <pc:sldMk cId="2870619907" sldId="434"/>
            <ac:spMk id="4" creationId="{00000000-0000-0000-0000-000000000000}"/>
          </ac:spMkLst>
        </pc:spChg>
        <pc:picChg chg="add del mod">
          <ac:chgData name="Άριστος Αρέστη" userId="813aa191-2d4c-464f-9d05-0a7e494d859f" providerId="ADAL" clId="{F71CA4F9-10EE-4CB6-84DC-4F844A708642}" dt="2026-09-03T18:54:59.728" v="37" actId="478"/>
          <ac:picMkLst>
            <pc:docMk/>
            <pc:sldMk cId="2870619907" sldId="434"/>
            <ac:picMk id="5" creationId="{158F0EE1-153A-C49C-88C2-55BDA424D2FD}"/>
          </ac:picMkLst>
        </pc:picChg>
        <pc:picChg chg="add mod">
          <ac:chgData name="Άριστος Αρέστη" userId="813aa191-2d4c-464f-9d05-0a7e494d859f" providerId="ADAL" clId="{F71CA4F9-10EE-4CB6-84DC-4F844A708642}" dt="2026-09-03T18:55:25.538" v="44" actId="1076"/>
          <ac:picMkLst>
            <pc:docMk/>
            <pc:sldMk cId="2870619907" sldId="434"/>
            <ac:picMk id="7" creationId="{83FDEE1D-7732-24C4-547F-94D99040D80D}"/>
          </ac:picMkLst>
        </pc:picChg>
      </pc:sldChg>
      <pc:sldChg chg="addSp delSp modSp mod setBg addAnim delAnim">
        <pc:chgData name="Άριστος Αρέστη" userId="813aa191-2d4c-464f-9d05-0a7e494d859f" providerId="ADAL" clId="{F71CA4F9-10EE-4CB6-84DC-4F844A708642}" dt="2026-09-04T05:23:58.103" v="179" actId="14100"/>
        <pc:sldMkLst>
          <pc:docMk/>
          <pc:sldMk cId="3377036941" sldId="435"/>
        </pc:sldMkLst>
        <pc:spChg chg="mod ord">
          <ac:chgData name="Άριστος Αρέστη" userId="813aa191-2d4c-464f-9d05-0a7e494d859f" providerId="ADAL" clId="{F71CA4F9-10EE-4CB6-84DC-4F844A708642}" dt="2026-09-04T05:23:50.662" v="178" actId="26606"/>
          <ac:spMkLst>
            <pc:docMk/>
            <pc:sldMk cId="3377036941" sldId="435"/>
            <ac:spMk id="2" creationId="{BC28A851-3048-7938-3D4F-79FD07F04E39}"/>
          </ac:spMkLst>
        </pc:spChg>
        <pc:spChg chg="add del">
          <ac:chgData name="Άριστος Αρέστη" userId="813aa191-2d4c-464f-9d05-0a7e494d859f" providerId="ADAL" clId="{F71CA4F9-10EE-4CB6-84DC-4F844A708642}" dt="2026-09-04T05:23:42.958" v="171" actId="26606"/>
          <ac:spMkLst>
            <pc:docMk/>
            <pc:sldMk cId="3377036941" sldId="435"/>
            <ac:spMk id="26" creationId="{66D61E08-70C3-48D8-BEA0-787111DC30DA}"/>
          </ac:spMkLst>
        </pc:spChg>
        <pc:spChg chg="add del">
          <ac:chgData name="Άριστος Αρέστη" userId="813aa191-2d4c-464f-9d05-0a7e494d859f" providerId="ADAL" clId="{F71CA4F9-10EE-4CB6-84DC-4F844A708642}" dt="2026-09-04T05:23:42.958" v="171" actId="26606"/>
          <ac:spMkLst>
            <pc:docMk/>
            <pc:sldMk cId="3377036941" sldId="435"/>
            <ac:spMk id="28" creationId="{FC55298F-0AE5-478E-AD2B-03C2614C5833}"/>
          </ac:spMkLst>
        </pc:spChg>
        <pc:spChg chg="add del">
          <ac:chgData name="Άριστος Αρέστη" userId="813aa191-2d4c-464f-9d05-0a7e494d859f" providerId="ADAL" clId="{F71CA4F9-10EE-4CB6-84DC-4F844A708642}" dt="2026-09-04T05:23:42.958" v="171" actId="26606"/>
          <ac:spMkLst>
            <pc:docMk/>
            <pc:sldMk cId="3377036941" sldId="435"/>
            <ac:spMk id="30" creationId="{C180E4EA-0B63-4779-A895-7E90E71088F3}"/>
          </ac:spMkLst>
        </pc:spChg>
        <pc:spChg chg="add del">
          <ac:chgData name="Άριστος Αρέστη" userId="813aa191-2d4c-464f-9d05-0a7e494d859f" providerId="ADAL" clId="{F71CA4F9-10EE-4CB6-84DC-4F844A708642}" dt="2026-09-04T05:23:42.958" v="171" actId="26606"/>
          <ac:spMkLst>
            <pc:docMk/>
            <pc:sldMk cId="3377036941" sldId="435"/>
            <ac:spMk id="32" creationId="{CEE01D9D-3DE8-4EED-B0D3-8F3C79CC7673}"/>
          </ac:spMkLst>
        </pc:spChg>
        <pc:spChg chg="add del">
          <ac:chgData name="Άριστος Αρέστη" userId="813aa191-2d4c-464f-9d05-0a7e494d859f" providerId="ADAL" clId="{F71CA4F9-10EE-4CB6-84DC-4F844A708642}" dt="2026-09-04T05:23:42.958" v="171" actId="26606"/>
          <ac:spMkLst>
            <pc:docMk/>
            <pc:sldMk cId="3377036941" sldId="435"/>
            <ac:spMk id="34" creationId="{89AF5CE9-607F-43F4-8983-DCD6DA4051FD}"/>
          </ac:spMkLst>
        </pc:spChg>
        <pc:spChg chg="add del">
          <ac:chgData name="Άριστος Αρέστη" userId="813aa191-2d4c-464f-9d05-0a7e494d859f" providerId="ADAL" clId="{F71CA4F9-10EE-4CB6-84DC-4F844A708642}" dt="2026-09-04T05:23:42.958" v="171" actId="26606"/>
          <ac:spMkLst>
            <pc:docMk/>
            <pc:sldMk cId="3377036941" sldId="435"/>
            <ac:spMk id="36" creationId="{6EEA2DBD-9E1E-4521-8C01-F32AD18A89E3}"/>
          </ac:spMkLst>
        </pc:spChg>
        <pc:spChg chg="add del">
          <ac:chgData name="Άριστος Αρέστη" userId="813aa191-2d4c-464f-9d05-0a7e494d859f" providerId="ADAL" clId="{F71CA4F9-10EE-4CB6-84DC-4F844A708642}" dt="2026-09-04T05:23:42.958" v="171" actId="26606"/>
          <ac:spMkLst>
            <pc:docMk/>
            <pc:sldMk cId="3377036941" sldId="435"/>
            <ac:spMk id="38" creationId="{15BBD2C1-BA9B-46A9-A27A-33498B169272}"/>
          </ac:spMkLst>
        </pc:spChg>
        <pc:spChg chg="add del">
          <ac:chgData name="Άριστος Αρέστη" userId="813aa191-2d4c-464f-9d05-0a7e494d859f" providerId="ADAL" clId="{F71CA4F9-10EE-4CB6-84DC-4F844A708642}" dt="2026-09-04T05:23:45.849" v="175" actId="26606"/>
          <ac:spMkLst>
            <pc:docMk/>
            <pc:sldMk cId="3377036941" sldId="435"/>
            <ac:spMk id="43" creationId="{DC99427B-A97E-40A3-B1FD-4557346C6A91}"/>
          </ac:spMkLst>
        </pc:spChg>
        <pc:grpChg chg="add del">
          <ac:chgData name="Άριστος Αρέστη" userId="813aa191-2d4c-464f-9d05-0a7e494d859f" providerId="ADAL" clId="{F71CA4F9-10EE-4CB6-84DC-4F844A708642}" dt="2026-09-04T05:23:42.958" v="171" actId="26606"/>
          <ac:grpSpMkLst>
            <pc:docMk/>
            <pc:sldMk cId="3377036941" sldId="435"/>
            <ac:grpSpMk id="10" creationId="{A5AFB369-4673-4727-A7CD-D86AFE0AE069}"/>
          </ac:grpSpMkLst>
        </pc:grpChg>
        <pc:grpChg chg="add del">
          <ac:chgData name="Άριστος Αρέστη" userId="813aa191-2d4c-464f-9d05-0a7e494d859f" providerId="ADAL" clId="{F71CA4F9-10EE-4CB6-84DC-4F844A708642}" dt="2026-09-04T05:23:44.463" v="173" actId="26606"/>
          <ac:grpSpMkLst>
            <pc:docMk/>
            <pc:sldMk cId="3377036941" sldId="435"/>
            <ac:grpSpMk id="40" creationId="{4815A7B4-532E-48C9-AC24-D78ACF3339DB}"/>
          </ac:grpSpMkLst>
        </pc:grpChg>
        <pc:grpChg chg="add del">
          <ac:chgData name="Άριστος Αρέστη" userId="813aa191-2d4c-464f-9d05-0a7e494d859f" providerId="ADAL" clId="{F71CA4F9-10EE-4CB6-84DC-4F844A708642}" dt="2026-09-04T05:23:45.849" v="175" actId="26606"/>
          <ac:grpSpMkLst>
            <pc:docMk/>
            <pc:sldMk cId="3377036941" sldId="435"/>
            <ac:grpSpMk id="42" creationId="{4815A7B4-532E-48C9-AC24-D78ACF3339DB}"/>
          </ac:grpSpMkLst>
        </pc:grpChg>
        <pc:grpChg chg="add del">
          <ac:chgData name="Άριστος Αρέστη" userId="813aa191-2d4c-464f-9d05-0a7e494d859f" providerId="ADAL" clId="{F71CA4F9-10EE-4CB6-84DC-4F844A708642}" dt="2026-09-04T05:23:50.662" v="178" actId="26606"/>
          <ac:grpSpMkLst>
            <pc:docMk/>
            <pc:sldMk cId="3377036941" sldId="435"/>
            <ac:grpSpMk id="45" creationId="{A5AFB369-4673-4727-A7CD-D86AFE0AE069}"/>
          </ac:grpSpMkLst>
        </pc:grpChg>
        <pc:picChg chg="del">
          <ac:chgData name="Άριστος Αρέστη" userId="813aa191-2d4c-464f-9d05-0a7e494d859f" providerId="ADAL" clId="{F71CA4F9-10EE-4CB6-84DC-4F844A708642}" dt="2026-09-04T05:23:21.988" v="164" actId="478"/>
          <ac:picMkLst>
            <pc:docMk/>
            <pc:sldMk cId="3377036941" sldId="435"/>
            <ac:picMk id="4" creationId="{1F114F61-B029-95E6-D7D2-61416DBE16DA}"/>
          </ac:picMkLst>
        </pc:picChg>
        <pc:picChg chg="add mod">
          <ac:chgData name="Άριστος Αρέστη" userId="813aa191-2d4c-464f-9d05-0a7e494d859f" providerId="ADAL" clId="{F71CA4F9-10EE-4CB6-84DC-4F844A708642}" dt="2026-09-04T05:23:58.103" v="179" actId="14100"/>
          <ac:picMkLst>
            <pc:docMk/>
            <pc:sldMk cId="3377036941" sldId="435"/>
            <ac:picMk id="5" creationId="{8BBC421D-FD76-8099-0BB6-17E6CE9646CD}"/>
          </ac:picMkLst>
        </pc:picChg>
        <pc:cxnChg chg="add del">
          <ac:chgData name="Άριστος Αρέστη" userId="813aa191-2d4c-464f-9d05-0a7e494d859f" providerId="ADAL" clId="{F71CA4F9-10EE-4CB6-84DC-4F844A708642}" dt="2026-09-04T05:23:42.958" v="171" actId="26606"/>
          <ac:cxnSpMkLst>
            <pc:docMk/>
            <pc:sldMk cId="3377036941" sldId="435"/>
            <ac:cxnSpMk id="22" creationId="{A57C1A16-B8AB-4D99-A195-A38F556A6486}"/>
          </ac:cxnSpMkLst>
        </pc:cxnChg>
        <pc:cxnChg chg="add del">
          <ac:chgData name="Άριστος Αρέστη" userId="813aa191-2d4c-464f-9d05-0a7e494d859f" providerId="ADAL" clId="{F71CA4F9-10EE-4CB6-84DC-4F844A708642}" dt="2026-09-04T05:23:42.958" v="171" actId="26606"/>
          <ac:cxnSpMkLst>
            <pc:docMk/>
            <pc:sldMk cId="3377036941" sldId="435"/>
            <ac:cxnSpMk id="24" creationId="{F8A9B20B-D1DD-4573-B5EC-558029519236}"/>
          </ac:cxnSpMkLst>
        </pc:cxnChg>
      </pc:sldChg>
      <pc:sldChg chg="modSp mod">
        <pc:chgData name="Άριστος Αρέστη" userId="813aa191-2d4c-464f-9d05-0a7e494d859f" providerId="ADAL" clId="{F71CA4F9-10EE-4CB6-84DC-4F844A708642}" dt="2026-09-09T14:42:01.776" v="431" actId="6549"/>
        <pc:sldMkLst>
          <pc:docMk/>
          <pc:sldMk cId="1937179050" sldId="436"/>
        </pc:sldMkLst>
        <pc:spChg chg="mod">
          <ac:chgData name="Άριστος Αρέστη" userId="813aa191-2d4c-464f-9d05-0a7e494d859f" providerId="ADAL" clId="{F71CA4F9-10EE-4CB6-84DC-4F844A708642}" dt="2026-09-09T14:42:01.776" v="431" actId="6549"/>
          <ac:spMkLst>
            <pc:docMk/>
            <pc:sldMk cId="1937179050" sldId="436"/>
            <ac:spMk id="4" creationId="{00000000-0000-0000-0000-000000000000}"/>
          </ac:spMkLst>
        </pc:spChg>
      </pc:sldChg>
      <pc:sldChg chg="delSp modSp mod">
        <pc:chgData name="Άριστος Αρέστη" userId="813aa191-2d4c-464f-9d05-0a7e494d859f" providerId="ADAL" clId="{F71CA4F9-10EE-4CB6-84DC-4F844A708642}" dt="2026-09-09T17:49:55.032" v="627" actId="478"/>
        <pc:sldMkLst>
          <pc:docMk/>
          <pc:sldMk cId="46050486" sldId="437"/>
        </pc:sldMkLst>
        <pc:spChg chg="mod">
          <ac:chgData name="Άριστος Αρέστη" userId="813aa191-2d4c-464f-9d05-0a7e494d859f" providerId="ADAL" clId="{F71CA4F9-10EE-4CB6-84DC-4F844A708642}" dt="2026-09-04T05:46:54.516" v="233" actId="27636"/>
          <ac:spMkLst>
            <pc:docMk/>
            <pc:sldMk cId="46050486" sldId="437"/>
            <ac:spMk id="2" creationId="{00000000-0000-0000-0000-000000000000}"/>
          </ac:spMkLst>
        </pc:spChg>
        <pc:spChg chg="mod">
          <ac:chgData name="Άριστος Αρέστη" userId="813aa191-2d4c-464f-9d05-0a7e494d859f" providerId="ADAL" clId="{F71CA4F9-10EE-4CB6-84DC-4F844A708642}" dt="2026-09-04T05:44:31.660" v="218" actId="6549"/>
          <ac:spMkLst>
            <pc:docMk/>
            <pc:sldMk cId="46050486" sldId="437"/>
            <ac:spMk id="4" creationId="{00000000-0000-0000-0000-000000000000}"/>
          </ac:spMkLst>
        </pc:spChg>
        <pc:picChg chg="del">
          <ac:chgData name="Άριστος Αρέστη" userId="813aa191-2d4c-464f-9d05-0a7e494d859f" providerId="ADAL" clId="{F71CA4F9-10EE-4CB6-84DC-4F844A708642}" dt="2026-09-09T17:49:55.032" v="627" actId="478"/>
          <ac:picMkLst>
            <pc:docMk/>
            <pc:sldMk cId="46050486" sldId="437"/>
            <ac:picMk id="5" creationId="{BBE766C8-D9AC-0921-7C31-1826775B3976}"/>
          </ac:picMkLst>
        </pc:picChg>
      </pc:sldChg>
      <pc:sldChg chg="addSp delSp modSp mod">
        <pc:chgData name="Άριστος Αρέστη" userId="813aa191-2d4c-464f-9d05-0a7e494d859f" providerId="ADAL" clId="{F71CA4F9-10EE-4CB6-84DC-4F844A708642}" dt="2026-09-09T17:28:31.800" v="480" actId="14100"/>
        <pc:sldMkLst>
          <pc:docMk/>
          <pc:sldMk cId="354044467" sldId="438"/>
        </pc:sldMkLst>
        <pc:spChg chg="add mod">
          <ac:chgData name="Άριστος Αρέστη" userId="813aa191-2d4c-464f-9d05-0a7e494d859f" providerId="ADAL" clId="{F71CA4F9-10EE-4CB6-84DC-4F844A708642}" dt="2026-09-09T17:28:31.800" v="480" actId="14100"/>
          <ac:spMkLst>
            <pc:docMk/>
            <pc:sldMk cId="354044467" sldId="438"/>
            <ac:spMk id="3" creationId="{8B375198-EA3C-F1AE-853E-267D43F27BBA}"/>
          </ac:spMkLst>
        </pc:spChg>
        <pc:picChg chg="del mod">
          <ac:chgData name="Άριστος Αρέστη" userId="813aa191-2d4c-464f-9d05-0a7e494d859f" providerId="ADAL" clId="{F71CA4F9-10EE-4CB6-84DC-4F844A708642}" dt="2026-09-04T06:19:34.859" v="263" actId="478"/>
          <ac:picMkLst>
            <pc:docMk/>
            <pc:sldMk cId="354044467" sldId="438"/>
            <ac:picMk id="5" creationId="{7FECC30A-11D9-6DF0-6DB9-B15A007B932D}"/>
          </ac:picMkLst>
        </pc:picChg>
      </pc:sldChg>
      <pc:sldChg chg="addSp delSp modSp mod setBg">
        <pc:chgData name="Άριστος Αρέστη" userId="813aa191-2d4c-464f-9d05-0a7e494d859f" providerId="ADAL" clId="{F71CA4F9-10EE-4CB6-84DC-4F844A708642}" dt="2026-09-04T06:23:25.363" v="316" actId="26606"/>
        <pc:sldMkLst>
          <pc:docMk/>
          <pc:sldMk cId="3982398155" sldId="439"/>
        </pc:sldMkLst>
        <pc:spChg chg="mod">
          <ac:chgData name="Άριστος Αρέστη" userId="813aa191-2d4c-464f-9d05-0a7e494d859f" providerId="ADAL" clId="{F71CA4F9-10EE-4CB6-84DC-4F844A708642}" dt="2026-09-04T06:23:25.363" v="316" actId="26606"/>
          <ac:spMkLst>
            <pc:docMk/>
            <pc:sldMk cId="3982398155" sldId="439"/>
            <ac:spMk id="2" creationId="{00000000-0000-0000-0000-000000000000}"/>
          </ac:spMkLst>
        </pc:spChg>
        <pc:spChg chg="add mod ord">
          <ac:chgData name="Άριστος Αρέστη" userId="813aa191-2d4c-464f-9d05-0a7e494d859f" providerId="ADAL" clId="{F71CA4F9-10EE-4CB6-84DC-4F844A708642}" dt="2026-09-04T06:23:25.363" v="316" actId="26606"/>
          <ac:spMkLst>
            <pc:docMk/>
            <pc:sldMk cId="3982398155" sldId="439"/>
            <ac:spMk id="3" creationId="{6217D807-2CBE-A17F-063E-9D081E94D114}"/>
          </ac:spMkLst>
        </pc:spChg>
        <pc:spChg chg="add del">
          <ac:chgData name="Άριστος Αρέστη" userId="813aa191-2d4c-464f-9d05-0a7e494d859f" providerId="ADAL" clId="{F71CA4F9-10EE-4CB6-84DC-4F844A708642}" dt="2026-09-04T06:23:11.826" v="305" actId="26606"/>
          <ac:spMkLst>
            <pc:docMk/>
            <pc:sldMk cId="3982398155" sldId="439"/>
            <ac:spMk id="26" creationId="{3F088236-D655-4F88-B238-E16762358025}"/>
          </ac:spMkLst>
        </pc:spChg>
        <pc:spChg chg="add del">
          <ac:chgData name="Άριστος Αρέστη" userId="813aa191-2d4c-464f-9d05-0a7e494d859f" providerId="ADAL" clId="{F71CA4F9-10EE-4CB6-84DC-4F844A708642}" dt="2026-09-04T06:23:11.826" v="305" actId="26606"/>
          <ac:spMkLst>
            <pc:docMk/>
            <pc:sldMk cId="3982398155" sldId="439"/>
            <ac:spMk id="28" creationId="{3DAC0C92-199E-475C-9390-119A9B027276}"/>
          </ac:spMkLst>
        </pc:spChg>
        <pc:spChg chg="add del">
          <ac:chgData name="Άριστος Αρέστη" userId="813aa191-2d4c-464f-9d05-0a7e494d859f" providerId="ADAL" clId="{F71CA4F9-10EE-4CB6-84DC-4F844A708642}" dt="2026-09-04T06:23:11.826" v="305" actId="26606"/>
          <ac:spMkLst>
            <pc:docMk/>
            <pc:sldMk cId="3982398155" sldId="439"/>
            <ac:spMk id="30" creationId="{C4CFB339-0ED8-4FE2-9EF1-6D1375B8499B}"/>
          </ac:spMkLst>
        </pc:spChg>
        <pc:spChg chg="add del">
          <ac:chgData name="Άριστος Αρέστη" userId="813aa191-2d4c-464f-9d05-0a7e494d859f" providerId="ADAL" clId="{F71CA4F9-10EE-4CB6-84DC-4F844A708642}" dt="2026-09-04T06:23:11.826" v="305" actId="26606"/>
          <ac:spMkLst>
            <pc:docMk/>
            <pc:sldMk cId="3982398155" sldId="439"/>
            <ac:spMk id="32" creationId="{31896C80-2069-4431-9C19-83B913734490}"/>
          </ac:spMkLst>
        </pc:spChg>
        <pc:spChg chg="add del">
          <ac:chgData name="Άριστος Αρέστη" userId="813aa191-2d4c-464f-9d05-0a7e494d859f" providerId="ADAL" clId="{F71CA4F9-10EE-4CB6-84DC-4F844A708642}" dt="2026-09-04T06:23:11.826" v="305" actId="26606"/>
          <ac:spMkLst>
            <pc:docMk/>
            <pc:sldMk cId="3982398155" sldId="439"/>
            <ac:spMk id="34" creationId="{BF120A21-0841-4823-B0C4-28AEBCEF9B78}"/>
          </ac:spMkLst>
        </pc:spChg>
        <pc:spChg chg="add del">
          <ac:chgData name="Άριστος Αρέστη" userId="813aa191-2d4c-464f-9d05-0a7e494d859f" providerId="ADAL" clId="{F71CA4F9-10EE-4CB6-84DC-4F844A708642}" dt="2026-09-04T06:23:11.826" v="305" actId="26606"/>
          <ac:spMkLst>
            <pc:docMk/>
            <pc:sldMk cId="3982398155" sldId="439"/>
            <ac:spMk id="36" creationId="{DBB05BAE-BBD3-4289-899F-A6851503C6B0}"/>
          </ac:spMkLst>
        </pc:spChg>
        <pc:spChg chg="add del">
          <ac:chgData name="Άριστος Αρέστη" userId="813aa191-2d4c-464f-9d05-0a7e494d859f" providerId="ADAL" clId="{F71CA4F9-10EE-4CB6-84DC-4F844A708642}" dt="2026-09-04T06:23:11.826" v="305" actId="26606"/>
          <ac:spMkLst>
            <pc:docMk/>
            <pc:sldMk cId="3982398155" sldId="439"/>
            <ac:spMk id="38" creationId="{9874D11C-36F5-4BBE-A490-019A54E953B0}"/>
          </ac:spMkLst>
        </pc:spChg>
        <pc:spChg chg="add del">
          <ac:chgData name="Άριστος Αρέστη" userId="813aa191-2d4c-464f-9d05-0a7e494d859f" providerId="ADAL" clId="{F71CA4F9-10EE-4CB6-84DC-4F844A708642}" dt="2026-09-04T06:23:18.606" v="309" actId="26606"/>
          <ac:spMkLst>
            <pc:docMk/>
            <pc:sldMk cId="3982398155" sldId="439"/>
            <ac:spMk id="45" creationId="{3F088236-D655-4F88-B238-E16762358025}"/>
          </ac:spMkLst>
        </pc:spChg>
        <pc:spChg chg="add del">
          <ac:chgData name="Άριστος Αρέστη" userId="813aa191-2d4c-464f-9d05-0a7e494d859f" providerId="ADAL" clId="{F71CA4F9-10EE-4CB6-84DC-4F844A708642}" dt="2026-09-04T06:23:18.606" v="309" actId="26606"/>
          <ac:spMkLst>
            <pc:docMk/>
            <pc:sldMk cId="3982398155" sldId="439"/>
            <ac:spMk id="46" creationId="{3DAC0C92-199E-475C-9390-119A9B027276}"/>
          </ac:spMkLst>
        </pc:spChg>
        <pc:spChg chg="add del">
          <ac:chgData name="Άριστος Αρέστη" userId="813aa191-2d4c-464f-9d05-0a7e494d859f" providerId="ADAL" clId="{F71CA4F9-10EE-4CB6-84DC-4F844A708642}" dt="2026-09-04T06:23:18.606" v="309" actId="26606"/>
          <ac:spMkLst>
            <pc:docMk/>
            <pc:sldMk cId="3982398155" sldId="439"/>
            <ac:spMk id="47" creationId="{C4CFB339-0ED8-4FE2-9EF1-6D1375B8499B}"/>
          </ac:spMkLst>
        </pc:spChg>
        <pc:spChg chg="add del">
          <ac:chgData name="Άριστος Αρέστη" userId="813aa191-2d4c-464f-9d05-0a7e494d859f" providerId="ADAL" clId="{F71CA4F9-10EE-4CB6-84DC-4F844A708642}" dt="2026-09-04T06:23:18.606" v="309" actId="26606"/>
          <ac:spMkLst>
            <pc:docMk/>
            <pc:sldMk cId="3982398155" sldId="439"/>
            <ac:spMk id="48" creationId="{31896C80-2069-4431-9C19-83B913734490}"/>
          </ac:spMkLst>
        </pc:spChg>
        <pc:spChg chg="add del">
          <ac:chgData name="Άριστος Αρέστη" userId="813aa191-2d4c-464f-9d05-0a7e494d859f" providerId="ADAL" clId="{F71CA4F9-10EE-4CB6-84DC-4F844A708642}" dt="2026-09-04T06:23:18.606" v="309" actId="26606"/>
          <ac:spMkLst>
            <pc:docMk/>
            <pc:sldMk cId="3982398155" sldId="439"/>
            <ac:spMk id="49" creationId="{BF120A21-0841-4823-B0C4-28AEBCEF9B78}"/>
          </ac:spMkLst>
        </pc:spChg>
        <pc:spChg chg="add del">
          <ac:chgData name="Άριστος Αρέστη" userId="813aa191-2d4c-464f-9d05-0a7e494d859f" providerId="ADAL" clId="{F71CA4F9-10EE-4CB6-84DC-4F844A708642}" dt="2026-09-04T06:23:18.606" v="309" actId="26606"/>
          <ac:spMkLst>
            <pc:docMk/>
            <pc:sldMk cId="3982398155" sldId="439"/>
            <ac:spMk id="50" creationId="{DBB05BAE-BBD3-4289-899F-A6851503C6B0}"/>
          </ac:spMkLst>
        </pc:spChg>
        <pc:spChg chg="add del">
          <ac:chgData name="Άριστος Αρέστη" userId="813aa191-2d4c-464f-9d05-0a7e494d859f" providerId="ADAL" clId="{F71CA4F9-10EE-4CB6-84DC-4F844A708642}" dt="2026-09-04T06:23:18.606" v="309" actId="26606"/>
          <ac:spMkLst>
            <pc:docMk/>
            <pc:sldMk cId="3982398155" sldId="439"/>
            <ac:spMk id="51" creationId="{9874D11C-36F5-4BBE-A490-019A54E953B0}"/>
          </ac:spMkLst>
        </pc:spChg>
        <pc:grpChg chg="add del">
          <ac:chgData name="Άριστος Αρέστη" userId="813aa191-2d4c-464f-9d05-0a7e494d859f" providerId="ADAL" clId="{F71CA4F9-10EE-4CB6-84DC-4F844A708642}" dt="2026-09-04T06:23:11.826" v="305" actId="26606"/>
          <ac:grpSpMkLst>
            <pc:docMk/>
            <pc:sldMk cId="3982398155" sldId="439"/>
            <ac:grpSpMk id="10" creationId="{E4951899-B99C-47AB-9C7C-16264D7A14C5}"/>
          </ac:grpSpMkLst>
        </pc:grpChg>
        <pc:grpChg chg="add del">
          <ac:chgData name="Άριστος Αρέστη" userId="813aa191-2d4c-464f-9d05-0a7e494d859f" providerId="ADAL" clId="{F71CA4F9-10EE-4CB6-84DC-4F844A708642}" dt="2026-09-04T06:23:14.405" v="307" actId="26606"/>
          <ac:grpSpMkLst>
            <pc:docMk/>
            <pc:sldMk cId="3982398155" sldId="439"/>
            <ac:grpSpMk id="40" creationId="{D6280969-F024-466D-A1DB-4F848C51DEF6}"/>
          </ac:grpSpMkLst>
        </pc:grpChg>
        <pc:grpChg chg="add del">
          <ac:chgData name="Άριστος Αρέστη" userId="813aa191-2d4c-464f-9d05-0a7e494d859f" providerId="ADAL" clId="{F71CA4F9-10EE-4CB6-84DC-4F844A708642}" dt="2026-09-04T06:23:18.606" v="309" actId="26606"/>
          <ac:grpSpMkLst>
            <pc:docMk/>
            <pc:sldMk cId="3982398155" sldId="439"/>
            <ac:grpSpMk id="42" creationId="{E4951899-B99C-47AB-9C7C-16264D7A14C5}"/>
          </ac:grpSpMkLst>
        </pc:grpChg>
        <pc:grpChg chg="add del">
          <ac:chgData name="Άριστος Αρέστη" userId="813aa191-2d4c-464f-9d05-0a7e494d859f" providerId="ADAL" clId="{F71CA4F9-10EE-4CB6-84DC-4F844A708642}" dt="2026-09-04T06:23:21.299" v="311" actId="26606"/>
          <ac:grpSpMkLst>
            <pc:docMk/>
            <pc:sldMk cId="3982398155" sldId="439"/>
            <ac:grpSpMk id="53" creationId="{D6280969-F024-466D-A1DB-4F848C51DEF6}"/>
          </ac:grpSpMkLst>
        </pc:grpChg>
        <pc:grpChg chg="add del">
          <ac:chgData name="Άριστος Αρέστη" userId="813aa191-2d4c-464f-9d05-0a7e494d859f" providerId="ADAL" clId="{F71CA4F9-10EE-4CB6-84DC-4F844A708642}" dt="2026-09-04T06:23:23.267" v="313" actId="26606"/>
          <ac:grpSpMkLst>
            <pc:docMk/>
            <pc:sldMk cId="3982398155" sldId="439"/>
            <ac:grpSpMk id="55" creationId="{D6280969-F024-466D-A1DB-4F848C51DEF6}"/>
          </ac:grpSpMkLst>
        </pc:grpChg>
        <pc:grpChg chg="add del">
          <ac:chgData name="Άριστος Αρέστη" userId="813aa191-2d4c-464f-9d05-0a7e494d859f" providerId="ADAL" clId="{F71CA4F9-10EE-4CB6-84DC-4F844A708642}" dt="2026-09-04T06:23:25.363" v="315" actId="26606"/>
          <ac:grpSpMkLst>
            <pc:docMk/>
            <pc:sldMk cId="3982398155" sldId="439"/>
            <ac:grpSpMk id="57" creationId="{D6280969-F024-466D-A1DB-4F848C51DEF6}"/>
          </ac:grpSpMkLst>
        </pc:grpChg>
        <pc:grpChg chg="add">
          <ac:chgData name="Άριστος Αρέστη" userId="813aa191-2d4c-464f-9d05-0a7e494d859f" providerId="ADAL" clId="{F71CA4F9-10EE-4CB6-84DC-4F844A708642}" dt="2026-09-04T06:23:25.363" v="316" actId="26606"/>
          <ac:grpSpMkLst>
            <pc:docMk/>
            <pc:sldMk cId="3982398155" sldId="439"/>
            <ac:grpSpMk id="59" creationId="{D6280969-F024-466D-A1DB-4F848C51DEF6}"/>
          </ac:grpSpMkLst>
        </pc:grpChg>
        <pc:picChg chg="add mod ord">
          <ac:chgData name="Άριστος Αρέστη" userId="813aa191-2d4c-464f-9d05-0a7e494d859f" providerId="ADAL" clId="{F71CA4F9-10EE-4CB6-84DC-4F844A708642}" dt="2026-09-04T06:23:25.363" v="316" actId="26606"/>
          <ac:picMkLst>
            <pc:docMk/>
            <pc:sldMk cId="3982398155" sldId="439"/>
            <ac:picMk id="5" creationId="{17E14B1B-5481-13A3-5A54-64860D64EF38}"/>
          </ac:picMkLst>
        </pc:picChg>
        <pc:picChg chg="del">
          <ac:chgData name="Άριστος Αρέστη" userId="813aa191-2d4c-464f-9d05-0a7e494d859f" providerId="ADAL" clId="{F71CA4F9-10EE-4CB6-84DC-4F844A708642}" dt="2026-09-04T06:20:10.964" v="266" actId="478"/>
          <ac:picMkLst>
            <pc:docMk/>
            <pc:sldMk cId="3982398155" sldId="439"/>
            <ac:picMk id="9" creationId="{6D5EAA24-A277-D079-8B66-A0DDFBCA7F1C}"/>
          </ac:picMkLst>
        </pc:picChg>
        <pc:cxnChg chg="add del">
          <ac:chgData name="Άριστος Αρέστη" userId="813aa191-2d4c-464f-9d05-0a7e494d859f" providerId="ADAL" clId="{F71CA4F9-10EE-4CB6-84DC-4F844A708642}" dt="2026-09-04T06:23:11.826" v="305" actId="26606"/>
          <ac:cxnSpMkLst>
            <pc:docMk/>
            <pc:sldMk cId="3982398155" sldId="439"/>
            <ac:cxnSpMk id="22" creationId="{64FA5DFF-7FE6-4855-84E6-DFA78EE978BD}"/>
          </ac:cxnSpMkLst>
        </pc:cxnChg>
        <pc:cxnChg chg="add del">
          <ac:chgData name="Άριστος Αρέστη" userId="813aa191-2d4c-464f-9d05-0a7e494d859f" providerId="ADAL" clId="{F71CA4F9-10EE-4CB6-84DC-4F844A708642}" dt="2026-09-04T06:23:11.826" v="305" actId="26606"/>
          <ac:cxnSpMkLst>
            <pc:docMk/>
            <pc:sldMk cId="3982398155" sldId="439"/>
            <ac:cxnSpMk id="24" creationId="{2AFD8CBA-54A3-4363-991B-B9C631BBFA74}"/>
          </ac:cxnSpMkLst>
        </pc:cxnChg>
        <pc:cxnChg chg="add del">
          <ac:chgData name="Άριστος Αρέστη" userId="813aa191-2d4c-464f-9d05-0a7e494d859f" providerId="ADAL" clId="{F71CA4F9-10EE-4CB6-84DC-4F844A708642}" dt="2026-09-04T06:23:18.606" v="309" actId="26606"/>
          <ac:cxnSpMkLst>
            <pc:docMk/>
            <pc:sldMk cId="3982398155" sldId="439"/>
            <ac:cxnSpMk id="43" creationId="{64FA5DFF-7FE6-4855-84E6-DFA78EE978BD}"/>
          </ac:cxnSpMkLst>
        </pc:cxnChg>
        <pc:cxnChg chg="add del">
          <ac:chgData name="Άριστος Αρέστη" userId="813aa191-2d4c-464f-9d05-0a7e494d859f" providerId="ADAL" clId="{F71CA4F9-10EE-4CB6-84DC-4F844A708642}" dt="2026-09-04T06:23:18.606" v="309" actId="26606"/>
          <ac:cxnSpMkLst>
            <pc:docMk/>
            <pc:sldMk cId="3982398155" sldId="439"/>
            <ac:cxnSpMk id="44" creationId="{2AFD8CBA-54A3-4363-991B-B9C631BBFA74}"/>
          </ac:cxnSpMkLst>
        </pc:cxnChg>
      </pc:sldChg>
      <pc:sldChg chg="addSp delSp modSp mod">
        <pc:chgData name="Άριστος Αρέστη" userId="813aa191-2d4c-464f-9d05-0a7e494d859f" providerId="ADAL" clId="{F71CA4F9-10EE-4CB6-84DC-4F844A708642}" dt="2026-09-09T17:33:27.484" v="626" actId="20577"/>
        <pc:sldMkLst>
          <pc:docMk/>
          <pc:sldMk cId="1631350224" sldId="440"/>
        </pc:sldMkLst>
        <pc:spChg chg="add del mod">
          <ac:chgData name="Άριστος Αρέστη" userId="813aa191-2d4c-464f-9d05-0a7e494d859f" providerId="ADAL" clId="{F71CA4F9-10EE-4CB6-84DC-4F844A708642}" dt="2026-09-09T15:21:14.706" v="476"/>
          <ac:spMkLst>
            <pc:docMk/>
            <pc:sldMk cId="1631350224" sldId="440"/>
            <ac:spMk id="3" creationId="{8405827D-893A-47F2-486D-26925A715D80}"/>
          </ac:spMkLst>
        </pc:spChg>
        <pc:spChg chg="add del mod">
          <ac:chgData name="Άριστος Αρέστη" userId="813aa191-2d4c-464f-9d05-0a7e494d859f" providerId="ADAL" clId="{F71CA4F9-10EE-4CB6-84DC-4F844A708642}" dt="2026-09-09T17:28:19.865" v="477" actId="21"/>
          <ac:spMkLst>
            <pc:docMk/>
            <pc:sldMk cId="1631350224" sldId="440"/>
            <ac:spMk id="4" creationId="{053E5B0F-2D34-CBFC-5898-8A291CBC308C}"/>
          </ac:spMkLst>
        </pc:spChg>
        <pc:spChg chg="add mod">
          <ac:chgData name="Άριστος Αρέστη" userId="813aa191-2d4c-464f-9d05-0a7e494d859f" providerId="ADAL" clId="{F71CA4F9-10EE-4CB6-84DC-4F844A708642}" dt="2026-09-09T17:33:27.484" v="626" actId="20577"/>
          <ac:spMkLst>
            <pc:docMk/>
            <pc:sldMk cId="1631350224" sldId="440"/>
            <ac:spMk id="5" creationId="{76788E41-8DBF-FFA6-C0E5-1BB6D7FC17BD}"/>
          </ac:spMkLst>
        </pc:spChg>
        <pc:picChg chg="mod">
          <ac:chgData name="Άριστος Αρέστη" userId="813aa191-2d4c-464f-9d05-0a7e494d859f" providerId="ADAL" clId="{F71CA4F9-10EE-4CB6-84DC-4F844A708642}" dt="2026-09-09T15:20:22.101" v="474" actId="1076"/>
          <ac:picMkLst>
            <pc:docMk/>
            <pc:sldMk cId="1631350224" sldId="440"/>
            <ac:picMk id="7" creationId="{BB4AA085-3A84-D49B-9019-996B267D5899}"/>
          </ac:picMkLst>
        </pc:picChg>
      </pc:sldChg>
      <pc:sldChg chg="addSp delSp modSp add mod">
        <pc:chgData name="Άριστος Αρέστη" userId="813aa191-2d4c-464f-9d05-0a7e494d859f" providerId="ADAL" clId="{F71CA4F9-10EE-4CB6-84DC-4F844A708642}" dt="2026-09-09T14:21:28.283" v="332" actId="1076"/>
        <pc:sldMkLst>
          <pc:docMk/>
          <pc:sldMk cId="551315278" sldId="441"/>
        </pc:sldMkLst>
        <pc:spChg chg="del mod">
          <ac:chgData name="Άριστος Αρέστη" userId="813aa191-2d4c-464f-9d05-0a7e494d859f" providerId="ADAL" clId="{F71CA4F9-10EE-4CB6-84DC-4F844A708642}" dt="2026-09-09T14:20:07.271" v="320" actId="478"/>
          <ac:spMkLst>
            <pc:docMk/>
            <pc:sldMk cId="551315278" sldId="441"/>
            <ac:spMk id="2" creationId="{00000000-0000-0000-0000-000000000000}"/>
          </ac:spMkLst>
        </pc:spChg>
        <pc:spChg chg="mod">
          <ac:chgData name="Άριστος Αρέστη" userId="813aa191-2d4c-464f-9d05-0a7e494d859f" providerId="ADAL" clId="{F71CA4F9-10EE-4CB6-84DC-4F844A708642}" dt="2026-09-09T14:21:28.283" v="332" actId="1076"/>
          <ac:spMkLst>
            <pc:docMk/>
            <pc:sldMk cId="551315278" sldId="441"/>
            <ac:spMk id="4" creationId="{00000000-0000-0000-0000-000000000000}"/>
          </ac:spMkLst>
        </pc:spChg>
        <pc:spChg chg="add mod">
          <ac:chgData name="Άριστος Αρέστη" userId="813aa191-2d4c-464f-9d05-0a7e494d859f" providerId="ADAL" clId="{F71CA4F9-10EE-4CB6-84DC-4F844A708642}" dt="2026-09-09T14:21:16.132" v="330" actId="14100"/>
          <ac:spMkLst>
            <pc:docMk/>
            <pc:sldMk cId="551315278" sldId="441"/>
            <ac:spMk id="5" creationId="{F29EB3C7-DE49-2641-69CE-7B67AE0B97EC}"/>
          </ac:spMkLst>
        </pc:spChg>
        <pc:picChg chg="add mod">
          <ac:chgData name="Άριστος Αρέστη" userId="813aa191-2d4c-464f-9d05-0a7e494d859f" providerId="ADAL" clId="{F71CA4F9-10EE-4CB6-84DC-4F844A708642}" dt="2026-09-09T14:21:21.587" v="331" actId="14100"/>
          <ac:picMkLst>
            <pc:docMk/>
            <pc:sldMk cId="551315278" sldId="441"/>
            <ac:picMk id="3" creationId="{A3C128E1-D8A1-61DF-3D05-4C03E537673C}"/>
          </ac:picMkLst>
        </pc:picChg>
      </pc:sldChg>
      <pc:sldChg chg="addSp delSp modSp add mod ord">
        <pc:chgData name="Άριστος Αρέστη" userId="813aa191-2d4c-464f-9d05-0a7e494d859f" providerId="ADAL" clId="{F71CA4F9-10EE-4CB6-84DC-4F844A708642}" dt="2026-09-04T05:43:08.312" v="210" actId="20577"/>
        <pc:sldMkLst>
          <pc:docMk/>
          <pc:sldMk cId="841146910" sldId="442"/>
        </pc:sldMkLst>
        <pc:spChg chg="mod">
          <ac:chgData name="Άριστος Αρέστη" userId="813aa191-2d4c-464f-9d05-0a7e494d859f" providerId="ADAL" clId="{F71CA4F9-10EE-4CB6-84DC-4F844A708642}" dt="2026-09-04T05:39:56.431" v="189" actId="27636"/>
          <ac:spMkLst>
            <pc:docMk/>
            <pc:sldMk cId="841146910" sldId="442"/>
            <ac:spMk id="2" creationId="{00000000-0000-0000-0000-000000000000}"/>
          </ac:spMkLst>
        </pc:spChg>
        <pc:spChg chg="add del mod">
          <ac:chgData name="Άριστος Αρέστη" userId="813aa191-2d4c-464f-9d05-0a7e494d859f" providerId="ADAL" clId="{F71CA4F9-10EE-4CB6-84DC-4F844A708642}" dt="2026-09-04T05:39:36.686" v="184" actId="478"/>
          <ac:spMkLst>
            <pc:docMk/>
            <pc:sldMk cId="841146910" sldId="442"/>
            <ac:spMk id="4" creationId="{63BB8ED5-25A9-DF12-983D-2FFF14316FE6}"/>
          </ac:spMkLst>
        </pc:spChg>
        <pc:spChg chg="add mod">
          <ac:chgData name="Άριστος Αρέστη" userId="813aa191-2d4c-464f-9d05-0a7e494d859f" providerId="ADAL" clId="{F71CA4F9-10EE-4CB6-84DC-4F844A708642}" dt="2026-09-04T05:43:08.312" v="210" actId="20577"/>
          <ac:spMkLst>
            <pc:docMk/>
            <pc:sldMk cId="841146910" sldId="442"/>
            <ac:spMk id="6" creationId="{09217ED6-72D3-F22D-3D41-020908EAFA2C}"/>
          </ac:spMkLst>
        </pc:spChg>
        <pc:picChg chg="del">
          <ac:chgData name="Άριστος Αρέστη" userId="813aa191-2d4c-464f-9d05-0a7e494d859f" providerId="ADAL" clId="{F71CA4F9-10EE-4CB6-84DC-4F844A708642}" dt="2026-09-04T05:39:30.083" v="183" actId="478"/>
          <ac:picMkLst>
            <pc:docMk/>
            <pc:sldMk cId="841146910" sldId="442"/>
            <ac:picMk id="5" creationId="{8B5C7BB8-273D-2B9D-2F12-F69619CF3990}"/>
          </ac:picMkLst>
        </pc:picChg>
        <pc:picChg chg="mod">
          <ac:chgData name="Άριστος Αρέστη" userId="813aa191-2d4c-464f-9d05-0a7e494d859f" providerId="ADAL" clId="{F71CA4F9-10EE-4CB6-84DC-4F844A708642}" dt="2026-09-04T05:40:06.816" v="190" actId="1076"/>
          <ac:picMkLst>
            <pc:docMk/>
            <pc:sldMk cId="841146910" sldId="442"/>
            <ac:picMk id="7" creationId="{C589D31C-3061-F262-869A-C4FF26EFDDC6}"/>
          </ac:picMkLst>
        </pc:picChg>
      </pc:sldChg>
      <pc:sldChg chg="addSp delSp modSp add mod setBg">
        <pc:chgData name="Άριστος Αρέστη" userId="813aa191-2d4c-464f-9d05-0a7e494d859f" providerId="ADAL" clId="{F71CA4F9-10EE-4CB6-84DC-4F844A708642}" dt="2026-09-04T05:53:46.707" v="262" actId="1076"/>
        <pc:sldMkLst>
          <pc:docMk/>
          <pc:sldMk cId="818767313" sldId="443"/>
        </pc:sldMkLst>
        <pc:spChg chg="mod ord">
          <ac:chgData name="Άριστος Αρέστη" userId="813aa191-2d4c-464f-9d05-0a7e494d859f" providerId="ADAL" clId="{F71CA4F9-10EE-4CB6-84DC-4F844A708642}" dt="2026-09-04T05:52:01.169" v="242" actId="26606"/>
          <ac:spMkLst>
            <pc:docMk/>
            <pc:sldMk cId="818767313" sldId="443"/>
            <ac:spMk id="2" creationId="{00000000-0000-0000-0000-000000000000}"/>
          </ac:spMkLst>
        </pc:spChg>
        <pc:spChg chg="del mod ord">
          <ac:chgData name="Άριστος Αρέστη" userId="813aa191-2d4c-464f-9d05-0a7e494d859f" providerId="ADAL" clId="{F71CA4F9-10EE-4CB6-84DC-4F844A708642}" dt="2026-09-04T05:52:36.031" v="246" actId="478"/>
          <ac:spMkLst>
            <pc:docMk/>
            <pc:sldMk cId="818767313" sldId="443"/>
            <ac:spMk id="4" creationId="{00000000-0000-0000-0000-000000000000}"/>
          </ac:spMkLst>
        </pc:spChg>
        <pc:spChg chg="add del mod">
          <ac:chgData name="Άριστος Αρέστη" userId="813aa191-2d4c-464f-9d05-0a7e494d859f" providerId="ADAL" clId="{F71CA4F9-10EE-4CB6-84DC-4F844A708642}" dt="2026-09-04T05:52:39.165" v="247" actId="478"/>
          <ac:spMkLst>
            <pc:docMk/>
            <pc:sldMk cId="818767313" sldId="443"/>
            <ac:spMk id="8" creationId="{CAC9705F-0673-CDDD-16CB-6EF680A514A7}"/>
          </ac:spMkLst>
        </pc:spChg>
        <pc:spChg chg="add mod">
          <ac:chgData name="Άριστος Αρέστη" userId="813aa191-2d4c-464f-9d05-0a7e494d859f" providerId="ADAL" clId="{F71CA4F9-10EE-4CB6-84DC-4F844A708642}" dt="2026-09-04T05:53:38.982" v="261" actId="20577"/>
          <ac:spMkLst>
            <pc:docMk/>
            <pc:sldMk cId="818767313" sldId="443"/>
            <ac:spMk id="9" creationId="{B89A92E4-43FC-1DB7-423B-0A95DE08ADB3}"/>
          </ac:spMkLst>
        </pc:spChg>
        <pc:spChg chg="add del">
          <ac:chgData name="Άριστος Αρέστη" userId="813aa191-2d4c-464f-9d05-0a7e494d859f" providerId="ADAL" clId="{F71CA4F9-10EE-4CB6-84DC-4F844A708642}" dt="2026-09-04T05:52:01.169" v="242" actId="26606"/>
          <ac:spMkLst>
            <pc:docMk/>
            <pc:sldMk cId="818767313" sldId="443"/>
            <ac:spMk id="25" creationId="{A912E26A-2737-4A42-92C0-4ED8933C8AF6}"/>
          </ac:spMkLst>
        </pc:spChg>
        <pc:grpChg chg="add del">
          <ac:chgData name="Άριστος Αρέστη" userId="813aa191-2d4c-464f-9d05-0a7e494d859f" providerId="ADAL" clId="{F71CA4F9-10EE-4CB6-84DC-4F844A708642}" dt="2026-09-04T05:52:01.169" v="242" actId="26606"/>
          <ac:grpSpMkLst>
            <pc:docMk/>
            <pc:sldMk cId="818767313" sldId="443"/>
            <ac:grpSpMk id="11" creationId="{BCAEEEBD-779B-4609-A737-4BEFD64744BF}"/>
          </ac:grpSpMkLst>
        </pc:grpChg>
        <pc:picChg chg="del mod">
          <ac:chgData name="Άριστος Αρέστη" userId="813aa191-2d4c-464f-9d05-0a7e494d859f" providerId="ADAL" clId="{F71CA4F9-10EE-4CB6-84DC-4F844A708642}" dt="2026-09-04T05:52:11.908" v="243" actId="478"/>
          <ac:picMkLst>
            <pc:docMk/>
            <pc:sldMk cId="818767313" sldId="443"/>
            <ac:picMk id="5" creationId="{BBE766C8-D9AC-0921-7C31-1826775B3976}"/>
          </ac:picMkLst>
        </pc:picChg>
        <pc:picChg chg="add mod">
          <ac:chgData name="Άριστος Αρέστη" userId="813aa191-2d4c-464f-9d05-0a7e494d859f" providerId="ADAL" clId="{F71CA4F9-10EE-4CB6-84DC-4F844A708642}" dt="2026-09-04T05:53:46.707" v="262" actId="1076"/>
          <ac:picMkLst>
            <pc:docMk/>
            <pc:sldMk cId="818767313" sldId="443"/>
            <ac:picMk id="6" creationId="{1391CE8E-D4E9-846E-8918-DA4EDC1AF8BC}"/>
          </ac:picMkLst>
        </pc:picChg>
        <pc:cxnChg chg="add del">
          <ac:chgData name="Άριστος Αρέστη" userId="813aa191-2d4c-464f-9d05-0a7e494d859f" providerId="ADAL" clId="{F71CA4F9-10EE-4CB6-84DC-4F844A708642}" dt="2026-09-04T05:52:01.169" v="242" actId="26606"/>
          <ac:cxnSpMkLst>
            <pc:docMk/>
            <pc:sldMk cId="818767313" sldId="443"/>
            <ac:cxnSpMk id="23" creationId="{36CB27DD-D98C-4A82-9A5E-422827825769}"/>
          </ac:cxnSpMkLst>
        </pc:cxnChg>
      </pc:sldChg>
      <pc:sldChg chg="add">
        <pc:chgData name="Άριστος Αρέστη" userId="813aa191-2d4c-464f-9d05-0a7e494d859f" providerId="ADAL" clId="{F71CA4F9-10EE-4CB6-84DC-4F844A708642}" dt="2026-09-04T06:19:51.254" v="264"/>
        <pc:sldMkLst>
          <pc:docMk/>
          <pc:sldMk cId="4030258494" sldId="444"/>
        </pc:sldMkLst>
      </pc:sldChg>
      <pc:sldChg chg="addSp delSp modSp add mod">
        <pc:chgData name="Άριστος Αρέστη" userId="813aa191-2d4c-464f-9d05-0a7e494d859f" providerId="ADAL" clId="{F71CA4F9-10EE-4CB6-84DC-4F844A708642}" dt="2026-09-09T15:02:13.329" v="464" actId="20577"/>
        <pc:sldMkLst>
          <pc:docMk/>
          <pc:sldMk cId="1749242269" sldId="445"/>
        </pc:sldMkLst>
        <pc:spChg chg="mod">
          <ac:chgData name="Άριστος Αρέστη" userId="813aa191-2d4c-464f-9d05-0a7e494d859f" providerId="ADAL" clId="{F71CA4F9-10EE-4CB6-84DC-4F844A708642}" dt="2026-09-09T15:02:13.329" v="464" actId="20577"/>
          <ac:spMkLst>
            <pc:docMk/>
            <pc:sldMk cId="1749242269" sldId="445"/>
            <ac:spMk id="2" creationId="{00000000-0000-0000-0000-000000000000}"/>
          </ac:spMkLst>
        </pc:spChg>
        <pc:spChg chg="del">
          <ac:chgData name="Άριστος Αρέστη" userId="813aa191-2d4c-464f-9d05-0a7e494d859f" providerId="ADAL" clId="{F71CA4F9-10EE-4CB6-84DC-4F844A708642}" dt="2026-09-09T15:00:14.090" v="448" actId="478"/>
          <ac:spMkLst>
            <pc:docMk/>
            <pc:sldMk cId="1749242269" sldId="445"/>
            <ac:spMk id="9" creationId="{B89A92E4-43FC-1DB7-423B-0A95DE08ADB3}"/>
          </ac:spMkLst>
        </pc:spChg>
        <pc:picChg chg="add mod">
          <ac:chgData name="Άριστος Αρέστη" userId="813aa191-2d4c-464f-9d05-0a7e494d859f" providerId="ADAL" clId="{F71CA4F9-10EE-4CB6-84DC-4F844A708642}" dt="2026-09-09T15:00:52.441" v="454" actId="14100"/>
          <ac:picMkLst>
            <pc:docMk/>
            <pc:sldMk cId="1749242269" sldId="445"/>
            <ac:picMk id="4" creationId="{59B8930C-45C0-D41B-BA44-5F68302FDC8A}"/>
          </ac:picMkLst>
        </pc:picChg>
        <pc:picChg chg="del">
          <ac:chgData name="Άριστος Αρέστη" userId="813aa191-2d4c-464f-9d05-0a7e494d859f" providerId="ADAL" clId="{F71CA4F9-10EE-4CB6-84DC-4F844A708642}" dt="2026-09-09T15:00:09.994" v="447" actId="478"/>
          <ac:picMkLst>
            <pc:docMk/>
            <pc:sldMk cId="1749242269" sldId="445"/>
            <ac:picMk id="6" creationId="{1391CE8E-D4E9-846E-8918-DA4EDC1AF8BC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ABF85C-F8FB-4CF1-A892-6B96CF4527BB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7520E1-37F4-465C-8C75-8C120D206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399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1288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9747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3107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9841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3540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4101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1306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2918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09/09/2026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9410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7829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49444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07155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340971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97257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25674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150019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1AB97B-D0C7-4CCB-8568-F47C13D538D5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944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youtube.com/watch?v=V8A4qudmsX0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2783C067-F8BF-4755-B516-8A0CD74CF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66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Isosceles Triangle 48">
            <a:extLst>
              <a:ext uri="{FF2B5EF4-FFF2-40B4-BE49-F238E27FC236}">
                <a16:creationId xmlns:a16="http://schemas.microsoft.com/office/drawing/2014/main" id="{2ED796EC-E7FF-46DB-B912-FB08BF12A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Y"/>
          </a:p>
        </p:txBody>
      </p: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549A2DAB-B431-487D-95AD-BB0FECB49E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38534" y="3818467"/>
            <a:ext cx="4450292" cy="30395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8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Y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5ECDEE1-7093-418F-9CF5-24EEB115C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134600" y="0"/>
            <a:ext cx="1727200" cy="6858000"/>
          </a:xfrm>
          <a:prstGeom prst="line">
            <a:avLst/>
          </a:prstGeom>
          <a:ln w="15875" cap="sq">
            <a:solidFill>
              <a:schemeClr val="accent2"/>
            </a:solidFill>
            <a:beve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45062AF-EB11-4651-BC4A-4DA21768D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6" y="1397000"/>
            <a:ext cx="8102759" cy="2421467"/>
          </a:xfrm>
        </p:spPr>
        <p:txBody>
          <a:bodyPr>
            <a:normAutofit/>
          </a:bodyPr>
          <a:lstStyle/>
          <a:p>
            <a:pPr algn="l"/>
            <a:r>
              <a:rPr lang="el-GR" dirty="0"/>
              <a:t>A4 – Lesson 1: Introduction to Multimedia</a:t>
            </a:r>
            <a:endParaRPr lang="en-GB" dirty="0"/>
          </a:p>
        </p:txBody>
      </p:sp>
      <p:sp>
        <p:nvSpPr>
          <p:cNvPr id="57" name="Rectangle 27">
            <a:extLst>
              <a:ext uri="{FF2B5EF4-FFF2-40B4-BE49-F238E27FC236}">
                <a16:creationId xmlns:a16="http://schemas.microsoft.com/office/drawing/2014/main" id="{0819F787-32B4-46A8-BC57-C6571BCEE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25641" y="0"/>
            <a:ext cx="1766359" cy="6858000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3026196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A1D644-637B-5F3D-31FC-D7F520BE5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269" y="810884"/>
            <a:ext cx="8082950" cy="5560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537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b="1" dirty="0"/>
              <a:t>Today's lesson objectives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5637202" cy="3880772"/>
          </a:xfrm>
        </p:spPr>
        <p:txBody>
          <a:bodyPr>
            <a:normAutofit fontScale="92500" lnSpcReduction="20000"/>
          </a:bodyPr>
          <a:lstStyle/>
          <a:p>
            <a:r>
              <a:rPr lang="el-GR" sz="2800" dirty="0">
                <a:latin typeface="+mj-lt"/>
              </a:rPr>
              <a:t>What is sound?</a:t>
            </a:r>
          </a:p>
          <a:p>
            <a:r>
              <a:rPr lang="el-GR" sz="2800" dirty="0">
                <a:latin typeface="+mj-lt"/>
              </a:rPr>
              <a:t>Compression algorithms</a:t>
            </a:r>
          </a:p>
          <a:p>
            <a:r>
              <a:rPr lang="el-GR" sz="2800" dirty="0">
                <a:latin typeface="+mj-lt"/>
              </a:rPr>
              <a:t>WAV, MP3 and MIDI formats</a:t>
            </a:r>
            <a:r>
              <a:rPr lang="en-US" sz="2800" dirty="0">
                <a:latin typeface="+mj-lt"/>
              </a:rPr>
              <a:t/>
            </a:r>
            <a:r>
              <a:rPr lang="el-GR" sz="2800" dirty="0">
                <a:latin typeface="+mj-lt"/>
              </a:rPr>
              <a:t/>
            </a:r>
            <a:r>
              <a:rPr lang="en-US" sz="2800" dirty="0">
                <a:latin typeface="+mj-lt"/>
              </a:rPr>
              <a:t/>
            </a:r>
            <a:endParaRPr lang="el-GR" sz="2800" dirty="0">
              <a:latin typeface="+mj-lt"/>
            </a:endParaRPr>
          </a:p>
          <a:p>
            <a:r>
              <a:rPr lang="el-GR" sz="2800" dirty="0">
                <a:latin typeface="+mj-lt"/>
              </a:rPr>
              <a:t>What is an image?</a:t>
            </a:r>
          </a:p>
          <a:p>
            <a:r>
              <a:rPr lang="el-GR" sz="2800" dirty="0"/>
              <a:t>Image categories and their characteristics</a:t>
            </a:r>
            <a:endParaRPr lang="en-US" sz="2800" dirty="0">
              <a:latin typeface="+mj-lt"/>
            </a:endParaRPr>
          </a:p>
          <a:p>
            <a:r>
              <a:rPr lang="el-GR" sz="2800" dirty="0">
                <a:latin typeface="+mj-lt"/>
              </a:rPr>
              <a:t>Ways to capture video</a:t>
            </a:r>
            <a:r>
              <a:rPr lang="en-US" sz="2800" dirty="0">
                <a:latin typeface="+mj-lt"/>
              </a:rPr>
              <a:t/>
            </a:r>
          </a:p>
          <a:p>
            <a:r>
              <a:rPr lang="el-GR" sz="2800" dirty="0">
                <a:latin typeface="+mj-lt"/>
              </a:rPr>
              <a:t>Video characteristics and compression methods</a:t>
            </a:r>
            <a:r>
              <a:rPr lang="el-GR" sz="2800" dirty="0" err="1">
                <a:latin typeface="+mj-lt"/>
              </a:rPr>
              <a:t/>
            </a:r>
            <a:r>
              <a:rPr lang="el-GR" sz="2800" dirty="0">
                <a:latin typeface="+mj-lt"/>
              </a:rPr>
              <a:t/>
            </a:r>
            <a:r>
              <a:rPr lang="en-US" sz="2800" dirty="0">
                <a:latin typeface="+mj-lt"/>
              </a:rPr>
              <a:t/>
            </a:r>
            <a:endParaRPr lang="el-GR" sz="2800" dirty="0">
              <a:latin typeface="+mj-lt"/>
            </a:endParaRPr>
          </a:p>
          <a:p>
            <a:endParaRPr lang="el-GR" sz="2800" dirty="0">
              <a:latin typeface="+mj-lt"/>
            </a:endParaRPr>
          </a:p>
          <a:p>
            <a:endParaRPr lang="el-GR" sz="3000" dirty="0">
              <a:latin typeface="+mj-lt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5049" y="1916219"/>
            <a:ext cx="3810000" cy="3609975"/>
          </a:xfrm>
        </p:spPr>
      </p:pic>
    </p:spTree>
    <p:extLst>
      <p:ext uri="{BB962C8B-B14F-4D97-AF65-F5344CB8AC3E}">
        <p14:creationId xmlns:p14="http://schemas.microsoft.com/office/powerpoint/2010/main" val="1858723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4951899-B99C-47AB-9C7C-16264D7A1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4D217E-92A1-48B2-B6BF-8B6A35AF9D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9582FD9-95AB-4339-8A07-BAD420BE1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6778DC79-DE09-4F89-81B1-275C542D7F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EAEC370A-1F34-4D8E-B065-81F6F568A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A816EDF3-D9EE-488C-AFDC-022381513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E8330BD4-97D9-4D24-815A-0E557B04F9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EA8EDE67-BAC0-478C-99D9-BBC5AD5320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33DFB3F3-2523-4F1F-BC2B-B97C172F2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5E5660E4-7443-4FCC-AD43-9D1AE972B5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4EDF9C36-B365-4426-85B9-82E0DE187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pic>
        <p:nvPicPr>
          <p:cNvPr id="5" name="Picture 4" descr="A ripples in a pond&#10;&#10;Description automatically generated">
            <a:extLst>
              <a:ext uri="{FF2B5EF4-FFF2-40B4-BE49-F238E27FC236}">
                <a16:creationId xmlns:a16="http://schemas.microsoft.com/office/drawing/2014/main" id="{F9C7443D-155B-C774-5622-77852D52D5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7413"/>
          <a:stretch>
            <a:fillRect/>
          </a:stretch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What is sound?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3851122" cy="388077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/>
            <a:r>
              <a:rPr lang="en-US" b="1" dirty="0" err="1"/>
              <a:t>Sound</a:t>
            </a:r>
            <a:r>
              <a:rPr lang="en-US" dirty="0"/>
              <a:t> </a:t>
            </a:r>
            <a:r>
              <a:rPr lang="en-US" dirty="0" err="1"/>
              <a:t/>
            </a:r>
            <a:r>
              <a:rPr lang="en-US" dirty="0"/>
              <a:t>is a wave (a continuous variation) in the pressure of air, water or another medium, which travels over a distance.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0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2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4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6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8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  <p:extLst>
      <p:ext uri="{BB962C8B-B14F-4D97-AF65-F5344CB8AC3E}">
        <p14:creationId xmlns:p14="http://schemas.microsoft.com/office/powerpoint/2010/main" val="1459875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677333" y="2725723"/>
            <a:ext cx="10136440" cy="3872076"/>
          </a:xfrm>
        </p:spPr>
        <p:txBody>
          <a:bodyPr>
            <a:noAutofit/>
          </a:bodyPr>
          <a:lstStyle/>
          <a:p>
            <a:pPr marL="457200" indent="-457200">
              <a:buAutoNum type="arabicPeriod"/>
            </a:pPr>
            <a:r>
              <a:rPr lang="el-GR" sz="2400" dirty="0"/>
              <a:t>Sound from the microphone is converted into an electrical signal.</a:t>
            </a:r>
            <a:endParaRPr lang="en-US" sz="2400" dirty="0"/>
          </a:p>
          <a:p>
            <a:pPr marL="457200" indent="-457200">
              <a:buAutoNum type="arabicPeriod"/>
            </a:pPr>
            <a:r>
              <a:rPr lang="el-GR" sz="2400" dirty="0"/>
              <a:t>It is sent to the Analogue-to-Digital Converter (ADC).</a:t>
            </a:r>
          </a:p>
          <a:p>
            <a:pPr marL="457200" indent="-457200">
              <a:buAutoNum type="arabicPeriod"/>
            </a:pPr>
            <a:r>
              <a:rPr lang="el-GR" sz="2400" dirty="0"/>
              <a:t>This converter takes samples (measurements) of the sound at a specific rate, called the </a:t>
            </a:r>
            <a:r>
              <a:rPr lang="el-GR" sz="2400" b="1" dirty="0"/>
              <a:t>sampling rate</a:t>
            </a:r>
            <a:r>
              <a:rPr lang="el-GR" sz="2400" dirty="0"/>
              <a:t> and measured in </a:t>
            </a:r>
            <a:r>
              <a:rPr lang="el-GR" sz="2400" b="1" dirty="0"/>
              <a:t>Hz</a:t>
            </a:r>
            <a:r>
              <a:rPr lang="el-GR" sz="2400" dirty="0"/>
              <a:t>.</a:t>
            </a:r>
          </a:p>
          <a:p>
            <a:pPr marL="457200" indent="-457200">
              <a:buAutoNum type="arabicPeriod"/>
            </a:pPr>
            <a:r>
              <a:rPr lang="el-GR" sz="2400" dirty="0"/>
              <a:t>Each sample (measurement) is then converted into a corresponding </a:t>
            </a:r>
            <a:r>
              <a:rPr lang="el-GR" sz="2400" b="1" dirty="0"/>
              <a:t>digital number</a:t>
            </a:r>
            <a:r>
              <a:rPr lang="el-GR" sz="2400" dirty="0"/>
              <a:t>, represented as a series of </a:t>
            </a:r>
            <a:r>
              <a:rPr lang="el-GR" sz="2400" b="1" dirty="0"/>
              <a:t>bits</a:t>
            </a:r>
            <a:r>
              <a:rPr lang="el-GR" sz="2400" dirty="0"/>
              <a:t> (usually 8 or 16 bits).</a:t>
            </a:r>
          </a:p>
        </p:txBody>
      </p:sp>
      <p:pic>
        <p:nvPicPr>
          <p:cNvPr id="3" name="Picture 2" descr="A diagram of a computer code&#10;&#10;Description automatically generated with medium confidence">
            <a:extLst>
              <a:ext uri="{FF2B5EF4-FFF2-40B4-BE49-F238E27FC236}">
                <a16:creationId xmlns:a16="http://schemas.microsoft.com/office/drawing/2014/main" id="{A3C128E1-D8A1-61DF-3D05-4C03E53767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074" y="1351722"/>
            <a:ext cx="7218856" cy="1374001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29EB3C7-DE49-2641-69CE-7B67AE0B9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364434"/>
            <a:ext cx="9003379" cy="812608"/>
          </a:xfrm>
        </p:spPr>
        <p:txBody>
          <a:bodyPr>
            <a:normAutofit fontScale="90000"/>
          </a:bodyPr>
          <a:lstStyle/>
          <a:p>
            <a:r>
              <a:rPr lang="el-GR" dirty="0"/>
              <a:t>Digital sound and the sound digitisation process</a:t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51315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29478"/>
          </a:xfrm>
        </p:spPr>
        <p:txBody>
          <a:bodyPr>
            <a:normAutofit fontScale="90000"/>
          </a:bodyPr>
          <a:lstStyle/>
          <a:p>
            <a:r>
              <a:rPr lang="el-GR" dirty="0"/>
              <a:t>Key parameters of sound digitisation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510209" y="1392437"/>
            <a:ext cx="7365708" cy="499502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l-GR" sz="2400" dirty="0"/>
              <a:t>The two key digitisation parameters used to represent each sound sample are:</a:t>
            </a:r>
            <a:r>
              <a:rPr lang="el-GR" sz="2400" dirty="0" err="1"/>
              <a:t/>
            </a:r>
            <a:r>
              <a:rPr lang="el-GR" sz="2400" dirty="0"/>
              <a:t/>
            </a:r>
            <a:r>
              <a:rPr lang="el-GR" sz="2400" dirty="0" err="1"/>
              <a:t/>
            </a:r>
            <a:r>
              <a:rPr lang="el-GR" sz="2400" dirty="0"/>
              <a:t/>
            </a:r>
          </a:p>
          <a:p>
            <a:pPr marL="457200" indent="-457200">
              <a:buFont typeface="+mj-lt"/>
              <a:buAutoNum type="arabicPeriod"/>
            </a:pPr>
            <a:r>
              <a:rPr lang="el-GR" sz="2400" dirty="0"/>
              <a:t>The </a:t>
            </a:r>
            <a:r>
              <a:rPr lang="el-GR" sz="2400" b="1" dirty="0"/>
              <a:t>sampling rate</a:t>
            </a:r>
            <a:r>
              <a:rPr lang="en-US" sz="2400" b="1" dirty="0"/>
              <a:t> (Hz)</a:t>
            </a:r>
            <a:r>
              <a:rPr lang="el-GR" sz="2400" dirty="0"/>
              <a:t/>
            </a:r>
          </a:p>
          <a:p>
            <a:pPr marL="457200" indent="-457200">
              <a:buFont typeface="+mj-lt"/>
              <a:buAutoNum type="arabicPeriod"/>
            </a:pPr>
            <a:r>
              <a:rPr lang="el-GR" sz="2400" dirty="0"/>
              <a:t>The </a:t>
            </a:r>
            <a:r>
              <a:rPr lang="el-GR" sz="2400" b="1" dirty="0"/>
              <a:t>number of bits</a:t>
            </a:r>
            <a:r>
              <a:rPr lang="en-US" sz="2400" b="1" dirty="0"/>
              <a:t> </a:t>
            </a:r>
            <a:r>
              <a:rPr lang="el-GR" sz="2400" dirty="0"/>
              <a:t>used to represent each sample</a:t>
            </a:r>
          </a:p>
          <a:p>
            <a:pPr marL="0" indent="0">
              <a:buNone/>
            </a:pPr>
            <a:r>
              <a:rPr lang="el-GR" sz="2400" dirty="0"/>
              <a:t>A higher sampling rate and more bits per sample produce a more accurate digital representation of sound. However, they also create more samples with more bits per sample, resulting in a larger amount of data.</a:t>
            </a:r>
            <a:r>
              <a:rPr lang="el-GR" sz="2400" b="1" dirty="0"/>
              <a:t/>
            </a:r>
            <a:r>
              <a:rPr lang="el-GR" sz="2400" dirty="0"/>
              <a:t/>
            </a:r>
            <a:r>
              <a:rPr lang="el-GR" sz="2400" b="1" dirty="0"/>
              <a:t/>
            </a:r>
            <a:r>
              <a:rPr lang="el-GR" sz="2400" dirty="0"/>
              <a:t/>
            </a:r>
            <a:r>
              <a:rPr lang="el-GR" sz="2400" b="1" dirty="0"/>
              <a:t/>
            </a:r>
            <a:r>
              <a:rPr lang="el-GR" sz="2400" b="1" dirty="0" err="1"/>
              <a:t/>
            </a:r>
            <a:r>
              <a:rPr lang="el-GR" sz="2400" b="1" dirty="0"/>
              <a:t/>
            </a:r>
            <a:r>
              <a:rPr lang="el-GR" sz="2400" dirty="0"/>
              <a:t/>
            </a:r>
            <a:r>
              <a:rPr lang="el-GR" sz="2400" dirty="0" err="1"/>
              <a:t/>
            </a:r>
            <a:r>
              <a:rPr lang="el-GR" sz="2400" dirty="0"/>
              <a:t/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583451-1A31-E731-5847-279F16E6A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5917" y="1106838"/>
            <a:ext cx="4077477" cy="25095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52AA15-CCFD-DF89-07A4-5685890D24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5917" y="3769742"/>
            <a:ext cx="4077476" cy="2875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044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48264"/>
          </a:xfrm>
        </p:spPr>
        <p:txBody>
          <a:bodyPr/>
          <a:lstStyle/>
          <a:p>
            <a:r>
              <a:rPr lang="el-GR" dirty="0"/>
              <a:t>Compression of digitised sound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677334" y="1570008"/>
            <a:ext cx="9544968" cy="4806729"/>
          </a:xfrm>
        </p:spPr>
        <p:txBody>
          <a:bodyPr>
            <a:noAutofit/>
          </a:bodyPr>
          <a:lstStyle/>
          <a:p>
            <a:r>
              <a:rPr lang="el-GR" sz="3200" dirty="0"/>
              <a:t>Lossless or reversible compression algorithms</a:t>
            </a:r>
            <a:r>
              <a:rPr lang="en-GB" sz="3200" dirty="0"/>
              <a:t/>
            </a:r>
            <a:endParaRPr lang="el-GR" sz="3200" dirty="0"/>
          </a:p>
          <a:p>
            <a:pPr lvl="1"/>
            <a:r>
              <a:rPr lang="el-GR" sz="2800" dirty="0"/>
              <a:t>They recover the original sound data without any loss (exactly the same bits).</a:t>
            </a:r>
            <a:r>
              <a:rPr lang="el-GR" sz="2800" dirty="0" err="1"/>
              <a:t/>
            </a:r>
            <a:r>
              <a:rPr lang="el-GR" sz="2800" dirty="0"/>
              <a:t/>
            </a:r>
          </a:p>
          <a:p>
            <a:r>
              <a:rPr lang="el-GR" sz="3200" dirty="0"/>
              <a:t>Lossy or irreversible compression algorithms</a:t>
            </a:r>
            <a:r>
              <a:rPr lang="el-GR" sz="3200" dirty="0" err="1"/>
              <a:t/>
            </a:r>
            <a:r>
              <a:rPr lang="el-GR" sz="3200" dirty="0"/>
              <a:t/>
            </a:r>
            <a:r>
              <a:rPr lang="en-GB" sz="3200" dirty="0"/>
              <a:t/>
            </a:r>
            <a:r>
              <a:rPr lang="en-GB" sz="2400" dirty="0"/>
              <a:t/>
            </a:r>
            <a:endParaRPr lang="el-GR" sz="2400" dirty="0"/>
          </a:p>
          <a:p>
            <a:pPr lvl="1"/>
            <a:r>
              <a:rPr lang="el-GR" sz="2200" dirty="0"/>
              <a:t>They remove sound characteristics that the human ear cannot perceive.</a:t>
            </a:r>
          </a:p>
          <a:p>
            <a:pPr lvl="1"/>
            <a:r>
              <a:rPr lang="el-GR" sz="2200" dirty="0"/>
              <a:t>They achieve even greater compression.</a:t>
            </a: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4223261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8A851-3048-7938-3D4F-79FD07F04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1"/>
            <a:ext cx="8596668" cy="684362"/>
          </a:xfrm>
        </p:spPr>
        <p:txBody>
          <a:bodyPr/>
          <a:lstStyle/>
          <a:p>
            <a:r>
              <a:rPr lang="el-GR"/>
              <a:t>Digital audio formats</a:t>
            </a:r>
            <a:endParaRPr lang="en-CY" dirty="0"/>
          </a:p>
        </p:txBody>
      </p:sp>
      <p:pic>
        <p:nvPicPr>
          <p:cNvPr id="5" name="Picture 4" descr="A black and white text on a white background&#10;&#10;Description automatically generated">
            <a:extLst>
              <a:ext uri="{FF2B5EF4-FFF2-40B4-BE49-F238E27FC236}">
                <a16:creationId xmlns:a16="http://schemas.microsoft.com/office/drawing/2014/main" id="{8BBC421D-FD76-8099-0BB6-17E6CE9646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687" y="1293963"/>
            <a:ext cx="7906093" cy="5124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036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62000"/>
          </a:xfrm>
        </p:spPr>
        <p:txBody>
          <a:bodyPr/>
          <a:lstStyle/>
          <a:p>
            <a:r>
              <a:rPr lang="el-GR" dirty="0"/>
              <a:t>Image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B5C7BB8-273D-2B9D-2F12-F69619CF399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77334" y="1484916"/>
            <a:ext cx="5527523" cy="447332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89D31C-3061-F262-869A-C4FF26EFDD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5690" y="2068712"/>
            <a:ext cx="6410131" cy="272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441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48264"/>
          </a:xfrm>
        </p:spPr>
        <p:txBody>
          <a:bodyPr/>
          <a:lstStyle/>
          <a:p>
            <a:r>
              <a:rPr lang="el-GR" dirty="0"/>
              <a:t>Categories of digital images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677334" y="1570008"/>
            <a:ext cx="10015548" cy="5129372"/>
          </a:xfrm>
        </p:spPr>
        <p:txBody>
          <a:bodyPr>
            <a:noAutofit/>
          </a:bodyPr>
          <a:lstStyle/>
          <a:p>
            <a:r>
              <a:rPr lang="el-GR" sz="3200" dirty="0"/>
              <a:t>Bitmap (raster) images</a:t>
            </a:r>
            <a:r>
              <a:rPr lang="en-GB" sz="3200" dirty="0"/>
              <a:t/>
            </a:r>
            <a:endParaRPr lang="el-GR" sz="3200" dirty="0"/>
          </a:p>
          <a:p>
            <a:r>
              <a:rPr lang="el-GR" sz="3200" dirty="0"/>
              <a:t>Vector images</a:t>
            </a:r>
            <a:r>
              <a:rPr lang="en-GB" sz="3200" dirty="0"/>
              <a:t/>
            </a:r>
            <a:endParaRPr lang="el-GR" sz="3200" dirty="0"/>
          </a:p>
          <a:p>
            <a:pPr lvl="1"/>
            <a:r>
              <a:rPr lang="el-GR" sz="2400" dirty="0"/>
              <a:t>Elements are represented geometrically using lines, rectangles, ellipses or arcs.</a:t>
            </a:r>
          </a:p>
          <a:p>
            <a:pPr lvl="1"/>
            <a:r>
              <a:rPr lang="el-GR" sz="2400" dirty="0"/>
              <a:t>They have a smaller file size and can be processed faster by the computer.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937179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62000"/>
          </a:xfrm>
        </p:spPr>
        <p:txBody>
          <a:bodyPr>
            <a:normAutofit fontScale="90000"/>
          </a:bodyPr>
          <a:lstStyle/>
          <a:p>
            <a:r>
              <a:rPr lang="el-GR" sz="3600" dirty="0"/>
              <a:t>Bitmap (raster) images</a:t>
            </a:r>
            <a:r>
              <a:rPr lang="en-GB" sz="3600" dirty="0"/>
              <a:t/>
            </a:r>
            <a:br>
              <a:rPr lang="el-GR" sz="3600" dirty="0"/>
            </a:b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89D31C-3061-F262-869A-C4FF26EFD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940" y="3313312"/>
            <a:ext cx="8052643" cy="34176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217ED6-72D3-F22D-3D41-020908EAFA2C}"/>
              </a:ext>
            </a:extLst>
          </p:cNvPr>
          <p:cNvSpPr txBox="1"/>
          <p:nvPr/>
        </p:nvSpPr>
        <p:spPr>
          <a:xfrm>
            <a:off x="914400" y="1530350"/>
            <a:ext cx="79819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l-GR" sz="1800" dirty="0"/>
              <a:t>They consist of picture elements (pixels or dots).</a:t>
            </a:r>
            <a:r>
              <a:rPr lang="en-GB" sz="1800" dirty="0"/>
              <a:t/>
            </a:r>
            <a:r>
              <a:rPr lang="el-GR" sz="1800" dirty="0"/>
              <a:t/>
            </a:r>
            <a:r>
              <a:rPr lang="en-GB" sz="1800" dirty="0"/>
              <a:t/>
            </a:r>
            <a:endParaRPr lang="el-GR" sz="1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l-GR" sz="1800" dirty="0"/>
              <a:t>Pixels combine to create a bitmap image in which each pixel has a value.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l-GR" sz="1800" dirty="0"/>
              <a:t>In black-and-white images, a black pixel has the value 1, while a white pixel has the value 0.</a:t>
            </a:r>
          </a:p>
        </p:txBody>
      </p:sp>
    </p:spTree>
    <p:extLst>
      <p:ext uri="{BB962C8B-B14F-4D97-AF65-F5344CB8AC3E}">
        <p14:creationId xmlns:p14="http://schemas.microsoft.com/office/powerpoint/2010/main" val="8411469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48264"/>
          </a:xfrm>
        </p:spPr>
        <p:txBody>
          <a:bodyPr>
            <a:normAutofit/>
          </a:bodyPr>
          <a:lstStyle/>
          <a:p>
            <a:r>
              <a:rPr lang="el-GR" sz="3000" dirty="0"/>
              <a:t>Characteristics of a bitmap image</a:t>
            </a:r>
            <a:r>
              <a:rPr lang="en-US" sz="3000" dirty="0"/>
              <a:t/>
            </a:r>
            <a:endParaRPr lang="en-GB" sz="30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677334" y="1319842"/>
            <a:ext cx="10752666" cy="5129372"/>
          </a:xfrm>
        </p:spPr>
        <p:txBody>
          <a:bodyPr>
            <a:noAutofit/>
          </a:bodyPr>
          <a:lstStyle/>
          <a:p>
            <a:r>
              <a:rPr lang="el-GR" sz="2800" dirty="0"/>
              <a:t>Resolution</a:t>
            </a:r>
          </a:p>
          <a:p>
            <a:pPr lvl="1"/>
            <a:r>
              <a:rPr lang="el-GR" sz="2400" dirty="0"/>
              <a:t>The number of picture elements (pixels or dots) per inch (ppi).</a:t>
            </a:r>
            <a:r>
              <a:rPr lang="el-GR" sz="2400" dirty="0" err="1"/>
              <a:t/>
            </a:r>
            <a:r>
              <a:rPr lang="el-GR" sz="2400" dirty="0"/>
              <a:t/>
            </a:r>
            <a:r>
              <a:rPr lang="el-GR" sz="2400" dirty="0" err="1"/>
              <a:t/>
            </a:r>
            <a:r>
              <a:rPr lang="el-GR" sz="2400" dirty="0"/>
              <a:t/>
            </a:r>
            <a:r>
              <a:rPr lang="el-GR" sz="2400" dirty="0" err="1"/>
              <a:t/>
            </a:r>
            <a:r>
              <a:rPr lang="el-GR" sz="2400" dirty="0"/>
              <a:t/>
            </a:r>
            <a:r>
              <a:rPr lang="el-GR" sz="2400" dirty="0" err="1"/>
              <a:t/>
            </a:r>
            <a:r>
              <a:rPr lang="el-GR" sz="2400" dirty="0"/>
              <a:t/>
            </a:r>
            <a:r>
              <a:rPr lang="en-GB" sz="2400" dirty="0"/>
              <a:t/>
            </a:r>
            <a:r>
              <a:rPr lang="en-GB" sz="2400" dirty="0" err="1"/>
              <a:t/>
            </a:r>
            <a:r>
              <a:rPr lang="en-GB" sz="2400" dirty="0"/>
              <a:t/>
            </a:r>
            <a:r>
              <a:rPr lang="el-GR" sz="2400" dirty="0"/>
              <a:t/>
            </a:r>
          </a:p>
          <a:p>
            <a:r>
              <a:rPr lang="el-GR" sz="2800" dirty="0"/>
              <a:t>Colour depth</a:t>
            </a:r>
          </a:p>
          <a:p>
            <a:pPr lvl="1"/>
            <a:r>
              <a:rPr lang="el-GR" sz="2400" dirty="0"/>
              <a:t>The number of colours available for creating an image.</a:t>
            </a:r>
          </a:p>
          <a:p>
            <a:pPr lvl="1"/>
            <a:r>
              <a:rPr lang="en-US" sz="2400" dirty="0"/>
              <a:t>1</a:t>
            </a:r>
            <a:r>
              <a:rPr lang="el-GR" sz="2400" dirty="0"/>
              <a:t> bit gives 2</a:t>
            </a:r>
            <a:r>
              <a:rPr lang="en-US" sz="2400" baseline="30000" dirty="0"/>
              <a:t>1</a:t>
            </a:r>
            <a:r>
              <a:rPr lang="el-GR" sz="2400" dirty="0"/>
              <a:t> = 2 colours, 8 bits give 2</a:t>
            </a:r>
            <a:r>
              <a:rPr lang="el-GR" sz="2400" baseline="30000" dirty="0"/>
              <a:t>8</a:t>
            </a:r>
            <a:r>
              <a:rPr lang="el-GR" sz="2400" dirty="0"/>
              <a:t> = 256 colours, while 16 bits give 2</a:t>
            </a:r>
            <a:r>
              <a:rPr lang="el-GR" sz="2400" baseline="30000" dirty="0"/>
              <a:t>16</a:t>
            </a:r>
            <a:r>
              <a:rPr lang="el-GR" sz="2400" dirty="0"/>
              <a:t> = 65,536 colours</a:t>
            </a:r>
          </a:p>
          <a:p>
            <a:pPr lvl="1"/>
            <a:r>
              <a:rPr lang="el-GR" sz="2400" dirty="0"/>
              <a:t>Two colour models: RGB and CMYK</a:t>
            </a:r>
          </a:p>
          <a:p>
            <a:r>
              <a:rPr lang="el-GR" sz="2800" dirty="0"/>
              <a:t>Size</a:t>
            </a:r>
          </a:p>
          <a:p>
            <a:pPr lvl="1"/>
            <a:r>
              <a:rPr lang="el-GR" sz="2400" dirty="0"/>
              <a:t>It depends on the dimensions, resolution and colour depth.</a:t>
            </a:r>
          </a:p>
        </p:txBody>
      </p:sp>
    </p:spTree>
    <p:extLst>
      <p:ext uri="{BB962C8B-B14F-4D97-AF65-F5344CB8AC3E}">
        <p14:creationId xmlns:p14="http://schemas.microsoft.com/office/powerpoint/2010/main" val="460504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48264"/>
          </a:xfrm>
        </p:spPr>
        <p:txBody>
          <a:bodyPr>
            <a:normAutofit/>
          </a:bodyPr>
          <a:lstStyle/>
          <a:p>
            <a:r>
              <a:rPr lang="el-GR" sz="3000"/>
              <a:t>Characteristics of a bitmap image</a:t>
            </a:r>
            <a:r>
              <a:rPr lang="en-US" sz="3000"/>
              <a:t/>
            </a:r>
            <a:endParaRPr lang="en-GB" sz="3000" dirty="0"/>
          </a:p>
        </p:txBody>
      </p:sp>
      <p:pic>
        <p:nvPicPr>
          <p:cNvPr id="6" name="Picture 5" descr="A collage of a bicycle&#10;&#10;Description automatically generated">
            <a:extLst>
              <a:ext uri="{FF2B5EF4-FFF2-40B4-BE49-F238E27FC236}">
                <a16:creationId xmlns:a16="http://schemas.microsoft.com/office/drawing/2014/main" id="{1391CE8E-D4E9-846E-8918-DA4EDC1AF8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4309" y="1146776"/>
            <a:ext cx="8123382" cy="51715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89A92E4-43FC-1DB7-423B-0A95DE08ADB3}"/>
              </a:ext>
            </a:extLst>
          </p:cNvPr>
          <p:cNvSpPr txBox="1"/>
          <p:nvPr/>
        </p:nvSpPr>
        <p:spPr>
          <a:xfrm>
            <a:off x="845820" y="1272540"/>
            <a:ext cx="3756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Resolution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87673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48264"/>
          </a:xfrm>
        </p:spPr>
        <p:txBody>
          <a:bodyPr>
            <a:normAutofit/>
          </a:bodyPr>
          <a:lstStyle/>
          <a:p>
            <a:r>
              <a:rPr lang="el-GR" sz="3000" dirty="0"/>
              <a:t>The best-known compression algorithms</a:t>
            </a:r>
            <a:r>
              <a:rPr lang="en-US" sz="3000" dirty="0"/>
              <a:t/>
            </a:r>
            <a:r>
              <a:rPr lang="el-GR" sz="3000" dirty="0"/>
              <a:t/>
            </a:r>
            <a:endParaRPr lang="en-GB" sz="3000" dirty="0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59B8930C-45C0-D41B-BA44-5F68302FDC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061" y="1354442"/>
            <a:ext cx="7109791" cy="4813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2422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91396"/>
          </a:xfrm>
        </p:spPr>
        <p:txBody>
          <a:bodyPr/>
          <a:lstStyle/>
          <a:p>
            <a:r>
              <a:rPr lang="el-GR" dirty="0"/>
              <a:t>What is video?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677334" y="1664898"/>
            <a:ext cx="8596668" cy="29257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l-GR" sz="2800" dirty="0"/>
              <a:t>A </a:t>
            </a:r>
            <a:r>
              <a:rPr lang="el-GR" sz="2800" b="1" dirty="0"/>
              <a:t>video</a:t>
            </a:r>
            <a:r>
              <a:rPr lang="el-GR" sz="2800" dirty="0"/>
              <a:t> consists of many images of the same size placed one after another. They appear quickly enough to create the illusion of movement for the eye and brain</a:t>
            </a:r>
            <a:r>
              <a:rPr lang="el-GR" sz="3200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375198-EA3C-F1AE-853E-267D43F27BBA}"/>
              </a:ext>
            </a:extLst>
          </p:cNvPr>
          <p:cNvSpPr txBox="1"/>
          <p:nvPr/>
        </p:nvSpPr>
        <p:spPr>
          <a:xfrm>
            <a:off x="1308390" y="4932396"/>
            <a:ext cx="6626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2"/>
              </a:rPr>
              <a:t>https://www.youtube.com/watch?v=V8A4qudmsX0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40444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91396"/>
          </a:xfrm>
        </p:spPr>
        <p:txBody>
          <a:bodyPr/>
          <a:lstStyle/>
          <a:p>
            <a:r>
              <a:rPr lang="el-GR" dirty="0"/>
              <a:t>Main characteristics of video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4AA085-3A84-D49B-9019-996B267D5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306" y="1286433"/>
            <a:ext cx="9346689" cy="43744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6788E41-8DBF-FFA6-C0E5-1BB6D7FC17BD}"/>
              </a:ext>
            </a:extLst>
          </p:cNvPr>
          <p:cNvSpPr txBox="1"/>
          <p:nvPr/>
        </p:nvSpPr>
        <p:spPr>
          <a:xfrm>
            <a:off x="1016668" y="5787189"/>
            <a:ext cx="6906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How many frames does a 2-hour film have at 20 fps?</a:t>
            </a:r>
            <a:r>
              <a:rPr lang="en-US" dirty="0"/>
              <a:t/>
            </a:r>
            <a:r>
              <a:rPr lang="el-GR" dirty="0"/>
              <a:t/>
            </a:r>
            <a:r>
              <a:rPr lang="en-US" dirty="0"/>
              <a:t/>
            </a:r>
            <a:r>
              <a:rPr lang="el-GR" dirty="0"/>
              <a:t/>
            </a:r>
            <a:r>
              <a:rPr lang="en-GB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6313502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9">
            <a:extLst>
              <a:ext uri="{FF2B5EF4-FFF2-40B4-BE49-F238E27FC236}">
                <a16:creationId xmlns:a16="http://schemas.microsoft.com/office/drawing/2014/main" id="{D6280969-F024-466D-A1DB-4F848C51D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3FDD802-E6D8-4979-A1B9-BA705AE4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DE509DD-4B76-45F0-8144-02F1D7E1AE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FEAEFD53-0220-48B1-9EA8-3EAE151E84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92E7FABD-916D-4FF9-B5F3-44E53AFD39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826F9772-AEFE-4C6D-82B6-1207069B86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ACFBF3A9-B76A-4B4B-B6D7-CA4651F5C9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BF0FAA0A-B682-4A83-BDD8-BCE0AB41C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7874A013-E5E2-4AE1-8E93-029A2B41EB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4355329E-E608-4F7A-B4EF-8FEF07D755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53D9BFDF-B250-44FF-9BD7-C204EFBF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6746" y="609600"/>
            <a:ext cx="3729076" cy="13208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/>
              <a:t>Digital video editing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17D807-2CBE-A17F-063E-9D081E94D114}"/>
              </a:ext>
            </a:extLst>
          </p:cNvPr>
          <p:cNvSpPr txBox="1"/>
          <p:nvPr/>
        </p:nvSpPr>
        <p:spPr>
          <a:xfrm>
            <a:off x="685167" y="2160589"/>
            <a:ext cx="3720916" cy="35607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1500">
                <a:solidFill>
                  <a:schemeClr val="tx1">
                    <a:lumMod val="75000"/>
                    <a:lumOff val="25000"/>
                  </a:schemeClr>
                </a:solidFill>
              </a:rPr>
              <a:t>Removing unnecessary shots or video sections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1500">
                <a:solidFill>
                  <a:schemeClr val="tx1">
                    <a:lumMod val="75000"/>
                    <a:lumOff val="25000"/>
                  </a:schemeClr>
                </a:solidFill>
              </a:rPr>
              <a:t>Adding new frames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1500">
                <a:solidFill>
                  <a:schemeClr val="tx1">
                    <a:lumMod val="75000"/>
                    <a:lumOff val="25000"/>
                  </a:schemeClr>
                </a:solidFill>
              </a:rPr>
              <a:t>Combining and editing different video files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1500">
                <a:solidFill>
                  <a:schemeClr val="tx1">
                    <a:lumMod val="75000"/>
                    <a:lumOff val="25000"/>
                  </a:schemeClr>
                </a:solidFill>
              </a:rPr>
              <a:t>Adding transitions between shots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1500">
                <a:solidFill>
                  <a:schemeClr val="tx1">
                    <a:lumMod val="75000"/>
                    <a:lumOff val="25000"/>
                  </a:schemeClr>
                </a:solidFill>
              </a:rPr>
              <a:t>Adding special effects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1500">
                <a:solidFill>
                  <a:schemeClr val="tx1">
                    <a:lumMod val="75000"/>
                    <a:lumOff val="25000"/>
                  </a:schemeClr>
                </a:solidFill>
              </a:rPr>
              <a:t>Adding music, sound effects and subtitles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1500">
                <a:solidFill>
                  <a:schemeClr val="tx1">
                    <a:lumMod val="75000"/>
                    <a:lumOff val="25000"/>
                  </a:schemeClr>
                </a:solidFill>
              </a:rPr>
              <a:t>Adjusting and synchronising audio and video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17E14B1B-5481-13A3-5A54-64860D64EF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035" y="2146869"/>
            <a:ext cx="4602747" cy="2059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3981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91396"/>
          </a:xfrm>
        </p:spPr>
        <p:txBody>
          <a:bodyPr/>
          <a:lstStyle/>
          <a:p>
            <a:r>
              <a:rPr lang="el-GR" dirty="0"/>
              <a:t>Video compression</a:t>
            </a:r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D5EAA24-A277-D079-8B66-A0DDFBCA7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276513"/>
            <a:ext cx="9343744" cy="528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2584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780EB05-A22D-3390-6CEB-08AAEC726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396" y="3676650"/>
            <a:ext cx="4572000" cy="25717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13001"/>
          </a:xfrm>
        </p:spPr>
        <p:txBody>
          <a:bodyPr/>
          <a:lstStyle/>
          <a:p>
            <a:r>
              <a:rPr lang="el-GR" dirty="0"/>
              <a:t>Exercises</a:t>
            </a:r>
            <a:endParaRPr lang="en-CY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745" y="1528147"/>
            <a:ext cx="7080326" cy="576262"/>
          </a:xfrm>
          <a:solidFill>
            <a:schemeClr val="accent1"/>
          </a:solidFill>
        </p:spPr>
        <p:txBody>
          <a:bodyPr/>
          <a:lstStyle/>
          <a:p>
            <a:r>
              <a:rPr lang="el-GR" dirty="0"/>
              <a:t>In class (Notes, pages 51–66)</a:t>
            </a:r>
            <a:r>
              <a:rPr lang="en-US" dirty="0"/>
              <a:t/>
            </a:r>
            <a:r>
              <a:rPr lang="el-GR" dirty="0"/>
              <a:t/>
            </a:r>
            <a:endParaRPr lang="en-CY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5745" y="2309955"/>
            <a:ext cx="4185623" cy="3304117"/>
          </a:xfrm>
        </p:spPr>
        <p:txBody>
          <a:bodyPr>
            <a:normAutofit/>
          </a:bodyPr>
          <a:lstStyle/>
          <a:p>
            <a:r>
              <a:rPr lang="el-GR" sz="2400" dirty="0"/>
              <a:t>1, 2, 3, 4 (pages 45–46)</a:t>
            </a:r>
            <a:endParaRPr lang="en-US" sz="2400" dirty="0"/>
          </a:p>
          <a:p>
            <a:r>
              <a:rPr lang="en-GB" sz="2400" dirty="0"/>
              <a:t>A4.1.ï1_Quiz.htm</a:t>
            </a:r>
          </a:p>
          <a:p>
            <a:endParaRPr lang="el-GR" sz="2400" dirty="0"/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1419</TotalTime>
  <Words>629</Words>
  <Application>Microsoft Office PowerPoint</Application>
  <PresentationFormat>Widescreen</PresentationFormat>
  <Paragraphs>68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Arial</vt:lpstr>
      <vt:lpstr>Trebuchet MS</vt:lpstr>
      <vt:lpstr>Wingdings 3</vt:lpstr>
      <vt:lpstr>Facet</vt:lpstr>
      <vt:lpstr>Α4-Μάθημα  1: Εισαγωγή στα Πολυμέσα</vt:lpstr>
      <vt:lpstr>PowerPoint Presentation</vt:lpstr>
      <vt:lpstr>Στόχοι σημερινού μαθήματος</vt:lpstr>
      <vt:lpstr>Τι είναι ήχος</vt:lpstr>
      <vt:lpstr>Ψηφιακός ήχος και διαδικασία ψηφιοποίησης του ήχου (digitisation)</vt:lpstr>
      <vt:lpstr>Βασικές παράμετροι της ψηφιοποίησης ήχου </vt:lpstr>
      <vt:lpstr>Συμπίεση του ψηφιοποιημένου ήχου</vt:lpstr>
      <vt:lpstr>Πρότυπα ψηφιοποιημένου ήχου</vt:lpstr>
      <vt:lpstr>Εικόνα</vt:lpstr>
      <vt:lpstr>Κατηγορίες ψηφιακών εικόνων</vt:lpstr>
      <vt:lpstr>Χαρτογραφικές (Bitmap) </vt:lpstr>
      <vt:lpstr>Χαρακτηριστικά χαρτογραφικής εικόνας(bitmap)</vt:lpstr>
      <vt:lpstr>Χαρακτηριστικά χαρτογραφικής εικόνας(bitmap)</vt:lpstr>
      <vt:lpstr>Οι πιο γνωστοί αλγόριθμοι συμπιέσης</vt:lpstr>
      <vt:lpstr>Τι είναι βίντεο</vt:lpstr>
      <vt:lpstr>Κύρια χαρακτηριστικά ενός βίντεο </vt:lpstr>
      <vt:lpstr>Ψηφιακή επεξεργασία βίντεο</vt:lpstr>
      <vt:lpstr>Συμπίεση βίντεο</vt:lpstr>
      <vt:lpstr>Ασκήσεις</vt:lpstr>
    </vt:vector>
  </TitlesOfParts>
  <Company>Ministry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Αριθμοί – δεκαδικοί - δυαδικοί</dc:title>
  <dc:creator>Teacher</dc:creator>
  <cp:lastModifiedBy>Άριστος Αρέστη</cp:lastModifiedBy>
  <cp:revision>54</cp:revision>
  <dcterms:created xsi:type="dcterms:W3CDTF">2022-03-11T08:57:56Z</dcterms:created>
  <dcterms:modified xsi:type="dcterms:W3CDTF">2026-09-09T17:50:03Z</dcterms:modified>
</cp:coreProperties>
</file>