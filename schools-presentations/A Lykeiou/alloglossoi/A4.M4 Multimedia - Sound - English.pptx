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0"/>
  </p:notesMasterIdLst>
  <p:sldIdLst>
    <p:sldId id="256" r:id="rId2"/>
    <p:sldId id="423" r:id="rId3"/>
    <p:sldId id="258" r:id="rId4"/>
    <p:sldId id="425" r:id="rId5"/>
    <p:sldId id="260" r:id="rId6"/>
    <p:sldId id="259" r:id="rId7"/>
    <p:sldId id="426" r:id="rId8"/>
    <p:sldId id="27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BAB169-0F7A-492E-94D0-278168438E99}">
          <p14:sldIdLst>
            <p14:sldId id="256"/>
            <p14:sldId id="423"/>
          </p14:sldIdLst>
        </p14:section>
        <p14:section name="Untitled Section" id="{A804B698-F26B-42C3-BED1-9D1E9A0C58A4}">
          <p14:sldIdLst>
            <p14:sldId id="258"/>
            <p14:sldId id="425"/>
            <p14:sldId id="260"/>
            <p14:sldId id="259"/>
            <p14:sldId id="426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B9B2C4-CEBF-42A8-BDB9-5DA7067D7AD5}" v="2" dt="2026-09-07T06:14:57.542"/>
    <p1510:client id="{92E2DEE1-7E50-40F4-AB55-C1EC5F7B6FDB}" v="6" dt="2026-09-07T15:07:07.0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F71CA4F9-10EE-4CB6-84DC-4F844A708642}"/>
    <pc:docChg chg="undo custSel addSld modSld sldOrd addSection modSection">
      <pc:chgData name="Άριστος Αρέστη" userId="813aa191-2d4c-464f-9d05-0a7e494d859f" providerId="ADAL" clId="{F71CA4F9-10EE-4CB6-84DC-4F844A708642}" dt="2026-09-04T06:23:25.363" v="316" actId="26606"/>
      <pc:docMkLst>
        <pc:docMk/>
      </pc:docMkLst>
      <pc:sldChg chg="addSp modSp mod setBg">
        <pc:chgData name="Άριστος Αρέστη" userId="813aa191-2d4c-464f-9d05-0a7e494d859f" providerId="ADAL" clId="{F71CA4F9-10EE-4CB6-84DC-4F844A708642}" dt="2026-09-03T18:48:01.940" v="5" actId="26606"/>
        <pc:sldMkLst>
          <pc:docMk/>
          <pc:sldMk cId="1459875993" sldId="258"/>
        </pc:sldMkLst>
        <pc:spChg chg="mo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4" creationId="{00000000-0000-0000-0000-00000000000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6" creationId="{3F088236-D655-4F88-B238-E16762358025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8" creationId="{3DAC0C92-199E-475C-9390-119A9B027276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0" creationId="{C4CFB339-0ED8-4FE2-9EF1-6D1375B8499B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2" creationId="{31896C80-2069-4431-9C19-83B91373449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4" creationId="{BF120A21-0841-4823-B0C4-28AEBCEF9B78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6" creationId="{DBB05BAE-BBD3-4289-899F-A6851503C6B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8" creationId="{9874D11C-36F5-4BBE-A490-019A54E953B0}"/>
          </ac:spMkLst>
        </pc:spChg>
        <pc:grpChg chg="add">
          <ac:chgData name="Άριστος Αρέστη" userId="813aa191-2d4c-464f-9d05-0a7e494d859f" providerId="ADAL" clId="{F71CA4F9-10EE-4CB6-84DC-4F844A708642}" dt="2026-09-03T18:48:01.940" v="5" actId="26606"/>
          <ac:grpSpMkLst>
            <pc:docMk/>
            <pc:sldMk cId="1459875993" sldId="258"/>
            <ac:grpSpMk id="10" creationId="{E4951899-B99C-47AB-9C7C-16264D7A14C5}"/>
          </ac:grpSpMkLst>
        </pc:grpChg>
        <pc:picChg chg="add mod ord">
          <ac:chgData name="Άριστος Αρέστη" userId="813aa191-2d4c-464f-9d05-0a7e494d859f" providerId="ADAL" clId="{F71CA4F9-10EE-4CB6-84DC-4F844A708642}" dt="2026-09-03T18:48:01.940" v="5" actId="26606"/>
          <ac:picMkLst>
            <pc:docMk/>
            <pc:sldMk cId="1459875993" sldId="258"/>
            <ac:picMk id="5" creationId="{F9C7443D-155B-C774-5622-77852D52D5F3}"/>
          </ac:picMkLst>
        </pc:picChg>
        <pc:cxnChg chg="add">
          <ac:chgData name="Άριστος Αρέστη" userId="813aa191-2d4c-464f-9d05-0a7e494d859f" providerId="ADAL" clId="{F71CA4F9-10EE-4CB6-84DC-4F844A708642}" dt="2026-09-03T18:48:01.940" v="5" actId="26606"/>
          <ac:cxnSpMkLst>
            <pc:docMk/>
            <pc:sldMk cId="1459875993" sldId="258"/>
            <ac:cxnSpMk id="22" creationId="{64FA5DFF-7FE6-4855-84E6-DFA78EE978BD}"/>
          </ac:cxnSpMkLst>
        </pc:cxnChg>
        <pc:cxnChg chg="add">
          <ac:chgData name="Άριστος Αρέστη" userId="813aa191-2d4c-464f-9d05-0a7e494d859f" providerId="ADAL" clId="{F71CA4F9-10EE-4CB6-84DC-4F844A708642}" dt="2026-09-03T18:48:01.940" v="5" actId="26606"/>
          <ac:cxnSpMkLst>
            <pc:docMk/>
            <pc:sldMk cId="1459875993" sldId="258"/>
            <ac:cxnSpMk id="24" creationId="{2AFD8CBA-54A3-4363-991B-B9C631BBFA74}"/>
          </ac:cxnSpMkLst>
        </pc:cxnChg>
      </pc:sldChg>
      <pc:sldChg chg="addSp delSp modSp mod">
        <pc:chgData name="Άριστος Αρέστη" userId="813aa191-2d4c-464f-9d05-0a7e494d859f" providerId="ADAL" clId="{F71CA4F9-10EE-4CB6-84DC-4F844A708642}" dt="2026-09-03T19:00:33.322" v="163" actId="20577"/>
        <pc:sldMkLst>
          <pc:docMk/>
          <pc:sldMk cId="2870619907" sldId="434"/>
        </pc:sldMkLst>
        <pc:spChg chg="mod">
          <ac:chgData name="Άριστος Αρέστη" userId="813aa191-2d4c-464f-9d05-0a7e494d859f" providerId="ADAL" clId="{F71CA4F9-10EE-4CB6-84DC-4F844A708642}" dt="2026-09-03T19:00:33.322" v="163" actId="20577"/>
          <ac:spMkLst>
            <pc:docMk/>
            <pc:sldMk cId="2870619907" sldId="434"/>
            <ac:spMk id="2" creationId="{00000000-0000-0000-0000-000000000000}"/>
          </ac:spMkLst>
        </pc:spChg>
        <pc:spChg chg="del mod">
          <ac:chgData name="Άριστος Αρέστη" userId="813aa191-2d4c-464f-9d05-0a7e494d859f" providerId="ADAL" clId="{F71CA4F9-10EE-4CB6-84DC-4F844A708642}" dt="2026-09-03T18:54:18.883" v="29" actId="478"/>
          <ac:spMkLst>
            <pc:docMk/>
            <pc:sldMk cId="2870619907" sldId="434"/>
            <ac:spMk id="4" creationId="{00000000-0000-0000-0000-000000000000}"/>
          </ac:spMkLst>
        </pc:spChg>
        <pc:picChg chg="add del mod">
          <ac:chgData name="Άριστος Αρέστη" userId="813aa191-2d4c-464f-9d05-0a7e494d859f" providerId="ADAL" clId="{F71CA4F9-10EE-4CB6-84DC-4F844A708642}" dt="2026-09-03T18:54:59.728" v="37" actId="478"/>
          <ac:picMkLst>
            <pc:docMk/>
            <pc:sldMk cId="2870619907" sldId="434"/>
            <ac:picMk id="5" creationId="{158F0EE1-153A-C49C-88C2-55BDA424D2FD}"/>
          </ac:picMkLst>
        </pc:picChg>
        <pc:picChg chg="add mod">
          <ac:chgData name="Άριστος Αρέστη" userId="813aa191-2d4c-464f-9d05-0a7e494d859f" providerId="ADAL" clId="{F71CA4F9-10EE-4CB6-84DC-4F844A708642}" dt="2026-09-03T18:55:25.538" v="44" actId="1076"/>
          <ac:picMkLst>
            <pc:docMk/>
            <pc:sldMk cId="2870619907" sldId="434"/>
            <ac:picMk id="7" creationId="{83FDEE1D-7732-24C4-547F-94D99040D80D}"/>
          </ac:picMkLst>
        </pc:picChg>
      </pc:sldChg>
      <pc:sldChg chg="addSp delSp modSp mod setBg addAnim delAnim">
        <pc:chgData name="Άριστος Αρέστη" userId="813aa191-2d4c-464f-9d05-0a7e494d859f" providerId="ADAL" clId="{F71CA4F9-10EE-4CB6-84DC-4F844A708642}" dt="2026-09-04T05:23:58.103" v="179" actId="14100"/>
        <pc:sldMkLst>
          <pc:docMk/>
          <pc:sldMk cId="3377036941" sldId="435"/>
        </pc:sldMkLst>
        <pc:spChg chg="mod ord">
          <ac:chgData name="Άριστος Αρέστη" userId="813aa191-2d4c-464f-9d05-0a7e494d859f" providerId="ADAL" clId="{F71CA4F9-10EE-4CB6-84DC-4F844A708642}" dt="2026-09-04T05:23:50.662" v="178" actId="26606"/>
          <ac:spMkLst>
            <pc:docMk/>
            <pc:sldMk cId="3377036941" sldId="435"/>
            <ac:spMk id="2" creationId="{BC28A851-3048-7938-3D4F-79FD07F04E39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26" creationId="{66D61E08-70C3-48D8-BEA0-787111DC30DA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28" creationId="{FC55298F-0AE5-478E-AD2B-03C2614C583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0" creationId="{C180E4EA-0B63-4779-A895-7E90E71088F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2" creationId="{CEE01D9D-3DE8-4EED-B0D3-8F3C79CC767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4" creationId="{89AF5CE9-607F-43F4-8983-DCD6DA4051FD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6" creationId="{6EEA2DBD-9E1E-4521-8C01-F32AD18A89E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8" creationId="{15BBD2C1-BA9B-46A9-A27A-33498B169272}"/>
          </ac:spMkLst>
        </pc:spChg>
        <pc:spChg chg="add del">
          <ac:chgData name="Άριστος Αρέστη" userId="813aa191-2d4c-464f-9d05-0a7e494d859f" providerId="ADAL" clId="{F71CA4F9-10EE-4CB6-84DC-4F844A708642}" dt="2026-09-04T05:23:45.849" v="175" actId="26606"/>
          <ac:spMkLst>
            <pc:docMk/>
            <pc:sldMk cId="3377036941" sldId="435"/>
            <ac:spMk id="43" creationId="{DC99427B-A97E-40A3-B1FD-4557346C6A91}"/>
          </ac:spMkLst>
        </pc:spChg>
        <pc:grpChg chg="add del">
          <ac:chgData name="Άριστος Αρέστη" userId="813aa191-2d4c-464f-9d05-0a7e494d859f" providerId="ADAL" clId="{F71CA4F9-10EE-4CB6-84DC-4F844A708642}" dt="2026-09-04T05:23:42.958" v="171" actId="26606"/>
          <ac:grpSpMkLst>
            <pc:docMk/>
            <pc:sldMk cId="3377036941" sldId="435"/>
            <ac:grpSpMk id="10" creationId="{A5AFB369-4673-4727-A7CD-D86AFE0AE069}"/>
          </ac:grpSpMkLst>
        </pc:grpChg>
        <pc:grpChg chg="add del">
          <ac:chgData name="Άριστος Αρέστη" userId="813aa191-2d4c-464f-9d05-0a7e494d859f" providerId="ADAL" clId="{F71CA4F9-10EE-4CB6-84DC-4F844A708642}" dt="2026-09-04T05:23:44.463" v="173" actId="26606"/>
          <ac:grpSpMkLst>
            <pc:docMk/>
            <pc:sldMk cId="3377036941" sldId="435"/>
            <ac:grpSpMk id="40" creationId="{4815A7B4-532E-48C9-AC24-D78ACF3339DB}"/>
          </ac:grpSpMkLst>
        </pc:grpChg>
        <pc:grpChg chg="add del">
          <ac:chgData name="Άριστος Αρέστη" userId="813aa191-2d4c-464f-9d05-0a7e494d859f" providerId="ADAL" clId="{F71CA4F9-10EE-4CB6-84DC-4F844A708642}" dt="2026-09-04T05:23:45.849" v="175" actId="26606"/>
          <ac:grpSpMkLst>
            <pc:docMk/>
            <pc:sldMk cId="3377036941" sldId="435"/>
            <ac:grpSpMk id="42" creationId="{4815A7B4-532E-48C9-AC24-D78ACF3339DB}"/>
          </ac:grpSpMkLst>
        </pc:grpChg>
        <pc:grpChg chg="add del">
          <ac:chgData name="Άριστος Αρέστη" userId="813aa191-2d4c-464f-9d05-0a7e494d859f" providerId="ADAL" clId="{F71CA4F9-10EE-4CB6-84DC-4F844A708642}" dt="2026-09-04T05:23:50.662" v="178" actId="26606"/>
          <ac:grpSpMkLst>
            <pc:docMk/>
            <pc:sldMk cId="3377036941" sldId="435"/>
            <ac:grpSpMk id="45" creationId="{A5AFB369-4673-4727-A7CD-D86AFE0AE069}"/>
          </ac:grpSpMkLst>
        </pc:grpChg>
        <pc:picChg chg="del">
          <ac:chgData name="Άριστος Αρέστη" userId="813aa191-2d4c-464f-9d05-0a7e494d859f" providerId="ADAL" clId="{F71CA4F9-10EE-4CB6-84DC-4F844A708642}" dt="2026-09-04T05:23:21.988" v="164" actId="478"/>
          <ac:picMkLst>
            <pc:docMk/>
            <pc:sldMk cId="3377036941" sldId="435"/>
            <ac:picMk id="4" creationId="{1F114F61-B029-95E6-D7D2-61416DBE16DA}"/>
          </ac:picMkLst>
        </pc:picChg>
        <pc:picChg chg="add mod">
          <ac:chgData name="Άριστος Αρέστη" userId="813aa191-2d4c-464f-9d05-0a7e494d859f" providerId="ADAL" clId="{F71CA4F9-10EE-4CB6-84DC-4F844A708642}" dt="2026-09-04T05:23:58.103" v="179" actId="14100"/>
          <ac:picMkLst>
            <pc:docMk/>
            <pc:sldMk cId="3377036941" sldId="435"/>
            <ac:picMk id="5" creationId="{8BBC421D-FD76-8099-0BB6-17E6CE9646CD}"/>
          </ac:picMkLst>
        </pc:picChg>
        <pc:cxnChg chg="add del">
          <ac:chgData name="Άριστος Αρέστη" userId="813aa191-2d4c-464f-9d05-0a7e494d859f" providerId="ADAL" clId="{F71CA4F9-10EE-4CB6-84DC-4F844A708642}" dt="2026-09-04T05:23:42.958" v="171" actId="26606"/>
          <ac:cxnSpMkLst>
            <pc:docMk/>
            <pc:sldMk cId="3377036941" sldId="435"/>
            <ac:cxnSpMk id="22" creationId="{A57C1A16-B8AB-4D99-A195-A38F556A6486}"/>
          </ac:cxnSpMkLst>
        </pc:cxnChg>
        <pc:cxnChg chg="add del">
          <ac:chgData name="Άριστος Αρέστη" userId="813aa191-2d4c-464f-9d05-0a7e494d859f" providerId="ADAL" clId="{F71CA4F9-10EE-4CB6-84DC-4F844A708642}" dt="2026-09-04T05:23:42.958" v="171" actId="26606"/>
          <ac:cxnSpMkLst>
            <pc:docMk/>
            <pc:sldMk cId="3377036941" sldId="435"/>
            <ac:cxnSpMk id="24" creationId="{F8A9B20B-D1DD-4573-B5EC-558029519236}"/>
          </ac:cxnSpMkLst>
        </pc:cxnChg>
      </pc:sldChg>
      <pc:sldChg chg="modSp mod">
        <pc:chgData name="Άριστος Αρέστη" userId="813aa191-2d4c-464f-9d05-0a7e494d859f" providerId="ADAL" clId="{F71CA4F9-10EE-4CB6-84DC-4F844A708642}" dt="2026-09-04T05:46:54.516" v="233" actId="27636"/>
        <pc:sldMkLst>
          <pc:docMk/>
          <pc:sldMk cId="46050486" sldId="437"/>
        </pc:sldMkLst>
        <pc:spChg chg="mod">
          <ac:chgData name="Άριστος Αρέστη" userId="813aa191-2d4c-464f-9d05-0a7e494d859f" providerId="ADAL" clId="{F71CA4F9-10EE-4CB6-84DC-4F844A708642}" dt="2026-09-04T05:46:54.516" v="233" actId="27636"/>
          <ac:spMkLst>
            <pc:docMk/>
            <pc:sldMk cId="46050486" sldId="437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4T05:44:31.660" v="218" actId="6549"/>
          <ac:spMkLst>
            <pc:docMk/>
            <pc:sldMk cId="46050486" sldId="437"/>
            <ac:spMk id="4" creationId="{00000000-0000-0000-0000-000000000000}"/>
          </ac:spMkLst>
        </pc:spChg>
      </pc:sldChg>
      <pc:sldChg chg="delSp modSp mod">
        <pc:chgData name="Άριστος Αρέστη" userId="813aa191-2d4c-464f-9d05-0a7e494d859f" providerId="ADAL" clId="{F71CA4F9-10EE-4CB6-84DC-4F844A708642}" dt="2026-09-04T06:19:34.859" v="263" actId="478"/>
        <pc:sldMkLst>
          <pc:docMk/>
          <pc:sldMk cId="354044467" sldId="438"/>
        </pc:sldMkLst>
        <pc:picChg chg="del mod">
          <ac:chgData name="Άριστος Αρέστη" userId="813aa191-2d4c-464f-9d05-0a7e494d859f" providerId="ADAL" clId="{F71CA4F9-10EE-4CB6-84DC-4F844A708642}" dt="2026-09-04T06:19:34.859" v="263" actId="478"/>
          <ac:picMkLst>
            <pc:docMk/>
            <pc:sldMk cId="354044467" sldId="438"/>
            <ac:picMk id="5" creationId="{7FECC30A-11D9-6DF0-6DB9-B15A007B932D}"/>
          </ac:picMkLst>
        </pc:picChg>
      </pc:sldChg>
      <pc:sldChg chg="addSp delSp modSp mod setBg">
        <pc:chgData name="Άριστος Αρέστη" userId="813aa191-2d4c-464f-9d05-0a7e494d859f" providerId="ADAL" clId="{F71CA4F9-10EE-4CB6-84DC-4F844A708642}" dt="2026-09-04T06:23:25.363" v="316" actId="26606"/>
        <pc:sldMkLst>
          <pc:docMk/>
          <pc:sldMk cId="3982398155" sldId="439"/>
        </pc:sldMkLst>
        <pc:spChg chg="mod">
          <ac:chgData name="Άριστος Αρέστη" userId="813aa191-2d4c-464f-9d05-0a7e494d859f" providerId="ADAL" clId="{F71CA4F9-10EE-4CB6-84DC-4F844A708642}" dt="2026-09-04T06:23:25.363" v="316" actId="26606"/>
          <ac:spMkLst>
            <pc:docMk/>
            <pc:sldMk cId="3982398155" sldId="439"/>
            <ac:spMk id="2" creationId="{00000000-0000-0000-0000-000000000000}"/>
          </ac:spMkLst>
        </pc:spChg>
        <pc:spChg chg="add mod ord">
          <ac:chgData name="Άριστος Αρέστη" userId="813aa191-2d4c-464f-9d05-0a7e494d859f" providerId="ADAL" clId="{F71CA4F9-10EE-4CB6-84DC-4F844A708642}" dt="2026-09-04T06:23:25.363" v="316" actId="26606"/>
          <ac:spMkLst>
            <pc:docMk/>
            <pc:sldMk cId="3982398155" sldId="439"/>
            <ac:spMk id="3" creationId="{6217D807-2CBE-A17F-063E-9D081E94D114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26" creationId="{3F088236-D655-4F88-B238-E16762358025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28" creationId="{3DAC0C92-199E-475C-9390-119A9B027276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0" creationId="{C4CFB339-0ED8-4FE2-9EF1-6D1375B8499B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2" creationId="{31896C80-2069-4431-9C19-83B913734490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4" creationId="{BF120A21-0841-4823-B0C4-28AEBCEF9B78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6" creationId="{DBB05BAE-BBD3-4289-899F-A6851503C6B0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8" creationId="{9874D11C-36F5-4BBE-A490-019A54E953B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5" creationId="{3F088236-D655-4F88-B238-E16762358025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6" creationId="{3DAC0C92-199E-475C-9390-119A9B027276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7" creationId="{C4CFB339-0ED8-4FE2-9EF1-6D1375B8499B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8" creationId="{31896C80-2069-4431-9C19-83B91373449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9" creationId="{BF120A21-0841-4823-B0C4-28AEBCEF9B78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50" creationId="{DBB05BAE-BBD3-4289-899F-A6851503C6B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51" creationId="{9874D11C-36F5-4BBE-A490-019A54E953B0}"/>
          </ac:spMkLst>
        </pc:spChg>
        <pc:grpChg chg="add del">
          <ac:chgData name="Άριστος Αρέστη" userId="813aa191-2d4c-464f-9d05-0a7e494d859f" providerId="ADAL" clId="{F71CA4F9-10EE-4CB6-84DC-4F844A708642}" dt="2026-09-04T06:23:11.826" v="305" actId="26606"/>
          <ac:grpSpMkLst>
            <pc:docMk/>
            <pc:sldMk cId="3982398155" sldId="439"/>
            <ac:grpSpMk id="10" creationId="{E4951899-B99C-47AB-9C7C-16264D7A14C5}"/>
          </ac:grpSpMkLst>
        </pc:grpChg>
        <pc:grpChg chg="add del">
          <ac:chgData name="Άριστος Αρέστη" userId="813aa191-2d4c-464f-9d05-0a7e494d859f" providerId="ADAL" clId="{F71CA4F9-10EE-4CB6-84DC-4F844A708642}" dt="2026-09-04T06:23:14.405" v="307" actId="26606"/>
          <ac:grpSpMkLst>
            <pc:docMk/>
            <pc:sldMk cId="3982398155" sldId="439"/>
            <ac:grpSpMk id="40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18.606" v="309" actId="26606"/>
          <ac:grpSpMkLst>
            <pc:docMk/>
            <pc:sldMk cId="3982398155" sldId="439"/>
            <ac:grpSpMk id="42" creationId="{E4951899-B99C-47AB-9C7C-16264D7A14C5}"/>
          </ac:grpSpMkLst>
        </pc:grpChg>
        <pc:grpChg chg="add del">
          <ac:chgData name="Άριστος Αρέστη" userId="813aa191-2d4c-464f-9d05-0a7e494d859f" providerId="ADAL" clId="{F71CA4F9-10EE-4CB6-84DC-4F844A708642}" dt="2026-09-04T06:23:21.299" v="311" actId="26606"/>
          <ac:grpSpMkLst>
            <pc:docMk/>
            <pc:sldMk cId="3982398155" sldId="439"/>
            <ac:grpSpMk id="53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23.267" v="313" actId="26606"/>
          <ac:grpSpMkLst>
            <pc:docMk/>
            <pc:sldMk cId="3982398155" sldId="439"/>
            <ac:grpSpMk id="55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25.363" v="315" actId="26606"/>
          <ac:grpSpMkLst>
            <pc:docMk/>
            <pc:sldMk cId="3982398155" sldId="439"/>
            <ac:grpSpMk id="57" creationId="{D6280969-F024-466D-A1DB-4F848C51DEF6}"/>
          </ac:grpSpMkLst>
        </pc:grpChg>
        <pc:grpChg chg="add">
          <ac:chgData name="Άριστος Αρέστη" userId="813aa191-2d4c-464f-9d05-0a7e494d859f" providerId="ADAL" clId="{F71CA4F9-10EE-4CB6-84DC-4F844A708642}" dt="2026-09-04T06:23:25.363" v="316" actId="26606"/>
          <ac:grpSpMkLst>
            <pc:docMk/>
            <pc:sldMk cId="3982398155" sldId="439"/>
            <ac:grpSpMk id="59" creationId="{D6280969-F024-466D-A1DB-4F848C51DEF6}"/>
          </ac:grpSpMkLst>
        </pc:grpChg>
        <pc:picChg chg="add mod ord">
          <ac:chgData name="Άριστος Αρέστη" userId="813aa191-2d4c-464f-9d05-0a7e494d859f" providerId="ADAL" clId="{F71CA4F9-10EE-4CB6-84DC-4F844A708642}" dt="2026-09-04T06:23:25.363" v="316" actId="26606"/>
          <ac:picMkLst>
            <pc:docMk/>
            <pc:sldMk cId="3982398155" sldId="439"/>
            <ac:picMk id="5" creationId="{17E14B1B-5481-13A3-5A54-64860D64EF38}"/>
          </ac:picMkLst>
        </pc:picChg>
        <pc:picChg chg="del">
          <ac:chgData name="Άριστος Αρέστη" userId="813aa191-2d4c-464f-9d05-0a7e494d859f" providerId="ADAL" clId="{F71CA4F9-10EE-4CB6-84DC-4F844A708642}" dt="2026-09-04T06:20:10.964" v="266" actId="478"/>
          <ac:picMkLst>
            <pc:docMk/>
            <pc:sldMk cId="3982398155" sldId="439"/>
            <ac:picMk id="9" creationId="{6D5EAA24-A277-D079-8B66-A0DDFBCA7F1C}"/>
          </ac:picMkLst>
        </pc:picChg>
        <pc:cxnChg chg="add del">
          <ac:chgData name="Άριστος Αρέστη" userId="813aa191-2d4c-464f-9d05-0a7e494d859f" providerId="ADAL" clId="{F71CA4F9-10EE-4CB6-84DC-4F844A708642}" dt="2026-09-04T06:23:11.826" v="305" actId="26606"/>
          <ac:cxnSpMkLst>
            <pc:docMk/>
            <pc:sldMk cId="3982398155" sldId="439"/>
            <ac:cxnSpMk id="22" creationId="{64FA5DFF-7FE6-4855-84E6-DFA78EE978BD}"/>
          </ac:cxnSpMkLst>
        </pc:cxnChg>
        <pc:cxnChg chg="add del">
          <ac:chgData name="Άριστος Αρέστη" userId="813aa191-2d4c-464f-9d05-0a7e494d859f" providerId="ADAL" clId="{F71CA4F9-10EE-4CB6-84DC-4F844A708642}" dt="2026-09-04T06:23:11.826" v="305" actId="26606"/>
          <ac:cxnSpMkLst>
            <pc:docMk/>
            <pc:sldMk cId="3982398155" sldId="439"/>
            <ac:cxnSpMk id="24" creationId="{2AFD8CBA-54A3-4363-991B-B9C631BBFA74}"/>
          </ac:cxnSpMkLst>
        </pc:cxnChg>
        <pc:cxnChg chg="add del">
          <ac:chgData name="Άριστος Αρέστη" userId="813aa191-2d4c-464f-9d05-0a7e494d859f" providerId="ADAL" clId="{F71CA4F9-10EE-4CB6-84DC-4F844A708642}" dt="2026-09-04T06:23:18.606" v="309" actId="26606"/>
          <ac:cxnSpMkLst>
            <pc:docMk/>
            <pc:sldMk cId="3982398155" sldId="439"/>
            <ac:cxnSpMk id="43" creationId="{64FA5DFF-7FE6-4855-84E6-DFA78EE978BD}"/>
          </ac:cxnSpMkLst>
        </pc:cxnChg>
        <pc:cxnChg chg="add del">
          <ac:chgData name="Άριστος Αρέστη" userId="813aa191-2d4c-464f-9d05-0a7e494d859f" providerId="ADAL" clId="{F71CA4F9-10EE-4CB6-84DC-4F844A708642}" dt="2026-09-04T06:23:18.606" v="309" actId="26606"/>
          <ac:cxnSpMkLst>
            <pc:docMk/>
            <pc:sldMk cId="3982398155" sldId="439"/>
            <ac:cxnSpMk id="44" creationId="{2AFD8CBA-54A3-4363-991B-B9C631BBFA74}"/>
          </ac:cxnSpMkLst>
        </pc:cxnChg>
      </pc:sldChg>
      <pc:sldChg chg="modSp add mod">
        <pc:chgData name="Άριστος Αρέστη" userId="813aa191-2d4c-464f-9d05-0a7e494d859f" providerId="ADAL" clId="{F71CA4F9-10EE-4CB6-84DC-4F844A708642}" dt="2026-09-03T19:00:27.819" v="161" actId="20577"/>
        <pc:sldMkLst>
          <pc:docMk/>
          <pc:sldMk cId="551315278" sldId="441"/>
        </pc:sldMkLst>
        <pc:spChg chg="mod">
          <ac:chgData name="Άριστος Αρέστη" userId="813aa191-2d4c-464f-9d05-0a7e494d859f" providerId="ADAL" clId="{F71CA4F9-10EE-4CB6-84DC-4F844A708642}" dt="2026-09-03T19:00:27.819" v="161" actId="20577"/>
          <ac:spMkLst>
            <pc:docMk/>
            <pc:sldMk cId="551315278" sldId="441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3T18:59:14.915" v="131" actId="20577"/>
          <ac:spMkLst>
            <pc:docMk/>
            <pc:sldMk cId="551315278" sldId="441"/>
            <ac:spMk id="4" creationId="{00000000-0000-0000-0000-000000000000}"/>
          </ac:spMkLst>
        </pc:spChg>
      </pc:sldChg>
      <pc:sldChg chg="addSp delSp modSp add mod ord">
        <pc:chgData name="Άριστος Αρέστη" userId="813aa191-2d4c-464f-9d05-0a7e494d859f" providerId="ADAL" clId="{F71CA4F9-10EE-4CB6-84DC-4F844A708642}" dt="2026-09-04T05:43:08.312" v="210" actId="20577"/>
        <pc:sldMkLst>
          <pc:docMk/>
          <pc:sldMk cId="841146910" sldId="442"/>
        </pc:sldMkLst>
        <pc:spChg chg="mod">
          <ac:chgData name="Άριστος Αρέστη" userId="813aa191-2d4c-464f-9d05-0a7e494d859f" providerId="ADAL" clId="{F71CA4F9-10EE-4CB6-84DC-4F844A708642}" dt="2026-09-04T05:39:56.431" v="189" actId="27636"/>
          <ac:spMkLst>
            <pc:docMk/>
            <pc:sldMk cId="841146910" sldId="442"/>
            <ac:spMk id="2" creationId="{00000000-0000-0000-0000-000000000000}"/>
          </ac:spMkLst>
        </pc:spChg>
        <pc:spChg chg="add del mod">
          <ac:chgData name="Άριστος Αρέστη" userId="813aa191-2d4c-464f-9d05-0a7e494d859f" providerId="ADAL" clId="{F71CA4F9-10EE-4CB6-84DC-4F844A708642}" dt="2026-09-04T05:39:36.686" v="184" actId="478"/>
          <ac:spMkLst>
            <pc:docMk/>
            <pc:sldMk cId="841146910" sldId="442"/>
            <ac:spMk id="4" creationId="{63BB8ED5-25A9-DF12-983D-2FFF14316FE6}"/>
          </ac:spMkLst>
        </pc:spChg>
        <pc:spChg chg="add mod">
          <ac:chgData name="Άριστος Αρέστη" userId="813aa191-2d4c-464f-9d05-0a7e494d859f" providerId="ADAL" clId="{F71CA4F9-10EE-4CB6-84DC-4F844A708642}" dt="2026-09-04T05:43:08.312" v="210" actId="20577"/>
          <ac:spMkLst>
            <pc:docMk/>
            <pc:sldMk cId="841146910" sldId="442"/>
            <ac:spMk id="6" creationId="{09217ED6-72D3-F22D-3D41-020908EAFA2C}"/>
          </ac:spMkLst>
        </pc:spChg>
        <pc:picChg chg="del">
          <ac:chgData name="Άριστος Αρέστη" userId="813aa191-2d4c-464f-9d05-0a7e494d859f" providerId="ADAL" clId="{F71CA4F9-10EE-4CB6-84DC-4F844A708642}" dt="2026-09-04T05:39:30.083" v="183" actId="478"/>
          <ac:picMkLst>
            <pc:docMk/>
            <pc:sldMk cId="841146910" sldId="442"/>
            <ac:picMk id="5" creationId="{8B5C7BB8-273D-2B9D-2F12-F69619CF3990}"/>
          </ac:picMkLst>
        </pc:picChg>
        <pc:picChg chg="mod">
          <ac:chgData name="Άριστος Αρέστη" userId="813aa191-2d4c-464f-9d05-0a7e494d859f" providerId="ADAL" clId="{F71CA4F9-10EE-4CB6-84DC-4F844A708642}" dt="2026-09-04T05:40:06.816" v="190" actId="1076"/>
          <ac:picMkLst>
            <pc:docMk/>
            <pc:sldMk cId="841146910" sldId="442"/>
            <ac:picMk id="7" creationId="{C589D31C-3061-F262-869A-C4FF26EFDDC6}"/>
          </ac:picMkLst>
        </pc:picChg>
      </pc:sldChg>
      <pc:sldChg chg="addSp delSp modSp add mod setBg">
        <pc:chgData name="Άριστος Αρέστη" userId="813aa191-2d4c-464f-9d05-0a7e494d859f" providerId="ADAL" clId="{F71CA4F9-10EE-4CB6-84DC-4F844A708642}" dt="2026-09-04T05:53:46.707" v="262" actId="1076"/>
        <pc:sldMkLst>
          <pc:docMk/>
          <pc:sldMk cId="818767313" sldId="443"/>
        </pc:sldMkLst>
        <pc:spChg chg="mod ord">
          <ac:chgData name="Άριστος Αρέστη" userId="813aa191-2d4c-464f-9d05-0a7e494d859f" providerId="ADAL" clId="{F71CA4F9-10EE-4CB6-84DC-4F844A708642}" dt="2026-09-04T05:52:01.169" v="242" actId="26606"/>
          <ac:spMkLst>
            <pc:docMk/>
            <pc:sldMk cId="818767313" sldId="443"/>
            <ac:spMk id="2" creationId="{00000000-0000-0000-0000-000000000000}"/>
          </ac:spMkLst>
        </pc:spChg>
        <pc:spChg chg="del mod ord">
          <ac:chgData name="Άριστος Αρέστη" userId="813aa191-2d4c-464f-9d05-0a7e494d859f" providerId="ADAL" clId="{F71CA4F9-10EE-4CB6-84DC-4F844A708642}" dt="2026-09-04T05:52:36.031" v="246" actId="478"/>
          <ac:spMkLst>
            <pc:docMk/>
            <pc:sldMk cId="818767313" sldId="443"/>
            <ac:spMk id="4" creationId="{00000000-0000-0000-0000-000000000000}"/>
          </ac:spMkLst>
        </pc:spChg>
        <pc:spChg chg="add del mod">
          <ac:chgData name="Άριστος Αρέστη" userId="813aa191-2d4c-464f-9d05-0a7e494d859f" providerId="ADAL" clId="{F71CA4F9-10EE-4CB6-84DC-4F844A708642}" dt="2026-09-04T05:52:39.165" v="247" actId="478"/>
          <ac:spMkLst>
            <pc:docMk/>
            <pc:sldMk cId="818767313" sldId="443"/>
            <ac:spMk id="8" creationId="{CAC9705F-0673-CDDD-16CB-6EF680A514A7}"/>
          </ac:spMkLst>
        </pc:spChg>
        <pc:spChg chg="add mod">
          <ac:chgData name="Άριστος Αρέστη" userId="813aa191-2d4c-464f-9d05-0a7e494d859f" providerId="ADAL" clId="{F71CA4F9-10EE-4CB6-84DC-4F844A708642}" dt="2026-09-04T05:53:38.982" v="261" actId="20577"/>
          <ac:spMkLst>
            <pc:docMk/>
            <pc:sldMk cId="818767313" sldId="443"/>
            <ac:spMk id="9" creationId="{B89A92E4-43FC-1DB7-423B-0A95DE08ADB3}"/>
          </ac:spMkLst>
        </pc:spChg>
        <pc:spChg chg="add del">
          <ac:chgData name="Άριστος Αρέστη" userId="813aa191-2d4c-464f-9d05-0a7e494d859f" providerId="ADAL" clId="{F71CA4F9-10EE-4CB6-84DC-4F844A708642}" dt="2026-09-04T05:52:01.169" v="242" actId="26606"/>
          <ac:spMkLst>
            <pc:docMk/>
            <pc:sldMk cId="818767313" sldId="443"/>
            <ac:spMk id="25" creationId="{A912E26A-2737-4A42-92C0-4ED8933C8AF6}"/>
          </ac:spMkLst>
        </pc:spChg>
        <pc:grpChg chg="add del">
          <ac:chgData name="Άριστος Αρέστη" userId="813aa191-2d4c-464f-9d05-0a7e494d859f" providerId="ADAL" clId="{F71CA4F9-10EE-4CB6-84DC-4F844A708642}" dt="2026-09-04T05:52:01.169" v="242" actId="26606"/>
          <ac:grpSpMkLst>
            <pc:docMk/>
            <pc:sldMk cId="818767313" sldId="443"/>
            <ac:grpSpMk id="11" creationId="{BCAEEEBD-779B-4609-A737-4BEFD64744BF}"/>
          </ac:grpSpMkLst>
        </pc:grpChg>
        <pc:picChg chg="del mod">
          <ac:chgData name="Άριστος Αρέστη" userId="813aa191-2d4c-464f-9d05-0a7e494d859f" providerId="ADAL" clId="{F71CA4F9-10EE-4CB6-84DC-4F844A708642}" dt="2026-09-04T05:52:11.908" v="243" actId="478"/>
          <ac:picMkLst>
            <pc:docMk/>
            <pc:sldMk cId="818767313" sldId="443"/>
            <ac:picMk id="5" creationId="{BBE766C8-D9AC-0921-7C31-1826775B3976}"/>
          </ac:picMkLst>
        </pc:picChg>
        <pc:picChg chg="add mod">
          <ac:chgData name="Άριστος Αρέστη" userId="813aa191-2d4c-464f-9d05-0a7e494d859f" providerId="ADAL" clId="{F71CA4F9-10EE-4CB6-84DC-4F844A708642}" dt="2026-09-04T05:53:46.707" v="262" actId="1076"/>
          <ac:picMkLst>
            <pc:docMk/>
            <pc:sldMk cId="818767313" sldId="443"/>
            <ac:picMk id="6" creationId="{1391CE8E-D4E9-846E-8918-DA4EDC1AF8BC}"/>
          </ac:picMkLst>
        </pc:picChg>
        <pc:cxnChg chg="add del">
          <ac:chgData name="Άριστος Αρέστη" userId="813aa191-2d4c-464f-9d05-0a7e494d859f" providerId="ADAL" clId="{F71CA4F9-10EE-4CB6-84DC-4F844A708642}" dt="2026-09-04T05:52:01.169" v="242" actId="26606"/>
          <ac:cxnSpMkLst>
            <pc:docMk/>
            <pc:sldMk cId="818767313" sldId="443"/>
            <ac:cxnSpMk id="23" creationId="{36CB27DD-D98C-4A82-9A5E-422827825769}"/>
          </ac:cxnSpMkLst>
        </pc:cxnChg>
      </pc:sldChg>
      <pc:sldChg chg="add">
        <pc:chgData name="Άριστος Αρέστη" userId="813aa191-2d4c-464f-9d05-0a7e494d859f" providerId="ADAL" clId="{F71CA4F9-10EE-4CB6-84DC-4F844A708642}" dt="2026-09-04T06:19:51.254" v="264"/>
        <pc:sldMkLst>
          <pc:docMk/>
          <pc:sldMk cId="4030258494" sldId="444"/>
        </pc:sldMkLst>
      </pc:sldChg>
    </pc:docChg>
  </pc:docChgLst>
  <pc:docChgLst>
    <pc:chgData name="Άριστος Αρέστη" userId="813aa191-2d4c-464f-9d05-0a7e494d859f" providerId="ADAL" clId="{92E2DEE1-7E50-40F4-AB55-C1EC5F7B6FDB}"/>
    <pc:docChg chg="custSel addSld delSld modSld sldOrd modSection">
      <pc:chgData name="Άριστος Αρέστη" userId="813aa191-2d4c-464f-9d05-0a7e494d859f" providerId="ADAL" clId="{92E2DEE1-7E50-40F4-AB55-C1EC5F7B6FDB}" dt="2026-09-07T15:16:13.327" v="152" actId="478"/>
      <pc:docMkLst>
        <pc:docMk/>
      </pc:docMkLst>
      <pc:sldChg chg="modSp mod">
        <pc:chgData name="Άριστος Αρέστη" userId="813aa191-2d4c-464f-9d05-0a7e494d859f" providerId="ADAL" clId="{92E2DEE1-7E50-40F4-AB55-C1EC5F7B6FDB}" dt="2026-09-07T14:56:58.615" v="3" actId="1076"/>
        <pc:sldMkLst>
          <pc:docMk/>
          <pc:sldMk cId="1459875993" sldId="258"/>
        </pc:sldMkLst>
        <pc:spChg chg="mod">
          <ac:chgData name="Άριστος Αρέστη" userId="813aa191-2d4c-464f-9d05-0a7e494d859f" providerId="ADAL" clId="{92E2DEE1-7E50-40F4-AB55-C1EC5F7B6FDB}" dt="2026-09-07T14:56:27.900" v="2" actId="1076"/>
          <ac:spMkLst>
            <pc:docMk/>
            <pc:sldMk cId="1459875993" sldId="258"/>
            <ac:spMk id="4" creationId="{00000000-0000-0000-0000-000000000000}"/>
          </ac:spMkLst>
        </pc:spChg>
        <pc:picChg chg="mod">
          <ac:chgData name="Άριστος Αρέστη" userId="813aa191-2d4c-464f-9d05-0a7e494d859f" providerId="ADAL" clId="{92E2DEE1-7E50-40F4-AB55-C1EC5F7B6FDB}" dt="2026-09-07T14:56:58.615" v="3" actId="1076"/>
          <ac:picMkLst>
            <pc:docMk/>
            <pc:sldMk cId="1459875993" sldId="258"/>
            <ac:picMk id="5" creationId="{BBA02C3F-3FC2-47A5-6D34-B4CB06BA0716}"/>
          </ac:picMkLst>
        </pc:picChg>
      </pc:sldChg>
      <pc:sldChg chg="delSp modSp add mod ord">
        <pc:chgData name="Άριστος Αρέστη" userId="813aa191-2d4c-464f-9d05-0a7e494d859f" providerId="ADAL" clId="{92E2DEE1-7E50-40F4-AB55-C1EC5F7B6FDB}" dt="2026-09-07T15:16:13.327" v="152" actId="478"/>
        <pc:sldMkLst>
          <pc:docMk/>
          <pc:sldMk cId="643881412" sldId="259"/>
        </pc:sldMkLst>
        <pc:spChg chg="mod">
          <ac:chgData name="Άριστος Αρέστη" userId="813aa191-2d4c-464f-9d05-0a7e494d859f" providerId="ADAL" clId="{92E2DEE1-7E50-40F4-AB55-C1EC5F7B6FDB}" dt="2026-09-07T15:05:59.780" v="78" actId="27636"/>
          <ac:spMkLst>
            <pc:docMk/>
            <pc:sldMk cId="643881412" sldId="259"/>
            <ac:spMk id="4" creationId="{EB3F7303-CEA4-CFC4-5052-5C4AC627408E}"/>
          </ac:spMkLst>
        </pc:spChg>
        <pc:picChg chg="del">
          <ac:chgData name="Άριστος Αρέστη" userId="813aa191-2d4c-464f-9d05-0a7e494d859f" providerId="ADAL" clId="{92E2DEE1-7E50-40F4-AB55-C1EC5F7B6FDB}" dt="2026-09-07T15:16:13.327" v="152" actId="478"/>
          <ac:picMkLst>
            <pc:docMk/>
            <pc:sldMk cId="643881412" sldId="259"/>
            <ac:picMk id="10" creationId="{00000000-0000-0000-0000-000000000000}"/>
          </ac:picMkLst>
        </pc:picChg>
      </pc:sldChg>
      <pc:sldChg chg="modSp add mod ord setBg">
        <pc:chgData name="Άριστος Αρέστη" userId="813aa191-2d4c-464f-9d05-0a7e494d859f" providerId="ADAL" clId="{92E2DEE1-7E50-40F4-AB55-C1EC5F7B6FDB}" dt="2026-09-07T15:13:47.869" v="151"/>
        <pc:sldMkLst>
          <pc:docMk/>
          <pc:sldMk cId="1430789439" sldId="260"/>
        </pc:sldMkLst>
        <pc:spChg chg="mod">
          <ac:chgData name="Άριστος Αρέστη" userId="813aa191-2d4c-464f-9d05-0a7e494d859f" providerId="ADAL" clId="{92E2DEE1-7E50-40F4-AB55-C1EC5F7B6FDB}" dt="2026-09-07T15:13:47.869" v="151"/>
          <ac:spMkLst>
            <pc:docMk/>
            <pc:sldMk cId="1430789439" sldId="260"/>
            <ac:spMk id="4" creationId="{5CA761F4-4B1F-43B0-A0A7-C9D7444DAB7F}"/>
          </ac:spMkLst>
        </pc:spChg>
      </pc:sldChg>
      <pc:sldChg chg="del">
        <pc:chgData name="Άριστος Αρέστη" userId="813aa191-2d4c-464f-9d05-0a7e494d859f" providerId="ADAL" clId="{92E2DEE1-7E50-40F4-AB55-C1EC5F7B6FDB}" dt="2026-09-07T15:02:33.788" v="48" actId="47"/>
        <pc:sldMkLst>
          <pc:docMk/>
          <pc:sldMk cId="2972475615" sldId="424"/>
        </pc:sldMkLst>
      </pc:sldChg>
      <pc:sldChg chg="addSp delSp modSp add mod setBg delDesignElem">
        <pc:chgData name="Άριστος Αρέστη" userId="813aa191-2d4c-464f-9d05-0a7e494d859f" providerId="ADAL" clId="{92E2DEE1-7E50-40F4-AB55-C1EC5F7B6FDB}" dt="2026-09-07T15:07:11.171" v="85" actId="962"/>
        <pc:sldMkLst>
          <pc:docMk/>
          <pc:sldMk cId="1686786439" sldId="425"/>
        </pc:sldMkLst>
        <pc:spChg chg="mod">
          <ac:chgData name="Άριστος Αρέστη" userId="813aa191-2d4c-464f-9d05-0a7e494d859f" providerId="ADAL" clId="{92E2DEE1-7E50-40F4-AB55-C1EC5F7B6FDB}" dt="2026-09-07T14:58:37.170" v="22" actId="6549"/>
          <ac:spMkLst>
            <pc:docMk/>
            <pc:sldMk cId="1686786439" sldId="425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92E2DEE1-7E50-40F4-AB55-C1EC5F7B6FDB}" dt="2026-09-07T15:01:27.685" v="46" actId="113"/>
          <ac:spMkLst>
            <pc:docMk/>
            <pc:sldMk cId="1686786439" sldId="425"/>
            <ac:spMk id="4" creationId="{00000000-0000-0000-0000-000000000000}"/>
          </ac:spMkLst>
        </pc:spChg>
        <pc:spChg chg="del">
          <ac:chgData name="Άριστος Αρέστη" userId="813aa191-2d4c-464f-9d05-0a7e494d859f" providerId="ADAL" clId="{92E2DEE1-7E50-40F4-AB55-C1EC5F7B6FDB}" dt="2026-09-07T14:58:15.041" v="5"/>
          <ac:spMkLst>
            <pc:docMk/>
            <pc:sldMk cId="1686786439" sldId="425"/>
            <ac:spMk id="26" creationId="{3F088236-D655-4F88-B238-E16762358025}"/>
          </ac:spMkLst>
        </pc:spChg>
        <pc:spChg chg="del">
          <ac:chgData name="Άριστος Αρέστη" userId="813aa191-2d4c-464f-9d05-0a7e494d859f" providerId="ADAL" clId="{92E2DEE1-7E50-40F4-AB55-C1EC5F7B6FDB}" dt="2026-09-07T14:58:15.041" v="5"/>
          <ac:spMkLst>
            <pc:docMk/>
            <pc:sldMk cId="1686786439" sldId="425"/>
            <ac:spMk id="28" creationId="{3DAC0C92-199E-475C-9390-119A9B027276}"/>
          </ac:spMkLst>
        </pc:spChg>
        <pc:spChg chg="del">
          <ac:chgData name="Άριστος Αρέστη" userId="813aa191-2d4c-464f-9d05-0a7e494d859f" providerId="ADAL" clId="{92E2DEE1-7E50-40F4-AB55-C1EC5F7B6FDB}" dt="2026-09-07T14:58:15.041" v="5"/>
          <ac:spMkLst>
            <pc:docMk/>
            <pc:sldMk cId="1686786439" sldId="425"/>
            <ac:spMk id="30" creationId="{C4CFB339-0ED8-4FE2-9EF1-6D1375B8499B}"/>
          </ac:spMkLst>
        </pc:spChg>
        <pc:spChg chg="del">
          <ac:chgData name="Άριστος Αρέστη" userId="813aa191-2d4c-464f-9d05-0a7e494d859f" providerId="ADAL" clId="{92E2DEE1-7E50-40F4-AB55-C1EC5F7B6FDB}" dt="2026-09-07T14:58:15.041" v="5"/>
          <ac:spMkLst>
            <pc:docMk/>
            <pc:sldMk cId="1686786439" sldId="425"/>
            <ac:spMk id="32" creationId="{31896C80-2069-4431-9C19-83B913734490}"/>
          </ac:spMkLst>
        </pc:spChg>
        <pc:spChg chg="del">
          <ac:chgData name="Άριστος Αρέστη" userId="813aa191-2d4c-464f-9d05-0a7e494d859f" providerId="ADAL" clId="{92E2DEE1-7E50-40F4-AB55-C1EC5F7B6FDB}" dt="2026-09-07T14:58:15.041" v="5"/>
          <ac:spMkLst>
            <pc:docMk/>
            <pc:sldMk cId="1686786439" sldId="425"/>
            <ac:spMk id="34" creationId="{BF120A21-0841-4823-B0C4-28AEBCEF9B78}"/>
          </ac:spMkLst>
        </pc:spChg>
        <pc:spChg chg="del">
          <ac:chgData name="Άριστος Αρέστη" userId="813aa191-2d4c-464f-9d05-0a7e494d859f" providerId="ADAL" clId="{92E2DEE1-7E50-40F4-AB55-C1EC5F7B6FDB}" dt="2026-09-07T14:58:15.041" v="5"/>
          <ac:spMkLst>
            <pc:docMk/>
            <pc:sldMk cId="1686786439" sldId="425"/>
            <ac:spMk id="36" creationId="{DBB05BAE-BBD3-4289-899F-A6851503C6B0}"/>
          </ac:spMkLst>
        </pc:spChg>
        <pc:spChg chg="del">
          <ac:chgData name="Άριστος Αρέστη" userId="813aa191-2d4c-464f-9d05-0a7e494d859f" providerId="ADAL" clId="{92E2DEE1-7E50-40F4-AB55-C1EC5F7B6FDB}" dt="2026-09-07T14:58:15.041" v="5"/>
          <ac:spMkLst>
            <pc:docMk/>
            <pc:sldMk cId="1686786439" sldId="425"/>
            <ac:spMk id="38" creationId="{9874D11C-36F5-4BBE-A490-019A54E953B0}"/>
          </ac:spMkLst>
        </pc:spChg>
        <pc:grpChg chg="del">
          <ac:chgData name="Άριστος Αρέστη" userId="813aa191-2d4c-464f-9d05-0a7e494d859f" providerId="ADAL" clId="{92E2DEE1-7E50-40F4-AB55-C1EC5F7B6FDB}" dt="2026-09-07T14:58:15.041" v="5"/>
          <ac:grpSpMkLst>
            <pc:docMk/>
            <pc:sldMk cId="1686786439" sldId="425"/>
            <ac:grpSpMk id="10" creationId="{E4951899-B99C-47AB-9C7C-16264D7A14C5}"/>
          </ac:grpSpMkLst>
        </pc:grpChg>
        <pc:picChg chg="del">
          <ac:chgData name="Άριστος Αρέστη" userId="813aa191-2d4c-464f-9d05-0a7e494d859f" providerId="ADAL" clId="{92E2DEE1-7E50-40F4-AB55-C1EC5F7B6FDB}" dt="2026-09-07T15:06:49.981" v="81" actId="478"/>
          <ac:picMkLst>
            <pc:docMk/>
            <pc:sldMk cId="1686786439" sldId="425"/>
            <ac:picMk id="5" creationId="{BBA02C3F-3FC2-47A5-6D34-B4CB06BA0716}"/>
          </ac:picMkLst>
        </pc:picChg>
        <pc:picChg chg="add mod">
          <ac:chgData name="Άριστος Αρέστη" userId="813aa191-2d4c-464f-9d05-0a7e494d859f" providerId="ADAL" clId="{92E2DEE1-7E50-40F4-AB55-C1EC5F7B6FDB}" dt="2026-09-07T15:07:11.171" v="85" actId="962"/>
          <ac:picMkLst>
            <pc:docMk/>
            <pc:sldMk cId="1686786439" sldId="425"/>
            <ac:picMk id="6" creationId="{0D2BD7C8-16CA-D7E0-8A69-102F0B27F121}"/>
          </ac:picMkLst>
        </pc:picChg>
        <pc:cxnChg chg="del">
          <ac:chgData name="Άριστος Αρέστη" userId="813aa191-2d4c-464f-9d05-0a7e494d859f" providerId="ADAL" clId="{92E2DEE1-7E50-40F4-AB55-C1EC5F7B6FDB}" dt="2026-09-07T14:58:15.041" v="5"/>
          <ac:cxnSpMkLst>
            <pc:docMk/>
            <pc:sldMk cId="1686786439" sldId="425"/>
            <ac:cxnSpMk id="22" creationId="{64FA5DFF-7FE6-4855-84E6-DFA78EE978BD}"/>
          </ac:cxnSpMkLst>
        </pc:cxnChg>
        <pc:cxnChg chg="del">
          <ac:chgData name="Άριστος Αρέστη" userId="813aa191-2d4c-464f-9d05-0a7e494d859f" providerId="ADAL" clId="{92E2DEE1-7E50-40F4-AB55-C1EC5F7B6FDB}" dt="2026-09-07T14:58:15.041" v="5"/>
          <ac:cxnSpMkLst>
            <pc:docMk/>
            <pc:sldMk cId="1686786439" sldId="425"/>
            <ac:cxnSpMk id="24" creationId="{2AFD8CBA-54A3-4363-991B-B9C631BBFA74}"/>
          </ac:cxnSpMkLst>
        </pc:cxnChg>
      </pc:sldChg>
      <pc:sldChg chg="addSp delSp modSp add mod">
        <pc:chgData name="Άριστος Αρέστη" userId="813aa191-2d4c-464f-9d05-0a7e494d859f" providerId="ADAL" clId="{92E2DEE1-7E50-40F4-AB55-C1EC5F7B6FDB}" dt="2026-09-07T15:04:06.146" v="76" actId="27636"/>
        <pc:sldMkLst>
          <pc:docMk/>
          <pc:sldMk cId="799471456" sldId="426"/>
        </pc:sldMkLst>
        <pc:spChg chg="mod">
          <ac:chgData name="Άριστος Αρέστη" userId="813aa191-2d4c-464f-9d05-0a7e494d859f" providerId="ADAL" clId="{92E2DEE1-7E50-40F4-AB55-C1EC5F7B6FDB}" dt="2026-09-07T15:04:06.146" v="76" actId="27636"/>
          <ac:spMkLst>
            <pc:docMk/>
            <pc:sldMk cId="799471456" sldId="426"/>
            <ac:spMk id="2" creationId="{9A6FB7AF-9C2A-4B0D-A4E8-C12826DE7907}"/>
          </ac:spMkLst>
        </pc:spChg>
        <pc:spChg chg="del">
          <ac:chgData name="Άριστος Αρέστη" userId="813aa191-2d4c-464f-9d05-0a7e494d859f" providerId="ADAL" clId="{92E2DEE1-7E50-40F4-AB55-C1EC5F7B6FDB}" dt="2026-09-07T15:03:38.203" v="52" actId="478"/>
          <ac:spMkLst>
            <pc:docMk/>
            <pc:sldMk cId="799471456" sldId="426"/>
            <ac:spMk id="4" creationId="{5CA761F4-4B1F-43B0-A0A7-C9D7444DAB7F}"/>
          </ac:spMkLst>
        </pc:spChg>
        <pc:spChg chg="add del mod">
          <ac:chgData name="Άριστος Αρέστη" userId="813aa191-2d4c-464f-9d05-0a7e494d859f" providerId="ADAL" clId="{92E2DEE1-7E50-40F4-AB55-C1EC5F7B6FDB}" dt="2026-09-07T15:03:39.915" v="53" actId="478"/>
          <ac:spMkLst>
            <pc:docMk/>
            <pc:sldMk cId="799471456" sldId="426"/>
            <ac:spMk id="6" creationId="{993BE95D-E7E2-2795-9594-EC85E3016E8B}"/>
          </ac:spMkLst>
        </pc:spChg>
        <pc:picChg chg="add mod">
          <ac:chgData name="Άριστος Αρέστη" userId="813aa191-2d4c-464f-9d05-0a7e494d859f" providerId="ADAL" clId="{92E2DEE1-7E50-40F4-AB55-C1EC5F7B6FDB}" dt="2026-09-07T15:03:44.835" v="55" actId="14100"/>
          <ac:picMkLst>
            <pc:docMk/>
            <pc:sldMk cId="799471456" sldId="426"/>
            <ac:picMk id="3" creationId="{CF5E0E3E-7396-BC4D-CC8A-2DEF0A00F7A6}"/>
          </ac:picMkLst>
        </pc:picChg>
        <pc:picChg chg="del">
          <ac:chgData name="Άριστος Αρέστη" userId="813aa191-2d4c-464f-9d05-0a7e494d859f" providerId="ADAL" clId="{92E2DEE1-7E50-40F4-AB55-C1EC5F7B6FDB}" dt="2026-09-07T15:03:33.571" v="51" actId="478"/>
          <ac:picMkLst>
            <pc:docMk/>
            <pc:sldMk cId="799471456" sldId="426"/>
            <ac:picMk id="61" creationId="{00000000-0000-0000-0000-000000000000}"/>
          </ac:picMkLst>
        </pc:picChg>
      </pc:sldChg>
    </pc:docChg>
  </pc:docChgLst>
  <pc:docChgLst>
    <pc:chgData name="Άριστος Αρέστη" userId="813aa191-2d4c-464f-9d05-0a7e494d859f" providerId="ADAL" clId="{61B9B2C4-CEBF-42A8-BDB9-5DA7067D7AD5}"/>
    <pc:docChg chg="custSel addSld delSld modSld modSection">
      <pc:chgData name="Άριστος Αρέστη" userId="813aa191-2d4c-464f-9d05-0a7e494d859f" providerId="ADAL" clId="{61B9B2C4-CEBF-42A8-BDB9-5DA7067D7AD5}" dt="2026-09-07T06:45:38.142" v="109" actId="478"/>
      <pc:docMkLst>
        <pc:docMk/>
      </pc:docMkLst>
      <pc:sldChg chg="addSp delSp modSp mod">
        <pc:chgData name="Άριστος Αρέστη" userId="813aa191-2d4c-464f-9d05-0a7e494d859f" providerId="ADAL" clId="{61B9B2C4-CEBF-42A8-BDB9-5DA7067D7AD5}" dt="2026-09-07T06:11:10.622" v="103" actId="14100"/>
        <pc:sldMkLst>
          <pc:docMk/>
          <pc:sldMk cId="1459875993" sldId="258"/>
        </pc:sldMkLst>
        <pc:spChg chg="mod">
          <ac:chgData name="Άριστος Αρέστη" userId="813aa191-2d4c-464f-9d05-0a7e494d859f" providerId="ADAL" clId="{61B9B2C4-CEBF-42A8-BDB9-5DA7067D7AD5}" dt="2026-09-07T05:59:31.565" v="24" actId="20577"/>
          <ac:spMkLst>
            <pc:docMk/>
            <pc:sldMk cId="1459875993" sldId="258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61B9B2C4-CEBF-42A8-BDB9-5DA7067D7AD5}" dt="2026-09-07T06:10:28.455" v="98" actId="27636"/>
          <ac:spMkLst>
            <pc:docMk/>
            <pc:sldMk cId="1459875993" sldId="258"/>
            <ac:spMk id="4" creationId="{00000000-0000-0000-0000-000000000000}"/>
          </ac:spMkLst>
        </pc:spChg>
        <pc:picChg chg="add mod">
          <ac:chgData name="Άριστος Αρέστη" userId="813aa191-2d4c-464f-9d05-0a7e494d859f" providerId="ADAL" clId="{61B9B2C4-CEBF-42A8-BDB9-5DA7067D7AD5}" dt="2026-09-07T06:11:10.622" v="103" actId="14100"/>
          <ac:picMkLst>
            <pc:docMk/>
            <pc:sldMk cId="1459875993" sldId="258"/>
            <ac:picMk id="5" creationId="{BBA02C3F-3FC2-47A5-6D34-B4CB06BA0716}"/>
          </ac:picMkLst>
        </pc:picChg>
        <pc:picChg chg="del">
          <ac:chgData name="Άριστος Αρέστη" userId="813aa191-2d4c-464f-9d05-0a7e494d859f" providerId="ADAL" clId="{61B9B2C4-CEBF-42A8-BDB9-5DA7067D7AD5}" dt="2026-09-07T05:59:37.542" v="25" actId="478"/>
          <ac:picMkLst>
            <pc:docMk/>
            <pc:sldMk cId="1459875993" sldId="258"/>
            <ac:picMk id="8" creationId="{8E9A73BA-365C-E2C8-1AAC-997F4AF39F5C}"/>
          </ac:picMkLst>
        </pc:picChg>
      </pc:sldChg>
      <pc:sldChg chg="modSp mod">
        <pc:chgData name="Άριστος Αρέστη" userId="813aa191-2d4c-464f-9d05-0a7e494d859f" providerId="ADAL" clId="{61B9B2C4-CEBF-42A8-BDB9-5DA7067D7AD5}" dt="2026-09-07T05:58:44.264" v="7" actId="27636"/>
        <pc:sldMkLst>
          <pc:docMk/>
          <pc:sldMk cId="1858723173" sldId="423"/>
        </pc:sldMkLst>
        <pc:spChg chg="mod">
          <ac:chgData name="Άριστος Αρέστη" userId="813aa191-2d4c-464f-9d05-0a7e494d859f" providerId="ADAL" clId="{61B9B2C4-CEBF-42A8-BDB9-5DA7067D7AD5}" dt="2026-09-07T05:58:44.264" v="7" actId="27636"/>
          <ac:spMkLst>
            <pc:docMk/>
            <pc:sldMk cId="1858723173" sldId="423"/>
            <ac:spMk id="3" creationId="{00000000-0000-0000-0000-000000000000}"/>
          </ac:spMkLst>
        </pc:spChg>
      </pc:sldChg>
      <pc:sldChg chg="del">
        <pc:chgData name="Άριστος Αρέστη" userId="813aa191-2d4c-464f-9d05-0a7e494d859f" providerId="ADAL" clId="{61B9B2C4-CEBF-42A8-BDB9-5DA7067D7AD5}" dt="2026-09-07T06:14:49.670" v="104" actId="47"/>
        <pc:sldMkLst>
          <pc:docMk/>
          <pc:sldMk cId="2570149264" sldId="424"/>
        </pc:sldMkLst>
      </pc:sldChg>
      <pc:sldChg chg="addSp delSp modSp add mod setBg delDesignElem">
        <pc:chgData name="Άριστος Αρέστη" userId="813aa191-2d4c-464f-9d05-0a7e494d859f" providerId="ADAL" clId="{61B9B2C4-CEBF-42A8-BDB9-5DA7067D7AD5}" dt="2026-09-07T06:45:38.142" v="109" actId="478"/>
        <pc:sldMkLst>
          <pc:docMk/>
          <pc:sldMk cId="2972475615" sldId="424"/>
        </pc:sldMkLst>
        <pc:spChg chg="mod">
          <ac:chgData name="Άριστος Αρέστη" userId="813aa191-2d4c-464f-9d05-0a7e494d859f" providerId="ADAL" clId="{61B9B2C4-CEBF-42A8-BDB9-5DA7067D7AD5}" dt="2026-09-07T06:45:28.023" v="107"/>
          <ac:spMkLst>
            <pc:docMk/>
            <pc:sldMk cId="2972475615" sldId="424"/>
            <ac:spMk id="2" creationId="{00000000-0000-0000-0000-000000000000}"/>
          </ac:spMkLst>
        </pc:spChg>
        <pc:spChg chg="del">
          <ac:chgData name="Άριστος Αρέστη" userId="813aa191-2d4c-464f-9d05-0a7e494d859f" providerId="ADAL" clId="{61B9B2C4-CEBF-42A8-BDB9-5DA7067D7AD5}" dt="2026-09-07T06:45:38.142" v="109" actId="478"/>
          <ac:spMkLst>
            <pc:docMk/>
            <pc:sldMk cId="2972475615" sldId="424"/>
            <ac:spMk id="4" creationId="{00000000-0000-0000-0000-000000000000}"/>
          </ac:spMkLst>
        </pc:spChg>
        <pc:spChg chg="add mod">
          <ac:chgData name="Άριστος Αρέστη" userId="813aa191-2d4c-464f-9d05-0a7e494d859f" providerId="ADAL" clId="{61B9B2C4-CEBF-42A8-BDB9-5DA7067D7AD5}" dt="2026-09-07T06:45:38.142" v="109" actId="478"/>
          <ac:spMkLst>
            <pc:docMk/>
            <pc:sldMk cId="2972475615" sldId="424"/>
            <ac:spMk id="6" creationId="{911C51EA-C014-6A3A-0EF1-826584AACE45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26" creationId="{3F088236-D655-4F88-B238-E16762358025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28" creationId="{3DAC0C92-199E-475C-9390-119A9B027276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30" creationId="{C4CFB339-0ED8-4FE2-9EF1-6D1375B8499B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32" creationId="{31896C80-2069-4431-9C19-83B913734490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34" creationId="{BF120A21-0841-4823-B0C4-28AEBCEF9B78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36" creationId="{DBB05BAE-BBD3-4289-899F-A6851503C6B0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38" creationId="{9874D11C-36F5-4BBE-A490-019A54E953B0}"/>
          </ac:spMkLst>
        </pc:spChg>
        <pc:grpChg chg="del">
          <ac:chgData name="Άριστος Αρέστη" userId="813aa191-2d4c-464f-9d05-0a7e494d859f" providerId="ADAL" clId="{61B9B2C4-CEBF-42A8-BDB9-5DA7067D7AD5}" dt="2026-09-07T06:14:57.541" v="106"/>
          <ac:grpSpMkLst>
            <pc:docMk/>
            <pc:sldMk cId="2972475615" sldId="424"/>
            <ac:grpSpMk id="10" creationId="{E4951899-B99C-47AB-9C7C-16264D7A14C5}"/>
          </ac:grpSpMkLst>
        </pc:grpChg>
        <pc:picChg chg="del">
          <ac:chgData name="Άριστος Αρέστη" userId="813aa191-2d4c-464f-9d05-0a7e494d859f" providerId="ADAL" clId="{61B9B2C4-CEBF-42A8-BDB9-5DA7067D7AD5}" dt="2026-09-07T06:45:32.268" v="108" actId="478"/>
          <ac:picMkLst>
            <pc:docMk/>
            <pc:sldMk cId="2972475615" sldId="424"/>
            <ac:picMk id="5" creationId="{BBA02C3F-3FC2-47A5-6D34-B4CB06BA0716}"/>
          </ac:picMkLst>
        </pc:picChg>
        <pc:cxnChg chg="del">
          <ac:chgData name="Άριστος Αρέστη" userId="813aa191-2d4c-464f-9d05-0a7e494d859f" providerId="ADAL" clId="{61B9B2C4-CEBF-42A8-BDB9-5DA7067D7AD5}" dt="2026-09-07T06:14:57.541" v="106"/>
          <ac:cxnSpMkLst>
            <pc:docMk/>
            <pc:sldMk cId="2972475615" sldId="424"/>
            <ac:cxnSpMk id="22" creationId="{64FA5DFF-7FE6-4855-84E6-DFA78EE978BD}"/>
          </ac:cxnSpMkLst>
        </pc:cxnChg>
        <pc:cxnChg chg="del">
          <ac:chgData name="Άριστος Αρέστη" userId="813aa191-2d4c-464f-9d05-0a7e494d859f" providerId="ADAL" clId="{61B9B2C4-CEBF-42A8-BDB9-5DA7067D7AD5}" dt="2026-09-07T06:14:57.541" v="106"/>
          <ac:cxnSpMkLst>
            <pc:docMk/>
            <pc:sldMk cId="2972475615" sldId="424"/>
            <ac:cxnSpMk id="24" creationId="{2AFD8CBA-54A3-4363-991B-B9C631BBFA74}"/>
          </ac:cxnSpMkLst>
        </pc:cxnChg>
      </pc:sldChg>
      <pc:sldChg chg="del">
        <pc:chgData name="Άριστος Αρέστη" userId="813aa191-2d4c-464f-9d05-0a7e494d859f" providerId="ADAL" clId="{61B9B2C4-CEBF-42A8-BDB9-5DA7067D7AD5}" dt="2026-09-07T06:14:49.670" v="104" actId="47"/>
        <pc:sldMkLst>
          <pc:docMk/>
          <pc:sldMk cId="3786659628" sldId="425"/>
        </pc:sldMkLst>
      </pc:sldChg>
      <pc:sldChg chg="del">
        <pc:chgData name="Άριστος Αρέστη" userId="813aa191-2d4c-464f-9d05-0a7e494d859f" providerId="ADAL" clId="{61B9B2C4-CEBF-42A8-BDB9-5DA7067D7AD5}" dt="2026-09-07T06:14:49.670" v="104" actId="47"/>
        <pc:sldMkLst>
          <pc:docMk/>
          <pc:sldMk cId="2075458874" sldId="426"/>
        </pc:sldMkLst>
      </pc:sldChg>
      <pc:sldChg chg="del">
        <pc:chgData name="Άριστος Αρέστη" userId="813aa191-2d4c-464f-9d05-0a7e494d859f" providerId="ADAL" clId="{61B9B2C4-CEBF-42A8-BDB9-5DA7067D7AD5}" dt="2026-09-07T06:14:49.670" v="104" actId="47"/>
        <pc:sldMkLst>
          <pc:docMk/>
          <pc:sldMk cId="643881412" sldId="427"/>
        </pc:sldMkLst>
      </pc:sldChg>
    </pc:docChg>
  </pc:docChgLst>
  <pc:docChgLst>
    <pc:chgData name="Άριστος Αρέστη" userId="813aa191-2d4c-464f-9d05-0a7e494d859f" providerId="ADAL" clId="{48267B4E-3ACF-40CF-90A0-D1F5AD9ACFDD}"/>
    <pc:docChg chg="undo custSel addSld delSld modSld sldOrd addSection delSection modSection">
      <pc:chgData name="Άριστος Αρέστη" userId="813aa191-2d4c-464f-9d05-0a7e494d859f" providerId="ADAL" clId="{48267B4E-3ACF-40CF-90A0-D1F5AD9ACFDD}" dt="2026-09-06T12:56:02.636" v="954" actId="14100"/>
      <pc:docMkLst>
        <pc:docMk/>
      </pc:docMkLst>
      <pc:sldChg chg="modSp mod">
        <pc:chgData name="Άριστος Αρέστη" userId="813aa191-2d4c-464f-9d05-0a7e494d859f" providerId="ADAL" clId="{48267B4E-3ACF-40CF-90A0-D1F5AD9ACFDD}" dt="2026-09-06T05:26:33.763" v="46" actId="20577"/>
        <pc:sldMkLst>
          <pc:docMk/>
          <pc:sldMk cId="3026196822" sldId="256"/>
        </pc:sldMkLst>
        <pc:spChg chg="mod">
          <ac:chgData name="Άριστος Αρέστη" userId="813aa191-2d4c-464f-9d05-0a7e494d859f" providerId="ADAL" clId="{48267B4E-3ACF-40CF-90A0-D1F5AD9ACFDD}" dt="2026-09-06T05:26:33.763" v="46" actId="20577"/>
          <ac:spMkLst>
            <pc:docMk/>
            <pc:sldMk cId="3026196822" sldId="256"/>
            <ac:spMk id="2" creationId="{00000000-0000-0000-0000-000000000000}"/>
          </ac:spMkLst>
        </pc:spChg>
      </pc:sldChg>
      <pc:sldChg chg="addSp delSp modSp add del mod">
        <pc:chgData name="Άριστος Αρέστη" userId="813aa191-2d4c-464f-9d05-0a7e494d859f" providerId="ADAL" clId="{48267B4E-3ACF-40CF-90A0-D1F5AD9ACFDD}" dt="2026-09-06T05:53:39.681" v="117" actId="962"/>
        <pc:sldMkLst>
          <pc:docMk/>
          <pc:sldMk cId="1459875993" sldId="258"/>
        </pc:sldMkLst>
        <pc:spChg chg="mod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4" creationId="{00000000-0000-0000-0000-00000000000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26" creationId="{3F088236-D655-4F88-B238-E16762358025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28" creationId="{3DAC0C92-199E-475C-9390-119A9B027276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0" creationId="{C4CFB339-0ED8-4FE2-9EF1-6D1375B8499B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2" creationId="{31896C80-2069-4431-9C19-83B91373449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4" creationId="{BF120A21-0841-4823-B0C4-28AEBCEF9B78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6" creationId="{DBB05BAE-BBD3-4289-899F-A6851503C6B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8" creationId="{9874D11C-36F5-4BBE-A490-019A54E953B0}"/>
          </ac:spMkLst>
        </pc:spChg>
        <pc:spChg chg="add del">
          <ac:chgData name="Άριστος Αρέστη" userId="813aa191-2d4c-464f-9d05-0a7e494d859f" providerId="ADAL" clId="{48267B4E-3ACF-40CF-90A0-D1F5AD9ACFDD}" dt="2026-09-06T05:47:02.557" v="96" actId="26606"/>
          <ac:spMkLst>
            <pc:docMk/>
            <pc:sldMk cId="1459875993" sldId="258"/>
            <ac:spMk id="55" creationId="{3BCB5F6A-9EB0-40B0-9D13-3023E9A20508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59" creationId="{3F088236-D655-4F88-B238-E16762358025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1" creationId="{3DAC0C92-199E-475C-9390-119A9B027276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3" creationId="{C4CFB339-0ED8-4FE2-9EF1-6D1375B8499B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5" creationId="{31896C80-2069-4431-9C19-83B913734490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7" creationId="{BF120A21-0841-4823-B0C4-28AEBCEF9B78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9" creationId="{DBB05BAE-BBD3-4289-899F-A6851503C6B0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71" creationId="{9874D11C-36F5-4BBE-A490-019A54E953B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74" creationId="{3BCB5F6A-9EB0-40B0-9D13-3023E9A20508}"/>
          </ac:spMkLst>
        </pc:spChg>
        <pc:grpChg chg="add del">
          <ac:chgData name="Άριστος Αρέστη" userId="813aa191-2d4c-464f-9d05-0a7e494d859f" providerId="ADAL" clId="{48267B4E-3ACF-40CF-90A0-D1F5AD9ACFDD}" dt="2026-09-06T05:47:08.417" v="100" actId="26606"/>
          <ac:grpSpMkLst>
            <pc:docMk/>
            <pc:sldMk cId="1459875993" sldId="258"/>
            <ac:grpSpMk id="10" creationId="{E4951899-B99C-47AB-9C7C-16264D7A14C5}"/>
          </ac:grpSpMkLst>
        </pc:grpChg>
        <pc:grpChg chg="add del">
          <ac:chgData name="Άριστος Αρέστη" userId="813aa191-2d4c-464f-9d05-0a7e494d859f" providerId="ADAL" clId="{48267B4E-3ACF-40CF-90A0-D1F5AD9ACFDD}" dt="2026-09-06T05:47:02.557" v="96" actId="26606"/>
          <ac:grpSpMkLst>
            <pc:docMk/>
            <pc:sldMk cId="1459875993" sldId="258"/>
            <ac:grpSpMk id="43" creationId="{E4951899-B99C-47AB-9C7C-16264D7A14C5}"/>
          </ac:grpSpMkLst>
        </pc:grpChg>
        <pc:grpChg chg="add del">
          <ac:chgData name="Άριστος Αρέστη" userId="813aa191-2d4c-464f-9d05-0a7e494d859f" providerId="ADAL" clId="{48267B4E-3ACF-40CF-90A0-D1F5AD9ACFDD}" dt="2026-09-06T05:47:04.071" v="98" actId="26606"/>
          <ac:grpSpMkLst>
            <pc:docMk/>
            <pc:sldMk cId="1459875993" sldId="258"/>
            <ac:grpSpMk id="58" creationId="{E4951899-B99C-47AB-9C7C-16264D7A14C5}"/>
          </ac:grpSpMkLst>
        </pc:grpChg>
        <pc:grpChg chg="add del">
          <ac:chgData name="Άριστος Αρέστη" userId="813aa191-2d4c-464f-9d05-0a7e494d859f" providerId="ADAL" clId="{48267B4E-3ACF-40CF-90A0-D1F5AD9ACFDD}" dt="2026-09-06T05:47:08.417" v="100" actId="26606"/>
          <ac:grpSpMkLst>
            <pc:docMk/>
            <pc:sldMk cId="1459875993" sldId="258"/>
            <ac:grpSpMk id="73" creationId="{E4951899-B99C-47AB-9C7C-16264D7A14C5}"/>
          </ac:grpSpMkLst>
        </pc:grpChg>
        <pc:picChg chg="del">
          <ac:chgData name="Άριστος Αρέστη" userId="813aa191-2d4c-464f-9d05-0a7e494d859f" providerId="ADAL" clId="{48267B4E-3ACF-40CF-90A0-D1F5AD9ACFDD}" dt="2026-09-06T05:40:48.824" v="79" actId="478"/>
          <ac:picMkLst>
            <pc:docMk/>
            <pc:sldMk cId="1459875993" sldId="258"/>
            <ac:picMk id="5" creationId="{F9C7443D-155B-C774-5622-77852D52D5F3}"/>
          </ac:picMkLst>
        </pc:picChg>
        <pc:picChg chg="add del mod ord">
          <ac:chgData name="Άριστος Αρέστη" userId="813aa191-2d4c-464f-9d05-0a7e494d859f" providerId="ADAL" clId="{48267B4E-3ACF-40CF-90A0-D1F5AD9ACFDD}" dt="2026-09-06T05:53:28.752" v="112" actId="478"/>
          <ac:picMkLst>
            <pc:docMk/>
            <pc:sldMk cId="1459875993" sldId="258"/>
            <ac:picMk id="6" creationId="{9F705020-9768-41E0-9FF4-3B466F5025F6}"/>
          </ac:picMkLst>
        </pc:picChg>
        <pc:picChg chg="add mod">
          <ac:chgData name="Άριστος Αρέστη" userId="813aa191-2d4c-464f-9d05-0a7e494d859f" providerId="ADAL" clId="{48267B4E-3ACF-40CF-90A0-D1F5AD9ACFDD}" dt="2026-09-06T05:53:39.681" v="117" actId="962"/>
          <ac:picMkLst>
            <pc:docMk/>
            <pc:sldMk cId="1459875993" sldId="258"/>
            <ac:picMk id="8" creationId="{8E9A73BA-365C-E2C8-1AAC-997F4AF39F5C}"/>
          </ac:picMkLst>
        </pc:picChg>
        <pc:cxnChg chg="add del">
          <ac:chgData name="Άριστος Αρέστη" userId="813aa191-2d4c-464f-9d05-0a7e494d859f" providerId="ADAL" clId="{48267B4E-3ACF-40CF-90A0-D1F5AD9ACFDD}" dt="2026-09-06T05:47:08.417" v="100" actId="26606"/>
          <ac:cxnSpMkLst>
            <pc:docMk/>
            <pc:sldMk cId="1459875993" sldId="258"/>
            <ac:cxnSpMk id="22" creationId="{64FA5DFF-7FE6-4855-84E6-DFA78EE978BD}"/>
          </ac:cxnSpMkLst>
        </pc:cxnChg>
        <pc:cxnChg chg="add del">
          <ac:chgData name="Άριστος Αρέστη" userId="813aa191-2d4c-464f-9d05-0a7e494d859f" providerId="ADAL" clId="{48267B4E-3ACF-40CF-90A0-D1F5AD9ACFDD}" dt="2026-09-06T05:47:08.417" v="100" actId="26606"/>
          <ac:cxnSpMkLst>
            <pc:docMk/>
            <pc:sldMk cId="1459875993" sldId="258"/>
            <ac:cxnSpMk id="24" creationId="{2AFD8CBA-54A3-4363-991B-B9C631BBFA74}"/>
          </ac:cxnSpMkLst>
        </pc:cxnChg>
        <pc:cxnChg chg="add del">
          <ac:chgData name="Άριστος Αρέστη" userId="813aa191-2d4c-464f-9d05-0a7e494d859f" providerId="ADAL" clId="{48267B4E-3ACF-40CF-90A0-D1F5AD9ACFDD}" dt="2026-09-06T05:47:04.071" v="98" actId="26606"/>
          <ac:cxnSpMkLst>
            <pc:docMk/>
            <pc:sldMk cId="1459875993" sldId="258"/>
            <ac:cxnSpMk id="57" creationId="{2AFD8CBA-54A3-4363-991B-B9C631BBFA74}"/>
          </ac:cxnSpMkLst>
        </pc:cxnChg>
        <pc:cxnChg chg="add del">
          <ac:chgData name="Άριστος Αρέστη" userId="813aa191-2d4c-464f-9d05-0a7e494d859f" providerId="ADAL" clId="{48267B4E-3ACF-40CF-90A0-D1F5AD9ACFDD}" dt="2026-09-06T05:47:04.071" v="98" actId="26606"/>
          <ac:cxnSpMkLst>
            <pc:docMk/>
            <pc:sldMk cId="1459875993" sldId="258"/>
            <ac:cxnSpMk id="60" creationId="{64FA5DFF-7FE6-4855-84E6-DFA78EE978BD}"/>
          </ac:cxnSpMkLst>
        </pc:cxnChg>
      </pc:sldChg>
      <pc:sldChg chg="add del">
        <pc:chgData name="Άριστος Αρέστη" userId="813aa191-2d4c-464f-9d05-0a7e494d859f" providerId="ADAL" clId="{48267B4E-3ACF-40CF-90A0-D1F5AD9ACFDD}" dt="2026-09-06T05:47:30.559" v="104" actId="47"/>
        <pc:sldMkLst>
          <pc:docMk/>
          <pc:sldMk cId="2467819896" sldId="278"/>
        </pc:sldMkLst>
      </pc:sldChg>
      <pc:sldChg chg="modSp mod">
        <pc:chgData name="Άριστος Αρέστη" userId="813aa191-2d4c-464f-9d05-0a7e494d859f" providerId="ADAL" clId="{48267B4E-3ACF-40CF-90A0-D1F5AD9ACFDD}" dt="2026-09-06T05:39:11.345" v="55" actId="6549"/>
        <pc:sldMkLst>
          <pc:docMk/>
          <pc:sldMk cId="1858723173" sldId="423"/>
        </pc:sldMkLst>
        <pc:spChg chg="mod">
          <ac:chgData name="Άριστος Αρέστη" userId="813aa191-2d4c-464f-9d05-0a7e494d859f" providerId="ADAL" clId="{48267B4E-3ACF-40CF-90A0-D1F5AD9ACFDD}" dt="2026-09-06T05:39:11.345" v="55" actId="6549"/>
          <ac:spMkLst>
            <pc:docMk/>
            <pc:sldMk cId="1858723173" sldId="423"/>
            <ac:spMk id="3" creationId="{00000000-0000-0000-0000-000000000000}"/>
          </ac:spMkLst>
        </pc:spChg>
      </pc:sldChg>
      <pc:sldChg chg="addSp delSp modSp add mod setBg delDesignElem">
        <pc:chgData name="Άριστος Αρέστη" userId="813aa191-2d4c-464f-9d05-0a7e494d859f" providerId="ADAL" clId="{48267B4E-3ACF-40CF-90A0-D1F5AD9ACFDD}" dt="2026-09-06T05:59:43.684" v="150" actId="14100"/>
        <pc:sldMkLst>
          <pc:docMk/>
          <pc:sldMk cId="2570149264" sldId="424"/>
        </pc:sldMkLst>
        <pc:spChg chg="mod">
          <ac:chgData name="Άριστος Αρέστη" userId="813aa191-2d4c-464f-9d05-0a7e494d859f" providerId="ADAL" clId="{48267B4E-3ACF-40CF-90A0-D1F5AD9ACFDD}" dt="2026-09-06T05:59:09.216" v="142" actId="20577"/>
          <ac:spMkLst>
            <pc:docMk/>
            <pc:sldMk cId="2570149264" sldId="424"/>
            <ac:spMk id="2" creationId="{00000000-0000-0000-0000-000000000000}"/>
          </ac:spMkLst>
        </pc:spChg>
        <pc:spChg chg="del">
          <ac:chgData name="Άριστος Αρέστη" userId="813aa191-2d4c-464f-9d05-0a7e494d859f" providerId="ADAL" clId="{48267B4E-3ACF-40CF-90A0-D1F5AD9ACFDD}" dt="2026-09-06T05:59:13.628" v="143" actId="478"/>
          <ac:spMkLst>
            <pc:docMk/>
            <pc:sldMk cId="2570149264" sldId="424"/>
            <ac:spMk id="4" creationId="{00000000-0000-0000-0000-000000000000}"/>
          </ac:spMkLst>
        </pc:spChg>
        <pc:spChg chg="add del mod">
          <ac:chgData name="Άριστος Αρέστη" userId="813aa191-2d4c-464f-9d05-0a7e494d859f" providerId="ADAL" clId="{48267B4E-3ACF-40CF-90A0-D1F5AD9ACFDD}" dt="2026-09-06T05:59:15.540" v="144" actId="478"/>
          <ac:spMkLst>
            <pc:docMk/>
            <pc:sldMk cId="2570149264" sldId="424"/>
            <ac:spMk id="5" creationId="{4D53F617-8608-24CF-51CF-EAFE4DB320A3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26" creationId="{3F088236-D655-4F88-B238-E16762358025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28" creationId="{3DAC0C92-199E-475C-9390-119A9B027276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0" creationId="{C4CFB339-0ED8-4FE2-9EF1-6D1375B8499B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2" creationId="{31896C80-2069-4431-9C19-83B913734490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4" creationId="{BF120A21-0841-4823-B0C4-28AEBCEF9B78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6" creationId="{DBB05BAE-BBD3-4289-899F-A6851503C6B0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8" creationId="{9874D11C-36F5-4BBE-A490-019A54E953B0}"/>
          </ac:spMkLst>
        </pc:spChg>
        <pc:grpChg chg="del">
          <ac:chgData name="Άριστος Αρέστη" userId="813aa191-2d4c-464f-9d05-0a7e494d859f" providerId="ADAL" clId="{48267B4E-3ACF-40CF-90A0-D1F5AD9ACFDD}" dt="2026-09-06T05:53:49.172" v="119"/>
          <ac:grpSpMkLst>
            <pc:docMk/>
            <pc:sldMk cId="2570149264" sldId="424"/>
            <ac:grpSpMk id="10" creationId="{E4951899-B99C-47AB-9C7C-16264D7A14C5}"/>
          </ac:grpSpMkLst>
        </pc:grpChg>
        <pc:picChg chg="add mod">
          <ac:chgData name="Άριστος Αρέστη" userId="813aa191-2d4c-464f-9d05-0a7e494d859f" providerId="ADAL" clId="{48267B4E-3ACF-40CF-90A0-D1F5AD9ACFDD}" dt="2026-09-06T05:59:43.684" v="150" actId="14100"/>
          <ac:picMkLst>
            <pc:docMk/>
            <pc:sldMk cId="2570149264" sldId="424"/>
            <ac:picMk id="7" creationId="{22CA1806-EF69-5B9D-9D79-222BE567F167}"/>
          </ac:picMkLst>
        </pc:picChg>
        <pc:picChg chg="del">
          <ac:chgData name="Άριστος Αρέστη" userId="813aa191-2d4c-464f-9d05-0a7e494d859f" providerId="ADAL" clId="{48267B4E-3ACF-40CF-90A0-D1F5AD9ACFDD}" dt="2026-09-06T05:59:17.259" v="145" actId="478"/>
          <ac:picMkLst>
            <pc:docMk/>
            <pc:sldMk cId="2570149264" sldId="424"/>
            <ac:picMk id="8" creationId="{8E9A73BA-365C-E2C8-1AAC-997F4AF39F5C}"/>
          </ac:picMkLst>
        </pc:picChg>
        <pc:cxnChg chg="del">
          <ac:chgData name="Άριστος Αρέστη" userId="813aa191-2d4c-464f-9d05-0a7e494d859f" providerId="ADAL" clId="{48267B4E-3ACF-40CF-90A0-D1F5AD9ACFDD}" dt="2026-09-06T05:53:49.172" v="119"/>
          <ac:cxnSpMkLst>
            <pc:docMk/>
            <pc:sldMk cId="2570149264" sldId="424"/>
            <ac:cxnSpMk id="22" creationId="{64FA5DFF-7FE6-4855-84E6-DFA78EE978BD}"/>
          </ac:cxnSpMkLst>
        </pc:cxnChg>
        <pc:cxnChg chg="del">
          <ac:chgData name="Άριστος Αρέστη" userId="813aa191-2d4c-464f-9d05-0a7e494d859f" providerId="ADAL" clId="{48267B4E-3ACF-40CF-90A0-D1F5AD9ACFDD}" dt="2026-09-06T05:53:49.172" v="119"/>
          <ac:cxnSpMkLst>
            <pc:docMk/>
            <pc:sldMk cId="2570149264" sldId="424"/>
            <ac:cxnSpMk id="24" creationId="{2AFD8CBA-54A3-4363-991B-B9C631BBFA74}"/>
          </ac:cxnSpMkLst>
        </pc:cxnChg>
      </pc:sldChg>
      <pc:sldChg chg="add del">
        <pc:chgData name="Άριστος Αρέστη" userId="813aa191-2d4c-464f-9d05-0a7e494d859f" providerId="ADAL" clId="{48267B4E-3ACF-40CF-90A0-D1F5AD9ACFDD}" dt="2026-09-06T05:47:35.624" v="106" actId="47"/>
        <pc:sldMkLst>
          <pc:docMk/>
          <pc:sldMk cId="4223261051" sldId="424"/>
        </pc:sldMkLst>
      </pc:sldChg>
      <pc:sldChg chg="addSp delSp modSp add mod">
        <pc:chgData name="Άριστος Αρέστη" userId="813aa191-2d4c-464f-9d05-0a7e494d859f" providerId="ADAL" clId="{48267B4E-3ACF-40CF-90A0-D1F5AD9ACFDD}" dt="2026-09-06T12:18:33.059" v="877"/>
        <pc:sldMkLst>
          <pc:docMk/>
          <pc:sldMk cId="3786659628" sldId="425"/>
        </pc:sldMkLst>
        <pc:spChg chg="mod">
          <ac:chgData name="Άριστος Αρέστη" userId="813aa191-2d4c-464f-9d05-0a7e494d859f" providerId="ADAL" clId="{48267B4E-3ACF-40CF-90A0-D1F5AD9ACFDD}" dt="2026-09-06T12:09:22.962" v="707" actId="114"/>
          <ac:spMkLst>
            <pc:docMk/>
            <pc:sldMk cId="3786659628" sldId="425"/>
            <ac:spMk id="2" creationId="{00000000-0000-0000-0000-000000000000}"/>
          </ac:spMkLst>
        </pc:spChg>
        <pc:spChg chg="add del mod">
          <ac:chgData name="Άριστος Αρέστη" userId="813aa191-2d4c-464f-9d05-0a7e494d859f" providerId="ADAL" clId="{48267B4E-3ACF-40CF-90A0-D1F5AD9ACFDD}" dt="2026-09-06T07:55:01.606" v="201"/>
          <ac:spMkLst>
            <pc:docMk/>
            <pc:sldMk cId="3786659628" sldId="425"/>
            <ac:spMk id="3" creationId="{67F2E5BF-3A5F-4A70-7064-2FC3175730CD}"/>
          </ac:spMkLst>
        </pc:spChg>
        <pc:spChg chg="add mod">
          <ac:chgData name="Άριστος Αρέστη" userId="813aa191-2d4c-464f-9d05-0a7e494d859f" providerId="ADAL" clId="{48267B4E-3ACF-40CF-90A0-D1F5AD9ACFDD}" dt="2026-09-06T12:18:33.059" v="877"/>
          <ac:spMkLst>
            <pc:docMk/>
            <pc:sldMk cId="3786659628" sldId="425"/>
            <ac:spMk id="4" creationId="{EB3F7303-CEA4-CFC4-5052-5C4AC627408E}"/>
          </ac:spMkLst>
        </pc:spChg>
        <pc:picChg chg="del">
          <ac:chgData name="Άριστος Αρέστη" userId="813aa191-2d4c-464f-9d05-0a7e494d859f" providerId="ADAL" clId="{48267B4E-3ACF-40CF-90A0-D1F5AD9ACFDD}" dt="2026-09-06T06:20:51.074" v="182" actId="478"/>
          <ac:picMkLst>
            <pc:docMk/>
            <pc:sldMk cId="3786659628" sldId="425"/>
            <ac:picMk id="7" creationId="{22CA1806-EF69-5B9D-9D79-222BE567F167}"/>
          </ac:picMkLst>
        </pc:picChg>
      </pc:sldChg>
      <pc:sldChg chg="add del">
        <pc:chgData name="Άριστος Αρέστη" userId="813aa191-2d4c-464f-9d05-0a7e494d859f" providerId="ADAL" clId="{48267B4E-3ACF-40CF-90A0-D1F5AD9ACFDD}" dt="2026-09-06T05:47:39.123" v="108" actId="47"/>
        <pc:sldMkLst>
          <pc:docMk/>
          <pc:sldMk cId="4168441250" sldId="425"/>
        </pc:sldMkLst>
      </pc:sldChg>
      <pc:sldChg chg="modSp add mod ord">
        <pc:chgData name="Άριστος Αρέστη" userId="813aa191-2d4c-464f-9d05-0a7e494d859f" providerId="ADAL" clId="{48267B4E-3ACF-40CF-90A0-D1F5AD9ACFDD}" dt="2026-09-06T08:33:07.224" v="488"/>
        <pc:sldMkLst>
          <pc:docMk/>
          <pc:sldMk cId="2075458874" sldId="426"/>
        </pc:sldMkLst>
        <pc:spChg chg="mod">
          <ac:chgData name="Άριστος Αρέστη" userId="813aa191-2d4c-464f-9d05-0a7e494d859f" providerId="ADAL" clId="{48267B4E-3ACF-40CF-90A0-D1F5AD9ACFDD}" dt="2026-09-06T08:08:30.443" v="486" actId="14100"/>
          <ac:spMkLst>
            <pc:docMk/>
            <pc:sldMk cId="2075458874" sldId="426"/>
            <ac:spMk id="2" creationId="{00000000-0000-0000-0000-000000000000}"/>
          </ac:spMkLst>
        </pc:spChg>
      </pc:sldChg>
      <pc:sldChg chg="addSp modSp add mod">
        <pc:chgData name="Άριστος Αρέστη" userId="813aa191-2d4c-464f-9d05-0a7e494d859f" providerId="ADAL" clId="{48267B4E-3ACF-40CF-90A0-D1F5AD9ACFDD}" dt="2026-09-06T12:56:02.636" v="954" actId="14100"/>
        <pc:sldMkLst>
          <pc:docMk/>
          <pc:sldMk cId="643881412" sldId="427"/>
        </pc:sldMkLst>
        <pc:spChg chg="mod">
          <ac:chgData name="Άριστος Αρέστη" userId="813aa191-2d4c-464f-9d05-0a7e494d859f" providerId="ADAL" clId="{48267B4E-3ACF-40CF-90A0-D1F5AD9ACFDD}" dt="2026-09-06T12:40:24.164" v="907" actId="20577"/>
          <ac:spMkLst>
            <pc:docMk/>
            <pc:sldMk cId="643881412" sldId="427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48267B4E-3ACF-40CF-90A0-D1F5AD9ACFDD}" dt="2026-09-06T12:55:49.370" v="951" actId="27636"/>
          <ac:spMkLst>
            <pc:docMk/>
            <pc:sldMk cId="643881412" sldId="427"/>
            <ac:spMk id="4" creationId="{EB3F7303-CEA4-CFC4-5052-5C4AC627408E}"/>
          </ac:spMkLst>
        </pc:spChg>
        <pc:picChg chg="add mod">
          <ac:chgData name="Άριστος Αρέστη" userId="813aa191-2d4c-464f-9d05-0a7e494d859f" providerId="ADAL" clId="{48267B4E-3ACF-40CF-90A0-D1F5AD9ACFDD}" dt="2026-09-06T12:56:02.636" v="954" actId="14100"/>
          <ac:picMkLst>
            <pc:docMk/>
            <pc:sldMk cId="643881412" sldId="427"/>
            <ac:picMk id="5" creationId="{DE3ABEED-FF67-76D9-E9F2-52FA6FAABEC5}"/>
          </ac:picMkLst>
        </pc:picChg>
        <pc:picChg chg="add mod">
          <ac:chgData name="Άριστος Αρέστη" userId="813aa191-2d4c-464f-9d05-0a7e494d859f" providerId="ADAL" clId="{48267B4E-3ACF-40CF-90A0-D1F5AD9ACFDD}" dt="2026-09-06T12:55:58.719" v="953" actId="14100"/>
          <ac:picMkLst>
            <pc:docMk/>
            <pc:sldMk cId="643881412" sldId="427"/>
            <ac:picMk id="7" creationId="{9090A21B-FFCB-DD2E-4B89-591C30C4AAE3}"/>
          </ac:picMkLst>
        </pc:picChg>
      </pc:sldChg>
      <pc:sldChg chg="del">
        <pc:chgData name="Άριστος Αρέστη" userId="813aa191-2d4c-464f-9d05-0a7e494d859f" providerId="ADAL" clId="{48267B4E-3ACF-40CF-90A0-D1F5AD9ACFDD}" dt="2026-09-06T05:26:44.690" v="47" actId="47"/>
        <pc:sldMkLst>
          <pc:docMk/>
          <pc:sldMk cId="3076537880" sldId="432"/>
        </pc:sldMkLst>
      </pc:sldChg>
      <pc:sldChg chg="add del">
        <pc:chgData name="Άριστος Αρέστη" userId="813aa191-2d4c-464f-9d05-0a7e494d859f" providerId="ADAL" clId="{48267B4E-3ACF-40CF-90A0-D1F5AD9ACFDD}" dt="2026-09-06T05:47:34.149" v="105" actId="47"/>
        <pc:sldMkLst>
          <pc:docMk/>
          <pc:sldMk cId="3406044108" sldId="433"/>
        </pc:sldMkLst>
      </pc:sldChg>
      <pc:sldChg chg="del">
        <pc:chgData name="Άριστος Αρέστη" userId="813aa191-2d4c-464f-9d05-0a7e494d859f" providerId="ADAL" clId="{48267B4E-3ACF-40CF-90A0-D1F5AD9ACFDD}" dt="2026-09-06T05:47:13.809" v="101" actId="47"/>
        <pc:sldMkLst>
          <pc:docMk/>
          <pc:sldMk cId="2870619907" sldId="434"/>
        </pc:sldMkLst>
      </pc:sldChg>
      <pc:sldChg chg="add del">
        <pc:chgData name="Άριστος Αρέστη" userId="813aa191-2d4c-464f-9d05-0a7e494d859f" providerId="ADAL" clId="{48267B4E-3ACF-40CF-90A0-D1F5AD9ACFDD}" dt="2026-09-06T05:47:37.552" v="107" actId="47"/>
        <pc:sldMkLst>
          <pc:docMk/>
          <pc:sldMk cId="3377036941" sldId="435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1937179050" sldId="436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46050486" sldId="437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354044467" sldId="438"/>
        </pc:sldMkLst>
      </pc:sldChg>
      <pc:sldChg chg="add del">
        <pc:chgData name="Άριστος Αρέστη" userId="813aa191-2d4c-464f-9d05-0a7e494d859f" providerId="ADAL" clId="{48267B4E-3ACF-40CF-90A0-D1F5AD9ACFDD}" dt="2026-09-06T05:47:57.457" v="111" actId="47"/>
        <pc:sldMkLst>
          <pc:docMk/>
          <pc:sldMk cId="3982398155" sldId="439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1631350224" sldId="440"/>
        </pc:sldMkLst>
      </pc:sldChg>
      <pc:sldChg chg="del">
        <pc:chgData name="Άριστος Αρέστη" userId="813aa191-2d4c-464f-9d05-0a7e494d859f" providerId="ADAL" clId="{48267B4E-3ACF-40CF-90A0-D1F5AD9ACFDD}" dt="2026-09-06T05:47:16.197" v="102" actId="47"/>
        <pc:sldMkLst>
          <pc:docMk/>
          <pc:sldMk cId="551315278" sldId="441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841146910" sldId="442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818767313" sldId="443"/>
        </pc:sldMkLst>
      </pc:sldChg>
      <pc:sldChg chg="add del">
        <pc:chgData name="Άριστος Αρέστη" userId="813aa191-2d4c-464f-9d05-0a7e494d859f" providerId="ADAL" clId="{48267B4E-3ACF-40CF-90A0-D1F5AD9ACFDD}" dt="2026-09-06T05:47:53.251" v="110" actId="47"/>
        <pc:sldMkLst>
          <pc:docMk/>
          <pc:sldMk cId="4030258494" sldId="44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BF85C-F8FB-4CF1-A892-6B96CF4527BB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520E1-37F4-465C-8C75-8C120D206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9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pliroforiki_a_lykeiou_simeioseis_2023_2024(1).pdf, σελ. 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pliroforiki_a_lykeiou_simeioseis_2023_2024(1).pdf, σελ. 75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pliroforiki_a_lykeiou_simeioseis_2023_2024(1).pdf, σελ. 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718595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28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74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10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84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54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10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30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91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410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82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944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715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4097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725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567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5001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4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/>
            <a:r>
              <a:rPr lang="el-GR" dirty="0"/>
              <a:t>Sound</a:t>
            </a:r>
            <a:endParaRPr lang="en-GB" dirty="0"/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Today's lesson objectives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 fontScale="85000" lnSpcReduction="10000"/>
          </a:bodyPr>
          <a:lstStyle/>
          <a:p>
            <a:r>
              <a:rPr lang="el-GR" sz="2800" dirty="0"/>
              <a:t>Split and duplicate a selected part of the audio</a:t>
            </a:r>
            <a:endParaRPr lang="en-US" sz="2800" dirty="0"/>
          </a:p>
          <a:p>
            <a:r>
              <a:rPr lang="el-GR" sz="2800" dirty="0"/>
              <a:t>Use the Fade In and Fade Out effects</a:t>
            </a:r>
            <a:endParaRPr lang="en-US" sz="2800" dirty="0"/>
          </a:p>
          <a:p>
            <a:r>
              <a:rPr lang="el-GR" sz="2800" dirty="0"/>
              <a:t>Change the speed and tempo of audio</a:t>
            </a:r>
            <a:endParaRPr lang="en-US" sz="2800" dirty="0"/>
          </a:p>
          <a:p>
            <a:r>
              <a:rPr lang="el-GR" sz="2800" dirty="0"/>
              <a:t>Reverse audio</a:t>
            </a:r>
            <a:endParaRPr lang="en-US" sz="2800" dirty="0"/>
          </a:p>
          <a:p>
            <a:r>
              <a:rPr lang="el-GR" sz="2800" dirty="0"/>
              <a:t>Download audio from YouTube</a:t>
            </a:r>
            <a:endParaRPr lang="el-GR" sz="3000" dirty="0">
              <a:latin typeface="+mj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049" y="1916219"/>
            <a:ext cx="3810000" cy="3609975"/>
          </a:xfr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4951899-B99C-47AB-9C7C-16264D7A1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4D217E-92A1-48B2-B6BF-8B6A35AF9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9582FD9-95AB-4339-8A07-BAD420BE1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6778DC79-DE09-4F89-81B1-275C542D7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EAEC370A-1F34-4D8E-B065-81F6F568A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816EDF3-D9EE-488C-AFDC-022381513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E8330BD4-97D9-4D24-815A-0E557B04F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EA8EDE67-BAC0-478C-99D9-BBC5AD532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3DFB3F3-2523-4F1F-BC2B-B97C172F2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5E5660E4-7443-4FCC-AD43-9D1AE972B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4EDF9C36-B365-4426-85B9-82E0DE187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 dirty="0"/>
              <a:t>Split</a:t>
            </a:r>
            <a:r>
              <a:rPr lang="en-US" dirty="0"/>
              <a:t/>
            </a:r>
            <a:r>
              <a:rPr lang="el-GR" dirty="0"/>
              <a:t/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57251" y="1484379"/>
            <a:ext cx="3851122" cy="3880773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0" indent="0"/>
            <a:r>
              <a:rPr lang="el-GR" dirty="0"/>
              <a:t>Split: divides a track into independent audio clips.</a:t>
            </a:r>
          </a:p>
          <a:p>
            <a:pPr marL="0" indent="0"/>
            <a:r>
              <a:rPr lang="el-GR" dirty="0"/>
              <a:t>If an audio track contains several sections that we want to edit independently, such as several songs on the same track, we can separate them with the Split tool.</a:t>
            </a:r>
          </a:p>
          <a:p>
            <a:pPr marL="0" indent="0"/>
            <a:r>
              <a:rPr lang="el-GR" dirty="0"/>
              <a:t>Edit -&gt; Audio Clips -&gt; Split</a:t>
            </a:r>
            <a:r>
              <a:rPr lang="en-US" dirty="0"/>
              <a:t/>
            </a:r>
            <a:r>
              <a:rPr lang="el-GR" dirty="0"/>
              <a:t/>
            </a:r>
            <a:r>
              <a:rPr lang="en-US" dirty="0"/>
              <a:t/>
            </a:r>
            <a:r>
              <a:rPr lang="en-GB" dirty="0"/>
              <a:t/>
            </a:r>
            <a:r>
              <a:rPr lang="el-GR" dirty="0"/>
              <a:t/>
            </a:r>
          </a:p>
          <a:p>
            <a:pPr marL="0" indent="0"/>
            <a:r>
              <a:rPr lang="el-GR" dirty="0"/>
              <a:t>Edit -&gt; Audio Clips -&gt; Split New</a:t>
            </a:r>
            <a:r>
              <a:rPr lang="en-US" dirty="0"/>
              <a:t/>
            </a:r>
            <a:r>
              <a:rPr lang="el-GR" dirty="0"/>
              <a:t/>
            </a:r>
            <a:r>
              <a:rPr lang="en-US" dirty="0"/>
              <a:t/>
            </a:r>
            <a:r>
              <a:rPr lang="en-GB" dirty="0"/>
              <a:t/>
            </a:r>
            <a:r>
              <a:rPr lang="el-GR" dirty="0"/>
              <a:t/>
            </a:r>
          </a:p>
          <a:p>
            <a:pPr marL="0" indent="0"/>
            <a:r>
              <a:rPr lang="el-GR" dirty="0"/>
              <a:t>The selected audio is split and moved to a new track.</a:t>
            </a:r>
            <a:endParaRPr lang="en-US" dirty="0"/>
          </a:p>
          <a:p>
            <a:pPr marL="0" indent="0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A02C3F-3FC2-47A5-6D34-B4CB06BA0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3323" y="1297780"/>
            <a:ext cx="5476889" cy="295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 dirty="0"/>
              <a:t>Duplicate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57251" y="1484379"/>
            <a:ext cx="3851122" cy="388077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/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A copy of the selected audio at the same point in time as the original, </a:t>
            </a:r>
            <a:r>
              <a:rPr lang="el-GR" sz="1800" b="1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but on another track.</a:t>
            </a:r>
            <a:endParaRPr lang="en-US" sz="1800" b="1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0" indent="0"/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After selecting the section we want to duplicate,</a:t>
            </a:r>
          </a:p>
          <a:p>
            <a:pPr marL="0" indent="0"/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choose Edit -&gt; Duplicate from the menu.</a:t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Wingdings" panose="05000000000000000000" pitchFamily="2" charset="2"/>
              </a:rPr>
              <a:t/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/>
            </a:r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D2BD7C8-16CA-D7E0-8A69-102F0B27F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291" y="1270000"/>
            <a:ext cx="6105570" cy="319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86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7265B1C-5C33-4314-B600-8A577721536B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1913992-1A2A-4ECD-91C9-647DDC35E488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FB7AF-9C2A-4B0D-A4E8-C12826DE7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Fade Out – Fade 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761F4-4B1F-43B0-A0A7-C9D7444DA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r>
              <a:rPr dirty="0"/>
              <a:t>Combine them for a smooth transition between two songs.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  <a:p>
            <a:pPr marL="0" indent="0">
              <a:buNone/>
            </a:pPr>
            <a:r>
              <a:rPr dirty="0"/>
              <a:t>First select the section, then apply the effect.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endParaRPr lang="el-GR" dirty="0"/>
          </a:p>
          <a:p>
            <a:pPr marL="0" indent="0">
              <a:buNone/>
            </a:pPr>
            <a:r>
              <a:rPr lang="el-GR" dirty="0"/>
              <a:t>Fade Out: the volume gradually decreases to silence (Effect -&gt; Fade Out).</a:t>
            </a:r>
          </a:p>
          <a:p>
            <a:pPr marL="0" indent="0">
              <a:buNone/>
            </a:pPr>
            <a:r>
              <a:rPr lang="el-GR" dirty="0"/>
              <a:t>Fade In: the volume gradually increases from silence (Effect -&gt; Fade In).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11C0739-F808-4B67-BBF1-01BED2F36F9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8D9FD803-128F-4ADD-9167-C040C4130507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1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08682" y="1785382"/>
            <a:ext cx="5861675" cy="359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789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437B8-FC08-47FA-B91A-092E05986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Audio modification effects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63757"/>
            <a:ext cx="5952067" cy="4477604"/>
          </a:xfrm>
        </p:spPr>
        <p:txBody>
          <a:bodyPr>
            <a:normAutofit/>
          </a:bodyPr>
          <a:lstStyle/>
          <a:p>
            <a:r>
              <a:rPr sz="2800"/>
              <a:t>Change Speed: changes speed, pitch, tempo and duration.</a:t>
            </a:r>
          </a:p>
          <a:p>
            <a:r>
              <a:rPr sz="2800"/>
              <a:t>Change Tempo: changes the tempo without changing the pitch.</a:t>
            </a:r>
            <a:endParaRPr sz="2800">
              <a:latin typeface="+mj-lt"/>
              <a:ea typeface="+mj-lt"/>
              <a:cs typeface="+mj-lt"/>
            </a:endParaRPr>
          </a:p>
          <a:p>
            <a:r>
              <a:rPr sz="2800"/>
              <a:t>Reverse: plays the audio backwards.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74105" y="1437862"/>
            <a:ext cx="4602393" cy="191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7265B1C-5C33-4314-B600-8A577721536B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1913992-1A2A-4ECD-91C9-647DDC35E488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FB7AF-9C2A-4B0D-A4E8-C12826DE7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el-GR" dirty="0"/>
              <a:t>Various effects</a:t>
            </a:r>
            <a:endParaRPr dirty="0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11C0739-F808-4B67-BBF1-01BED2F36F9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8D9FD803-128F-4ADD-9167-C040C4130507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CF5E0E3E-7396-BC4D-CC8A-2DEF0A00F7A6}"/>
              </a:ext>
            </a:extLst>
          </p:cNvPr>
          <p:cNvPicPr>
            <a:picLocks noGrp="1" noChangeAspect="1"/>
          </p:cNvPicPr>
          <p:nvPr>
            <p:ph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1748014" y="1930400"/>
            <a:ext cx="6058892" cy="3609975"/>
          </a:xfrm>
        </p:spPr>
      </p:pic>
    </p:spTree>
    <p:extLst>
      <p:ext uri="{BB962C8B-B14F-4D97-AF65-F5344CB8AC3E}">
        <p14:creationId xmlns:p14="http://schemas.microsoft.com/office/powerpoint/2010/main" val="799471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80EB05-A22D-3390-6CEB-08AAEC726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396" y="3676650"/>
            <a:ext cx="4572000" cy="2571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rPr lang="el-GR" dirty="0"/>
              <a:t>Exercises</a:t>
            </a:r>
            <a:endParaRPr lang="en-C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solidFill>
            <a:schemeClr val="accent1"/>
          </a:solidFill>
        </p:spPr>
        <p:txBody>
          <a:bodyPr/>
          <a:lstStyle/>
          <a:p>
            <a:r>
              <a:rPr lang="el-GR" dirty="0"/>
              <a:t>In class (Notes, pages 51–66)</a:t>
            </a:r>
            <a:r>
              <a:rPr lang="en-US" dirty="0"/>
              <a:t/>
            </a:r>
            <a:r>
              <a:rPr lang="el-GR" dirty="0"/>
              <a:t/>
            </a:r>
            <a:endParaRPr lang="en-CY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r>
              <a:rPr lang="el-GR" sz="2400" dirty="0"/>
              <a:t>1, 2, 3, 4 (pages 45–46)</a:t>
            </a:r>
            <a:r>
              <a:rPr lang="el-GR" sz="2400"/>
              <a:t/>
            </a: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1684</TotalTime>
  <Words>321</Words>
  <Application>Microsoft Office PowerPoint</Application>
  <PresentationFormat>Widescreen</PresentationFormat>
  <Paragraphs>36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Tahoma</vt:lpstr>
      <vt:lpstr>Trebuchet MS</vt:lpstr>
      <vt:lpstr>Wingdings</vt:lpstr>
      <vt:lpstr>Wingdings 3</vt:lpstr>
      <vt:lpstr>Facet</vt:lpstr>
      <vt:lpstr>Ήχος</vt:lpstr>
      <vt:lpstr>Στόχοι σημερινού μαθήματος</vt:lpstr>
      <vt:lpstr>Διχασμός(split)</vt:lpstr>
      <vt:lpstr>Διπλασιασμός </vt:lpstr>
      <vt:lpstr>Fade Out – Fade In</vt:lpstr>
      <vt:lpstr>Εφέ αλλαγής ήχου</vt:lpstr>
      <vt:lpstr>Διάφορα εφφέ</vt:lpstr>
      <vt:lpstr>Ασκήσεις</vt:lpstr>
    </vt:vector>
  </TitlesOfParts>
  <Company>Ministry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Αριθμοί – δεκαδικοί - δυαδικοί</dc:title>
  <dc:creator>Teacher</dc:creator>
  <cp:lastModifiedBy>Άριστος Αρέστη</cp:lastModifiedBy>
  <cp:revision>54</cp:revision>
  <dcterms:created xsi:type="dcterms:W3CDTF">2022-03-11T08:57:56Z</dcterms:created>
  <dcterms:modified xsi:type="dcterms:W3CDTF">2026-09-07T15:16:24Z</dcterms:modified>
</cp:coreProperties>
</file>