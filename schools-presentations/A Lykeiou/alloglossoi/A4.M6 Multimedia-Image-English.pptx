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74036983f84de6" /><Relationship Type="http://schemas.openxmlformats.org/officeDocument/2006/relationships/extended-properties" Target="/docProps/app.xml" Id="R1bd60998e75e468b" /><Relationship Type="http://schemas.openxmlformats.org/officeDocument/2006/relationships/officeDocument" Target="/ppt/presentation.xml" Id="R72d07b266ed54c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414c4106e04404"/>
  </p:sldMasterIdLst>
  <p:notesMasterIdLst>
    <p:notesMasterId xmlns:r="http://schemas.openxmlformats.org/officeDocument/2006/relationships" r:id="R14f712e3d921404f"/>
  </p:notesMasterIdLst>
  <p:sldIdLst>
    <p:sldId xmlns:r="http://schemas.openxmlformats.org/officeDocument/2006/relationships" id="256" r:id="Rdc0c3648449446a3"/>
    <p:sldId xmlns:r="http://schemas.openxmlformats.org/officeDocument/2006/relationships" id="257" r:id="Re4744080e05447df"/>
    <p:sldId xmlns:r="http://schemas.openxmlformats.org/officeDocument/2006/relationships" id="258" r:id="R4bec2b506d544c6f"/>
    <p:sldId xmlns:r="http://schemas.openxmlformats.org/officeDocument/2006/relationships" id="259" r:id="R1860df98319749ff"/>
    <p:sldId xmlns:r="http://schemas.openxmlformats.org/officeDocument/2006/relationships" id="260" r:id="R4427a528c5a748f8"/>
    <p:sldId xmlns:r="http://schemas.openxmlformats.org/officeDocument/2006/relationships" id="261" r:id="Rb983f483ceb34857"/>
    <p:sldId xmlns:r="http://schemas.openxmlformats.org/officeDocument/2006/relationships" id="262" r:id="R7ba8a9d1bc974ff5"/>
    <p:sldId xmlns:r="http://schemas.openxmlformats.org/officeDocument/2006/relationships" id="263" r:id="R3f85d51290d34441"/>
    <p:sldId xmlns:r="http://schemas.openxmlformats.org/officeDocument/2006/relationships" id="264" r:id="R455dbf8ef758499a"/>
    <p:sldId xmlns:r="http://schemas.openxmlformats.org/officeDocument/2006/relationships" id="265" r:id="R9055c63e646043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708d4442734770" /><Relationship Type="http://schemas.openxmlformats.org/officeDocument/2006/relationships/slideMaster" Target="/ppt/slideMasters/slideMaster1.xml" Id="R8d414c4106e04404" /><Relationship Type="http://schemas.openxmlformats.org/officeDocument/2006/relationships/notesMaster" Target="/ppt/notesMasters/notesMaster1.xml" Id="R14f712e3d921404f" /><Relationship Type="http://schemas.openxmlformats.org/officeDocument/2006/relationships/presProps" Target="/ppt/presProps.xml" Id="Rada7a8d471ad455f" /><Relationship Type="http://schemas.openxmlformats.org/officeDocument/2006/relationships/viewProps" Target="/ppt/viewProps.xml" Id="R4ac8ed7fd3274243" /><Relationship Type="http://schemas.openxmlformats.org/officeDocument/2006/relationships/tableStyles" Target="/ppt/tableStyles.xml" Id="Rb425d29920b640af" /><Relationship Type="http://schemas.openxmlformats.org/officeDocument/2006/relationships/slide" Target="/ppt/slides/slide1.xml" Id="Rdc0c3648449446a3" /><Relationship Type="http://schemas.openxmlformats.org/officeDocument/2006/relationships/slide" Target="/ppt/slides/slide2.xml" Id="Re4744080e05447df" /><Relationship Type="http://schemas.openxmlformats.org/officeDocument/2006/relationships/slide" Target="/ppt/slides/slide3.xml" Id="R4bec2b506d544c6f" /><Relationship Type="http://schemas.openxmlformats.org/officeDocument/2006/relationships/slide" Target="/ppt/slides/slide4.xml" Id="R1860df98319749ff" /><Relationship Type="http://schemas.openxmlformats.org/officeDocument/2006/relationships/slide" Target="/ppt/slides/slide5.xml" Id="R4427a528c5a748f8" /><Relationship Type="http://schemas.openxmlformats.org/officeDocument/2006/relationships/slide" Target="/ppt/slides/slide6.xml" Id="Rb983f483ceb34857" /><Relationship Type="http://schemas.openxmlformats.org/officeDocument/2006/relationships/slide" Target="/ppt/slides/slide7.xml" Id="R7ba8a9d1bc974ff5" /><Relationship Type="http://schemas.openxmlformats.org/officeDocument/2006/relationships/slide" Target="/ppt/slides/slide8.xml" Id="R3f85d51290d34441" /><Relationship Type="http://schemas.openxmlformats.org/officeDocument/2006/relationships/slide" Target="/ppt/slides/slide9.xml" Id="R455dbf8ef758499a" /><Relationship Type="http://schemas.openxmlformats.org/officeDocument/2006/relationships/slide" Target="/ppt/slides/slide10.xml" Id="R9055c63e646043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420c808f3f4b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90287cd09d4c4e" /><Relationship Type="http://schemas.openxmlformats.org/officeDocument/2006/relationships/notesMaster" Target="/ppt/notesMasters/notesMaster1.xml" Id="Rc772bf26813c47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0b27d90f0d4689" /><Relationship Type="http://schemas.openxmlformats.org/officeDocument/2006/relationships/notesMaster" Target="/ppt/notesMasters/notesMaster1.xml" Id="R0572a1e3b71c45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b1243efa1d4a02" /><Relationship Type="http://schemas.openxmlformats.org/officeDocument/2006/relationships/notesMaster" Target="/ppt/notesMasters/notesMaster1.xml" Id="R124214312aa748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cc6b4fb6694959" /><Relationship Type="http://schemas.openxmlformats.org/officeDocument/2006/relationships/notesMaster" Target="/ppt/notesMasters/notesMaster1.xml" Id="Rc092e12e4a9e46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31191dccde41c7" /><Relationship Type="http://schemas.openxmlformats.org/officeDocument/2006/relationships/notesMaster" Target="/ppt/notesMasters/notesMaster1.xml" Id="Rf1229be9364f4f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b9d4e6b9b246bf" /><Relationship Type="http://schemas.openxmlformats.org/officeDocument/2006/relationships/notesMaster" Target="/ppt/notesMasters/notesMaster1.xml" Id="Re8992638da9746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12da0079864a78" /><Relationship Type="http://schemas.openxmlformats.org/officeDocument/2006/relationships/notesMaster" Target="/ppt/notesMasters/notesMaster1.xml" Id="R0af91d5e03f449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0e460915614f76" /><Relationship Type="http://schemas.openxmlformats.org/officeDocument/2006/relationships/notesMaster" Target="/ppt/notesMasters/notesMaster1.xml" Id="Red12073159af4f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ab2bb676ef4dd5" /><Relationship Type="http://schemas.openxmlformats.org/officeDocument/2006/relationships/notesMaster" Target="/ppt/notesMasters/notesMaster1.xml" Id="R94912dd3269344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49544248be4626" /><Relationship Type="http://schemas.openxmlformats.org/officeDocument/2006/relationships/notesMaster" Target="/ppt/notesMasters/notesMaster1.xml" Id="R40f7cbacb59f42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Πρότυπο: A4.M2 Πολυμέσα-Ήχος(2).pptx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Θεωρία: pliroforiki_a_lykeiou_simeioseis_2023_2024(2).pdf, σελ. 79–82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Θεωρία: pliroforiki_a_lykeiou_simeioseis_2023_2024(2).pdf, σελ. 81</a:t>
            </a:r>
          </a:p>
          <a:p xmlns:a="http://schemas.openxmlformats.org/drawingml/2006/main">
            <a:r>
              <a:t>- Ασκήσεις: pliroforiki_a_lykeiou_tetradio_ergasion_2023_2024(2).pdf, σελ. 59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Θεωρία: pliroforiki_a_lykeiou_simeioseis_2023_2024(2).pdf, σελ. 81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Ασκήσεις: pliroforiki_a_lykeiou_tetradio_ergasion_2023_2024(2).pdf, σελ. 59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Θεωρία: pliroforiki_a_lykeiou_simeioseis_2023_2024(2).pdf, σελ. 80 και 82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Ασκήσεις: pliroforiki_a_lykeiou_tetradio_ergasion_2023_2024(2).pdf, σελ. 59–60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Ασκήσεις: pliroforiki_a_lykeiou_tetradio_ergasion_2023_2024(2).pdf, σελ. 59–60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d50a76e5e49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23900c4cb43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4ae57f4664c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9a8fa26bf47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816027d3440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649bb24c641f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b42539769456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509a9520a2491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aa487bd3948c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1c8b85bdd4e1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367b37ba2457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be2536f0e3419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312db908d4fb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677d1bbc41479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ecf14328b48f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7ae89efce4ac4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777849fa724329" /><Relationship Type="http://schemas.openxmlformats.org/officeDocument/2006/relationships/slideLayout" Target="/ppt/slideLayouts/slideLayout1.xml" Id="R455ed426995244e5" /><Relationship Type="http://schemas.openxmlformats.org/officeDocument/2006/relationships/slideLayout" Target="/ppt/slideLayouts/slideLayout2.xml" Id="R2c63cca754624152" /><Relationship Type="http://schemas.openxmlformats.org/officeDocument/2006/relationships/slideLayout" Target="/ppt/slideLayouts/slideLayout3.xml" Id="Rc3c6d6ce21ea48f6" /><Relationship Type="http://schemas.openxmlformats.org/officeDocument/2006/relationships/slideLayout" Target="/ppt/slideLayouts/slideLayout4.xml" Id="R9d82d7197eaf49a1" /><Relationship Type="http://schemas.openxmlformats.org/officeDocument/2006/relationships/slideLayout" Target="/ppt/slideLayouts/slideLayout5.xml" Id="R5fe96675a8ce4aef" /><Relationship Type="http://schemas.openxmlformats.org/officeDocument/2006/relationships/slideLayout" Target="/ppt/slideLayouts/slideLayout6.xml" Id="R2d74cf054f6f449f" /><Relationship Type="http://schemas.openxmlformats.org/officeDocument/2006/relationships/slideLayout" Target="/ppt/slideLayouts/slideLayout7.xml" Id="Rfbec588fa6b34895" /><Relationship Type="http://schemas.openxmlformats.org/officeDocument/2006/relationships/slideLayout" Target="/ppt/slideLayouts/slideLayout8.xml" Id="R457d6b538b3a47fd" /><Relationship Type="http://schemas.openxmlformats.org/officeDocument/2006/relationships/slideLayout" Target="/ppt/slideLayouts/slideLayout9.xml" Id="Rcaa845cf4fc24e08" /><Relationship Type="http://schemas.openxmlformats.org/officeDocument/2006/relationships/slideLayout" Target="/ppt/slideLayouts/slideLayout10.xml" Id="R91d101c10b174ede" /><Relationship Type="http://schemas.openxmlformats.org/officeDocument/2006/relationships/slideLayout" Target="/ppt/slideLayouts/slideLayout11.xml" Id="R06821539e74c462b" /><Relationship Type="http://schemas.openxmlformats.org/officeDocument/2006/relationships/slideLayout" Target="/ppt/slideLayouts/slideLayout12.xml" Id="R1942655459f24087" /><Relationship Type="http://schemas.openxmlformats.org/officeDocument/2006/relationships/slideLayout" Target="/ppt/slideLayouts/slideLayout13.xml" Id="R09128e2082244e6e" /><Relationship Type="http://schemas.openxmlformats.org/officeDocument/2006/relationships/slideLayout" Target="/ppt/slideLayouts/slideLayout14.xml" Id="Rec9d93a940ef4163" /><Relationship Type="http://schemas.openxmlformats.org/officeDocument/2006/relationships/slideLayout" Target="/ppt/slideLayouts/slideLayout15.xml" Id="R7f3ca80c8db54fda" /><Relationship Type="http://schemas.openxmlformats.org/officeDocument/2006/relationships/slideLayout" Target="/ppt/slideLayouts/slideLayout16.xml" Id="R3593be9838674e4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23-Sep-26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5ed426995244e5"/>
    <p:sldLayoutId xmlns:r="http://schemas.openxmlformats.org/officeDocument/2006/relationships" id="2147483650" r:id="R2c63cca754624152"/>
    <p:sldLayoutId xmlns:r="http://schemas.openxmlformats.org/officeDocument/2006/relationships" id="2147483651" r:id="Rc3c6d6ce21ea48f6"/>
    <p:sldLayoutId xmlns:r="http://schemas.openxmlformats.org/officeDocument/2006/relationships" id="2147483652" r:id="R9d82d7197eaf49a1"/>
    <p:sldLayoutId xmlns:r="http://schemas.openxmlformats.org/officeDocument/2006/relationships" id="2147483653" r:id="R5fe96675a8ce4aef"/>
    <p:sldLayoutId xmlns:r="http://schemas.openxmlformats.org/officeDocument/2006/relationships" id="2147483654" r:id="R2d74cf054f6f449f"/>
    <p:sldLayoutId xmlns:r="http://schemas.openxmlformats.org/officeDocument/2006/relationships" id="2147483655" r:id="Rfbec588fa6b34895"/>
    <p:sldLayoutId xmlns:r="http://schemas.openxmlformats.org/officeDocument/2006/relationships" id="2147483656" r:id="R457d6b538b3a47fd"/>
    <p:sldLayoutId xmlns:r="http://schemas.openxmlformats.org/officeDocument/2006/relationships" id="2147483657" r:id="Rcaa845cf4fc24e08"/>
    <p:sldLayoutId xmlns:r="http://schemas.openxmlformats.org/officeDocument/2006/relationships" id="2147483658" r:id="R91d101c10b174ede"/>
    <p:sldLayoutId xmlns:r="http://schemas.openxmlformats.org/officeDocument/2006/relationships" id="2147483659" r:id="R06821539e74c462b"/>
    <p:sldLayoutId xmlns:r="http://schemas.openxmlformats.org/officeDocument/2006/relationships" id="2147483660" r:id="R1942655459f24087"/>
    <p:sldLayoutId xmlns:r="http://schemas.openxmlformats.org/officeDocument/2006/relationships" id="2147483661" r:id="R09128e2082244e6e"/>
    <p:sldLayoutId xmlns:r="http://schemas.openxmlformats.org/officeDocument/2006/relationships" id="2147483662" r:id="Rec9d93a940ef4163"/>
    <p:sldLayoutId xmlns:r="http://schemas.openxmlformats.org/officeDocument/2006/relationships" id="2147483663" r:id="R7f3ca80c8db54fda"/>
    <p:sldLayoutId xmlns:r="http://schemas.openxmlformats.org/officeDocument/2006/relationships" id="2147483664" r:id="R3593be9838674e4d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d3aa7d0934495" /><Relationship Type="http://schemas.openxmlformats.org/officeDocument/2006/relationships/image" Target="/ppt/media/image.jpeg" Id="R6907134e2fc649da" /><Relationship Type="http://schemas.openxmlformats.org/officeDocument/2006/relationships/notesSlide" Target="/ppt/notesSlides/notesSlide1.xml" Id="R56fa94f1e9e146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3d0c549172d4400" /><Relationship Type="http://schemas.openxmlformats.org/officeDocument/2006/relationships/image" Target="/ppt/media/image.jpeg" Id="R8fe64b2d718e400e" /><Relationship Type="http://schemas.openxmlformats.org/officeDocument/2006/relationships/notesSlide" Target="/ppt/notesSlides/notesSlide2.xml" Id="Rd0d7f1d19ceb4e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c626ffe7d7043b8" /><Relationship Type="http://schemas.openxmlformats.org/officeDocument/2006/relationships/image" Target="/ppt/media/image.png" Id="R4c265ca6bc524af6" /><Relationship Type="http://schemas.openxmlformats.org/officeDocument/2006/relationships/image" Target="/ppt/media/image2.png" Id="R61b1b98d250a4c8d" /><Relationship Type="http://schemas.openxmlformats.org/officeDocument/2006/relationships/notesSlide" Target="/ppt/notesSlides/notesSlide3.xml" Id="Rcc3edc493d6d4e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93e4150262049bb" /><Relationship Type="http://schemas.openxmlformats.org/officeDocument/2006/relationships/image" Target="/ppt/media/image3.png" Id="R35c05c2e41c14a76" /><Relationship Type="http://schemas.openxmlformats.org/officeDocument/2006/relationships/notesSlide" Target="/ppt/notesSlides/notesSlide4.xml" Id="R1b97da399b8e45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4fa960e3bf64ef3" /><Relationship Type="http://schemas.openxmlformats.org/officeDocument/2006/relationships/image" Target="/ppt/media/image.png" Id="R8223055de9b547cf" /><Relationship Type="http://schemas.openxmlformats.org/officeDocument/2006/relationships/image" Target="/ppt/media/image4.png" Id="R468daf66fc784e2d" /><Relationship Type="http://schemas.openxmlformats.org/officeDocument/2006/relationships/notesSlide" Target="/ppt/notesSlides/notesSlide5.xml" Id="Ra2a1c332fd9e42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24999454bf44ee0" /><Relationship Type="http://schemas.openxmlformats.org/officeDocument/2006/relationships/image" Target="/ppt/media/image5.png" Id="R51a0dda928294e0d" /><Relationship Type="http://schemas.openxmlformats.org/officeDocument/2006/relationships/image" Target="/ppt/media/image6.png" Id="Raaa63e17c4454a1d" /><Relationship Type="http://schemas.openxmlformats.org/officeDocument/2006/relationships/image" Target="/ppt/media/image7.png" Id="R692341d47bfd4b8b" /><Relationship Type="http://schemas.openxmlformats.org/officeDocument/2006/relationships/notesSlide" Target="/ppt/notesSlides/notesSlide6.xml" Id="R870fe3e0c42646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1df409e88d44d9" /><Relationship Type="http://schemas.openxmlformats.org/officeDocument/2006/relationships/image" Target="/ppt/media/image8.png" Id="R604e1bf00bc146a4" /><Relationship Type="http://schemas.openxmlformats.org/officeDocument/2006/relationships/notesSlide" Target="/ppt/notesSlides/notesSlide7.xml" Id="R6c529352ea9e4c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1b98021659648ca" /><Relationship Type="http://schemas.openxmlformats.org/officeDocument/2006/relationships/notesSlide" Target="/ppt/notesSlides/notesSlide8.xml" Id="R40af76258aef42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5f09767214963" /><Relationship Type="http://schemas.openxmlformats.org/officeDocument/2006/relationships/image" Target="/ppt/media/image9.png" Id="R488d7af02c9242ec" /><Relationship Type="http://schemas.openxmlformats.org/officeDocument/2006/relationships/notesSlide" Target="/ppt/notesSlides/notesSlide9.xml" Id="R2ebfab26f88243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7f46e7b0ac045cd" /><Relationship Type="http://schemas.openxmlformats.org/officeDocument/2006/relationships/image" Target="/ppt/media/image10.png" Id="Refc03678532d45fa" /><Relationship Type="http://schemas.openxmlformats.org/officeDocument/2006/relationships/image" Target="/ppt/media/image.png" Id="Rc51b8e808c5042f4" /><Relationship Type="http://schemas.openxmlformats.org/officeDocument/2006/relationships/notesSlide" Target="/ppt/notesSlides/notesSlide10.xml" Id="R6e520734fa2f42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Image</a:t>
            </a:r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6" name="Content Placeholder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7134e2fc649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4726" y="1842240"/>
            <a:ext cx="2816564" cy="26686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Today's lesson objectives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6707716" cy="3880772"/>
          </a:xfrm>
        </p:spPr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Convert an image to black and white</a:t>
            </a:r>
          </a:p>
          <a:p xmlns:a="http://schemas.openxmlformats.org/drawingml/2006/main">
            <a:r>
              <a:rPr sz="2800"/>
              <a:t>Highlight an area using desaturation</a:t>
            </a:r>
          </a:p>
          <a:p xmlns:a="http://schemas.openxmlformats.org/drawingml/2006/main">
            <a:r>
              <a:rPr sz="2800"/>
              <a:t>Use layers and an Alpha Channel for selective colour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Change the hues of a selected area</a:t>
            </a:r>
          </a:p>
        </p:txBody>
      </p:sp>
      <p:pic>
        <p:nvPicPr>
          <p:cNvPr id="7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8fe64b2d718e40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7099" y="2432050"/>
            <a:ext cx="2816564" cy="2668694"/>
          </a:xfr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4570428" cy="80645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Removing colours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Open the image in GIMP.</a:t>
            </a:r>
          </a:p>
          <a:p xmlns:a="http://schemas.openxmlformats.org/drawingml/2006/main">
            <a:pPr marL="0" indent="0">
              <a:buNone/>
            </a:pPr>
            <a:r>
              <a:t>Layer → Duplicate Layer</a:t>
            </a:r>
          </a:p>
          <a:p xmlns:a="http://schemas.openxmlformats.org/drawingml/2006/main">
            <a:pPr marL="0" indent="0">
              <a:buNone/>
            </a:pPr>
            <a:r>
              <a:t>Colors → Desaturate</a:t>
            </a:r>
          </a:p>
          <a:p xmlns:a="http://schemas.openxmlformats.org/drawingml/2006/main">
            <a:pPr marL="0" indent="0">
              <a:buNone/>
            </a:pPr>
            <a:r>
              <a:t>The upper layer becomes black and white, while the original remains in colour.</a:t>
            </a: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65ca6bc524a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56279" y="609600"/>
            <a:ext cx="4489307" cy="2709522"/>
          </a:xfrm>
          <a:prstGeom xmlns:a="http://schemas.openxmlformats.org/drawingml/2006/main" prst="rect">
            <a:avLst/>
          </a:prstGeom>
        </p:spPr>
      </p:pic>
      <p:pic>
        <p:nvPicPr>
          <p:cNvPr id="6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1b98d250a4c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10153" y="3538879"/>
            <a:ext cx="4581558" cy="28575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Layers and Alpha Channel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800"/>
              <a:t>The duplicated layer is above the original image.</a:t>
            </a:r>
          </a:p>
          <a:p xmlns:a="http://schemas.openxmlformats.org/drawingml/2006/main">
            <a:r>
              <a:rPr sz="2800"/>
              <a:t>Layer → Transparency → Add Alpha Channel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The Alpha Channel enables transparency.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Use the Eraser to remove the grey area and reveal the colour from the layer below.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05c2e41c14a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400" y="1270000"/>
            <a:ext cx="5440681" cy="3897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5291667" cy="74295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Selective colour</a:t>
            </a:r>
          </a:p>
        </p:txBody>
      </p:sp>
      <p:pic>
        <p:nvPicPr>
          <p:cNvPr id="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3055de9b547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378" y="1995477"/>
            <a:ext cx="4489307" cy="2709522"/>
          </a:xfrm>
          <a:prstGeom xmlns:a="http://schemas.openxmlformats.org/drawingml/2006/main" prst="rect">
            <a:avLst/>
          </a:prstGeom>
        </p:spPr>
      </p:pic>
      <p:pic>
        <p:nvPicPr>
          <p:cNvPr id="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daf66fc784e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94333" y="1930400"/>
            <a:ext cx="4572033" cy="28670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8922935" cy="857534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Changing the hue of a selected area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2165" y="1829461"/>
            <a:ext cx="3851122" cy="4574228"/>
          </a:xfrm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Use Foreground Select to draw roughly around the object.</a:t>
            </a:r>
          </a:p>
          <a:p xmlns:a="http://schemas.openxmlformats.org/drawingml/2006/main">
            <a:pPr marL="0" indent="0">
              <a:buNone/>
            </a:pPr>
            <a:r>
              <a:t>Brush over the colours that you want to select.</a:t>
            </a:r>
          </a:p>
          <a:p xmlns:a="http://schemas.openxmlformats.org/drawingml/2006/main">
            <a:pPr marL="0" indent="0">
              <a:buNone/>
            </a:pPr>
            <a:r>
              <a:t>Press Enter to complete the selection.</a:t>
            </a: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t>Use Colors → Hue-Saturation to choose the new colour.</a:t>
            </a: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3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0dda928294e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5892" y="4123855"/>
            <a:ext cx="4074613" cy="2501590"/>
          </a:xfrm>
          <a:prstGeom xmlns:a="http://schemas.openxmlformats.org/drawingml/2006/main" prst="rect">
            <a:avLst/>
          </a:prstGeom>
        </p:spPr>
      </p:pic>
      <p:pic>
        <p:nvPicPr>
          <p:cNvPr id="6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63e17c4454a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2421" y="1446198"/>
            <a:ext cx="4018994" cy="2321130"/>
          </a:xfrm>
          <a:prstGeom xmlns:a="http://schemas.openxmlformats.org/drawingml/2006/main" prst="rect">
            <a:avLst/>
          </a:prstGeom>
        </p:spPr>
      </p:pic>
      <p:pic>
        <p:nvPicPr>
          <p:cNvPr id="65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341d47bfd4b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3287" y="1687700"/>
            <a:ext cx="1108421" cy="10231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B2D216-ACC3-250B-E0E3-CD61A0080D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Changing hue</a:t>
            </a:r>
            <a:endParaRPr/>
          </a:p>
        </p:txBody>
      </p:sp>
      <p:pic>
        <p:nvPicPr>
          <p:cNvPr id="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e1bf00bc146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5901" y="1746250"/>
            <a:ext cx="10306524" cy="4804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537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Completing the edit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8868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Select → None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Remove the selection outline before checking the result.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File → Save</a:t>
            </a:r>
          </a:p>
          <a:p xmlns:a="http://schemas.openxmlformats.org/drawingml/2006/main">
            <a:r>
              <a:rPr sz="2800"/>
              <a:t>Save the project so that the layers are preserved.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Check that only the selected area has changed.</a:t>
            </a:r>
            <a:endParaRPr sz="28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d7af02c9242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1937" y="452387"/>
            <a:ext cx="6083166" cy="62307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598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03678532d45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143375"/>
            <a:ext cx="333375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Exercises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class</a:t>
            </a:r>
            <a:r>
              <a:t> – </a:t>
            </a:r>
            <a:r>
              <a:t>Worksheet</a:t>
            </a:r>
            <a:r>
              <a:t> A.4.M6 (</a:t>
            </a:r>
            <a:r>
              <a:t>pp.</a:t>
            </a:r>
            <a:r>
              <a:t> 59–60)</a:t>
            </a:r>
          </a:p>
        </p:txBody>
      </p:sp>
      <p:sp>
        <p:nvSpPr>
          <p:cNvPr id="7" name="Exercise Summary">
            <a:extLst xmlns:a="http://schemas.openxmlformats.org/drawingml/2006/main">
              <a:ext uri="{FF2B5EF4-FFF2-40B4-BE49-F238E27FC236}">
                <a16:creationId xmlns:a16="http://schemas.microsoft.com/office/drawing/2014/main" id="{A2B73242-CF6B-49E8-828B-182C45F4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68" y="2720975"/>
            <a:ext cx="4191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Activity A</a:t>
            </a:r>
          </a:p>
          <a:p xmlns:a="http://schemas.openxmlformats.org/drawingml/2006/main">
            <a:pPr>
              <a:buNone/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Ronaldo.jpg: </a:t>
            </a: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selective colour</a:t>
            </a:r>
          </a:p>
          <a:p xmlns:a="http://schemas.openxmlformats.org/drawingml/2006/main">
            <a:endParaRPr sz="1875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  <a:p xmlns:a="http://schemas.openxmlformats.org/drawingml/2006/main">
            <a:pPr>
              <a:buNone/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Activity B</a:t>
            </a:r>
          </a:p>
          <a:p xmlns:a="http://schemas.openxmlformats.org/drawingml/2006/main">
            <a:pPr>
              <a:buNone/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audi.jpg: </a:t>
            </a: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change of hue</a:t>
            </a:r>
          </a:p>
        </p:txBody>
      </p:sp>
      <p:pic>
        <p:nvPicPr>
          <p:cNvPr id="14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b8e808c5042f4"/>
          <a:stretch xmlns:a="http://schemas.openxmlformats.org/drawingml/2006/main"/>
        </p:blipFill>
        <p:spPr>
          <a:xfrm xmlns:a="http://schemas.openxmlformats.org/drawingml/2006/main">
            <a:off x="6605380" y="2333625"/>
            <a:ext cx="2505489" cy="1571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2026-09-23T20:09:45.6230000Z</dcterms:created>
  <dcterms:modified xsi:type="dcterms:W3CDTF">2026-09-23T20:09:45.6230000Z</dcterms:modified>
</coreProperties>
</file>