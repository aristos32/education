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c50d6c14584b11" /><Relationship Type="http://schemas.openxmlformats.org/officeDocument/2006/relationships/extended-properties" Target="/docProps/app.xml" Id="R5b3160dfea644d74" /><Relationship Type="http://schemas.openxmlformats.org/officeDocument/2006/relationships/officeDocument" Target="/ppt/presentation.xml" Id="Rb4841152a67648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e463a80a8f42ff"/>
  </p:sldMasterIdLst>
  <p:notesMasterIdLst>
    <p:notesMasterId xmlns:r="http://schemas.openxmlformats.org/officeDocument/2006/relationships" r:id="R16e8ef2b9f114730"/>
  </p:notesMasterIdLst>
  <p:sldIdLst>
    <p:sldId xmlns:r="http://schemas.openxmlformats.org/officeDocument/2006/relationships" id="256" r:id="R8fb03a8c11a74775"/>
    <p:sldId xmlns:r="http://schemas.openxmlformats.org/officeDocument/2006/relationships" id="257" r:id="R9ef8d8be299244fa"/>
    <p:sldId xmlns:r="http://schemas.openxmlformats.org/officeDocument/2006/relationships" id="258" r:id="R7addfb0cdf5240ba"/>
    <p:sldId xmlns:r="http://schemas.openxmlformats.org/officeDocument/2006/relationships" id="259" r:id="R54f4b182b9c6455c"/>
    <p:sldId xmlns:r="http://schemas.openxmlformats.org/officeDocument/2006/relationships" id="260" r:id="R4f9471e388cf444b"/>
    <p:sldId xmlns:r="http://schemas.openxmlformats.org/officeDocument/2006/relationships" id="261" r:id="R43ab08520f504cb9"/>
    <p:sldId xmlns:r="http://schemas.openxmlformats.org/officeDocument/2006/relationships" id="262" r:id="R9ee3c11b13e34da0"/>
    <p:sldId xmlns:r="http://schemas.openxmlformats.org/officeDocument/2006/relationships" id="263" r:id="Ref718f3b48cb49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4d532c5394735" /><Relationship Type="http://schemas.openxmlformats.org/officeDocument/2006/relationships/slideMaster" Target="/ppt/slideMasters/slideMaster1.xml" Id="R88e463a80a8f42ff" /><Relationship Type="http://schemas.openxmlformats.org/officeDocument/2006/relationships/notesMaster" Target="/ppt/notesMasters/notesMaster1.xml" Id="R16e8ef2b9f114730" /><Relationship Type="http://schemas.openxmlformats.org/officeDocument/2006/relationships/presProps" Target="/ppt/presProps.xml" Id="R5e1150148e5e4132" /><Relationship Type="http://schemas.openxmlformats.org/officeDocument/2006/relationships/viewProps" Target="/ppt/viewProps.xml" Id="Re1f6e20576444278" /><Relationship Type="http://schemas.openxmlformats.org/officeDocument/2006/relationships/tableStyles" Target="/ppt/tableStyles.xml" Id="R9b1b5fc1d27f4458" /><Relationship Type="http://schemas.openxmlformats.org/officeDocument/2006/relationships/slide" Target="/ppt/slides/slide1.xml" Id="R8fb03a8c11a74775" /><Relationship Type="http://schemas.openxmlformats.org/officeDocument/2006/relationships/slide" Target="/ppt/slides/slide2.xml" Id="R9ef8d8be299244fa" /><Relationship Type="http://schemas.openxmlformats.org/officeDocument/2006/relationships/slide" Target="/ppt/slides/slide3.xml" Id="R7addfb0cdf5240ba" /><Relationship Type="http://schemas.openxmlformats.org/officeDocument/2006/relationships/slide" Target="/ppt/slides/slide4.xml" Id="R54f4b182b9c6455c" /><Relationship Type="http://schemas.openxmlformats.org/officeDocument/2006/relationships/slide" Target="/ppt/slides/slide5.xml" Id="R4f9471e388cf444b" /><Relationship Type="http://schemas.openxmlformats.org/officeDocument/2006/relationships/slide" Target="/ppt/slides/slide6.xml" Id="R43ab08520f504cb9" /><Relationship Type="http://schemas.openxmlformats.org/officeDocument/2006/relationships/slide" Target="/ppt/slides/slide7.xml" Id="R9ee3c11b13e34da0" /><Relationship Type="http://schemas.openxmlformats.org/officeDocument/2006/relationships/slide" Target="/ppt/slides/slide8.xml" Id="Ref718f3b48cb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0df21866964f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499fbacf54b02" /><Relationship Type="http://schemas.openxmlformats.org/officeDocument/2006/relationships/notesMaster" Target="/ppt/notesMasters/notesMaster1.xml" Id="R427f9032227647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b3d7534b94d28" /><Relationship Type="http://schemas.openxmlformats.org/officeDocument/2006/relationships/notesMaster" Target="/ppt/notesMasters/notesMaster1.xml" Id="R7bd0e13ec6b049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e31c5b580240df" /><Relationship Type="http://schemas.openxmlformats.org/officeDocument/2006/relationships/notesMaster" Target="/ppt/notesMasters/notesMaster1.xml" Id="R989d3bcec4804b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243edb520f4ac7" /><Relationship Type="http://schemas.openxmlformats.org/officeDocument/2006/relationships/notesMaster" Target="/ppt/notesMasters/notesMaster1.xml" Id="R3fee1ff1cd6044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bd53f0870404d" /><Relationship Type="http://schemas.openxmlformats.org/officeDocument/2006/relationships/notesMaster" Target="/ppt/notesMasters/notesMaster1.xml" Id="R4c1670ebf49540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761f738c94a0c" /><Relationship Type="http://schemas.openxmlformats.org/officeDocument/2006/relationships/notesMaster" Target="/ppt/notesMasters/notesMaster1.xml" Id="R0ea6ab4374a444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01055f46d14fe9" /><Relationship Type="http://schemas.openxmlformats.org/officeDocument/2006/relationships/notesMaster" Target="/ppt/notesMasters/notesMaster1.xml" Id="R145e33b25bd547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285e8746bf4fa4" /><Relationship Type="http://schemas.openxmlformats.org/officeDocument/2006/relationships/notesMaster" Target="/ppt/notesMasters/notesMaster1.xml" Id="R089a80fdb276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A.5.M3, Δραστηριότητες Εμπέδωσης, σελ. 91–96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7fdd1d74e4a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d829b189a43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0221b96734c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5f2be1d484f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85ea2572f45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978d0bfe14f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9ebc1f1f04f5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8a5406d0440e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1476ccc18447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27cd6bbc244b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1176079a3429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472058c93467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72b8afcd194b6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fda06a00f4b6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973c3e63b4b9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b134f0e3a4684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bb127ccb634002" /><Relationship Type="http://schemas.openxmlformats.org/officeDocument/2006/relationships/slideLayout" Target="/ppt/slideLayouts/slideLayout1.xml" Id="R09246baa92404103" /><Relationship Type="http://schemas.openxmlformats.org/officeDocument/2006/relationships/slideLayout" Target="/ppt/slideLayouts/slideLayout2.xml" Id="R0b1f40dc729a4821" /><Relationship Type="http://schemas.openxmlformats.org/officeDocument/2006/relationships/slideLayout" Target="/ppt/slideLayouts/slideLayout3.xml" Id="R686e44ff41f84d5c" /><Relationship Type="http://schemas.openxmlformats.org/officeDocument/2006/relationships/slideLayout" Target="/ppt/slideLayouts/slideLayout4.xml" Id="R21b8ed5825b8418c" /><Relationship Type="http://schemas.openxmlformats.org/officeDocument/2006/relationships/slideLayout" Target="/ppt/slideLayouts/slideLayout5.xml" Id="Ra662ceb0ff1d4663" /><Relationship Type="http://schemas.openxmlformats.org/officeDocument/2006/relationships/slideLayout" Target="/ppt/slideLayouts/slideLayout6.xml" Id="Re4e233e883a146e4" /><Relationship Type="http://schemas.openxmlformats.org/officeDocument/2006/relationships/slideLayout" Target="/ppt/slideLayouts/slideLayout7.xml" Id="Re782a92ada1546ed" /><Relationship Type="http://schemas.openxmlformats.org/officeDocument/2006/relationships/slideLayout" Target="/ppt/slideLayouts/slideLayout8.xml" Id="R00dfdab7528b43e8" /><Relationship Type="http://schemas.openxmlformats.org/officeDocument/2006/relationships/slideLayout" Target="/ppt/slideLayouts/slideLayout9.xml" Id="Raa1c63e355c64467" /><Relationship Type="http://schemas.openxmlformats.org/officeDocument/2006/relationships/slideLayout" Target="/ppt/slideLayouts/slideLayout10.xml" Id="Re873503ece874fbe" /><Relationship Type="http://schemas.openxmlformats.org/officeDocument/2006/relationships/slideLayout" Target="/ppt/slideLayouts/slideLayout11.xml" Id="R6cd469b124cc414a" /><Relationship Type="http://schemas.openxmlformats.org/officeDocument/2006/relationships/slideLayout" Target="/ppt/slideLayouts/slideLayout12.xml" Id="Rec06aa8f8f6e499e" /><Relationship Type="http://schemas.openxmlformats.org/officeDocument/2006/relationships/slideLayout" Target="/ppt/slideLayouts/slideLayout13.xml" Id="Raccf7a267099495e" /><Relationship Type="http://schemas.openxmlformats.org/officeDocument/2006/relationships/slideLayout" Target="/ppt/slideLayouts/slideLayout14.xml" Id="Rea36994e97fd4fbc" /><Relationship Type="http://schemas.openxmlformats.org/officeDocument/2006/relationships/slideLayout" Target="/ppt/slideLayouts/slideLayout15.xml" Id="Red41e474e4bc48f2" /><Relationship Type="http://schemas.openxmlformats.org/officeDocument/2006/relationships/slideLayout" Target="/ppt/slideLayouts/slideLayout16.xml" Id="R5ef66983f6c440b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246baa92404103"/>
    <p:sldLayoutId xmlns:r="http://schemas.openxmlformats.org/officeDocument/2006/relationships" id="2147483650" r:id="R0b1f40dc729a4821"/>
    <p:sldLayoutId xmlns:r="http://schemas.openxmlformats.org/officeDocument/2006/relationships" id="2147483651" r:id="R686e44ff41f84d5c"/>
    <p:sldLayoutId xmlns:r="http://schemas.openxmlformats.org/officeDocument/2006/relationships" id="2147483652" r:id="R21b8ed5825b8418c"/>
    <p:sldLayoutId xmlns:r="http://schemas.openxmlformats.org/officeDocument/2006/relationships" id="2147483653" r:id="Ra662ceb0ff1d4663"/>
    <p:sldLayoutId xmlns:r="http://schemas.openxmlformats.org/officeDocument/2006/relationships" id="2147483654" r:id="Re4e233e883a146e4"/>
    <p:sldLayoutId xmlns:r="http://schemas.openxmlformats.org/officeDocument/2006/relationships" id="2147483655" r:id="Re782a92ada1546ed"/>
    <p:sldLayoutId xmlns:r="http://schemas.openxmlformats.org/officeDocument/2006/relationships" id="2147483656" r:id="R00dfdab7528b43e8"/>
    <p:sldLayoutId xmlns:r="http://schemas.openxmlformats.org/officeDocument/2006/relationships" id="2147483657" r:id="Raa1c63e355c64467"/>
    <p:sldLayoutId xmlns:r="http://schemas.openxmlformats.org/officeDocument/2006/relationships" id="2147483658" r:id="Re873503ece874fbe"/>
    <p:sldLayoutId xmlns:r="http://schemas.openxmlformats.org/officeDocument/2006/relationships" id="2147483659" r:id="R6cd469b124cc414a"/>
    <p:sldLayoutId xmlns:r="http://schemas.openxmlformats.org/officeDocument/2006/relationships" id="2147483660" r:id="Rec06aa8f8f6e499e"/>
    <p:sldLayoutId xmlns:r="http://schemas.openxmlformats.org/officeDocument/2006/relationships" id="2147483661" r:id="Raccf7a267099495e"/>
    <p:sldLayoutId xmlns:r="http://schemas.openxmlformats.org/officeDocument/2006/relationships" id="2147483662" r:id="Rea36994e97fd4fbc"/>
    <p:sldLayoutId xmlns:r="http://schemas.openxmlformats.org/officeDocument/2006/relationships" id="2147483663" r:id="Red41e474e4bc48f2"/>
    <p:sldLayoutId xmlns:r="http://schemas.openxmlformats.org/officeDocument/2006/relationships" id="2147483664" r:id="R5ef66983f6c440bc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03f0526e94d21" /><Relationship Type="http://schemas.openxmlformats.org/officeDocument/2006/relationships/notesSlide" Target="/ppt/notesSlides/notesSlide1.xml" Id="Rc16f7c99189a40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6e766f120e74bba" /><Relationship Type="http://schemas.openxmlformats.org/officeDocument/2006/relationships/image" Target="/ppt/media/image.png" Id="R5e001b6f12784fc3" /><Relationship Type="http://schemas.openxmlformats.org/officeDocument/2006/relationships/notesSlide" Target="/ppt/notesSlides/notesSlide2.xml" Id="R06123a4cb94645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e0cc3d486ed4bb9" /><Relationship Type="http://schemas.openxmlformats.org/officeDocument/2006/relationships/notesSlide" Target="/ppt/notesSlides/notesSlide3.xml" Id="R869225fd5c0c4a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bd1b7c6f06e4be2" /><Relationship Type="http://schemas.openxmlformats.org/officeDocument/2006/relationships/image" Target="/ppt/media/image2.png" Id="R9b55b69309df4c99" /><Relationship Type="http://schemas.openxmlformats.org/officeDocument/2006/relationships/notesSlide" Target="/ppt/notesSlides/notesSlide4.xml" Id="R600e2b4a2172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54848fffbf34847" /><Relationship Type="http://schemas.openxmlformats.org/officeDocument/2006/relationships/image" Target="/ppt/media/image3.png" Id="R8ea9464b8eec457c" /><Relationship Type="http://schemas.openxmlformats.org/officeDocument/2006/relationships/notesSlide" Target="/ppt/notesSlides/notesSlide5.xml" Id="Rd736773d52df46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a6d70e2dd474c8b" /><Relationship Type="http://schemas.openxmlformats.org/officeDocument/2006/relationships/image" Target="/ppt/media/image.jpeg" Id="Rb802ec314e0c4296" /><Relationship Type="http://schemas.openxmlformats.org/officeDocument/2006/relationships/notesSlide" Target="/ppt/notesSlides/notesSlide6.xml" Id="R65609dc3102d44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f7ceb7491f7482e" /><Relationship Type="http://schemas.openxmlformats.org/officeDocument/2006/relationships/image" Target="/ppt/media/image4.png" Id="R5e063c21fc2c475c" /><Relationship Type="http://schemas.openxmlformats.org/officeDocument/2006/relationships/notesSlide" Target="/ppt/notesSlides/notesSlide7.xml" Id="Re6bf6124d10141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6567baabb64d7f" /><Relationship Type="http://schemas.openxmlformats.org/officeDocument/2006/relationships/notesSlide" Target="/ppt/notesSlides/notesSlide8.xml" Id="Rcfa7a35520d543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Creating a Simple Network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A Simple Local Network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4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7B9ED3CB-2B28-45DA-BD6F-D55F3C68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09EA25D3-503B-44E8-A3BD-E88ADC90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Theory</a:t>
            </a:r>
          </a:p>
        </p:txBody>
      </p:sp>
      <p:sp>
        <p:nvSpPr>
          <p:cNvPr id="6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ACE5E08C-45B2-490E-A6CC-9FFDD52C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Basic Components</a:t>
            </a:r>
          </a:p>
        </p:txBody>
      </p:sp>
      <p:sp>
        <p:nvSpPr>
          <p:cNvPr id="7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EAADEB6C-FCEF-46F7-AE33-AD316B7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simple LAN can contain two computers, a switch and the appropriate cables.</a:t>
            </a:r>
          </a:p>
        </p:txBody>
      </p:sp>
      <p:sp>
        <p:nvSpPr>
          <p:cNvPr id="8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B47C392B-119B-4988-BA48-DB5A1EE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Role of the Switch</a:t>
            </a:r>
          </a:p>
        </p:txBody>
      </p:sp>
      <p:sp>
        <p:nvSpPr>
          <p:cNvPr id="9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E232817B-5125-4AFC-89BD-455BD650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switch receives data and forwards it to the correct port.</a:t>
            </a:r>
          </a:p>
        </p:txBody>
      </p:sp>
      <p:sp>
        <p:nvSpPr>
          <p:cNvPr id="10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ED64402C-C80F-4A5D-80C6-937577ED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Simulation</a:t>
            </a:r>
          </a:p>
        </p:txBody>
      </p:sp>
      <p:sp>
        <p:nvSpPr>
          <p:cNvPr id="11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E06F345B-CCC6-4F17-A9E3-90C73773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Simulation software allows users to design, configure and test a network without physical equipment.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01b6f12784fc3"/>
          <a:stretch xmlns:a="http://schemas.openxmlformats.org/drawingml/2006/main"/>
        </p:blipFill>
        <p:spPr>
          <a:xfrm xmlns:a="http://schemas.openxmlformats.org/drawingml/2006/main">
            <a:off x="5953125" y="3042595"/>
            <a:ext cx="4905375" cy="1534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Workspace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BCBF3E04-17B6-4321-B4A5-13482D5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15841E8A-3E5F-4846-9314-4AD05048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E4D996A3-6104-4E93-9724-227411A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Tools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234A10C5-15E6-455E-ACD4-82665329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basic tools allow users to select, move, delete and inspect objects.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4B32B6F5-C692-4D91-8DD0-3854570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Work Area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6698EB9C-ED87-4EE3-94BA-4C51382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Devices are placed here and their connections are displayed.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6990E03D-E4F0-4DF2-9EAB-8B31627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Categories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3D45FE34-0466-4E6F-A74A-F552FCD4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Devices are organised into categories, such as end devices and network devices.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Devices</a:t>
            </a:r>
            <a:endParaRPr/>
          </a:p>
        </p:txBody>
      </p:sp>
      <p:sp>
        <p:nvSpPr>
          <p:cNvPr id="3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66D51B90-5A14-4232-8F2D-4FA1BAA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74C9DCC4-E02A-4AF9-BF69-59EEB263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Theory</a:t>
            </a:r>
          </a:p>
        </p:txBody>
      </p:sp>
      <p:sp>
        <p:nvSpPr>
          <p:cNvPr id="5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39D0C112-DC34-43BE-A3E3-72F9EB6D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End Devices</a:t>
            </a:r>
          </a:p>
        </p:txBody>
      </p:sp>
      <p:sp>
        <p:nvSpPr>
          <p:cNvPr id="6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671BE7E1-4050-42CF-A008-94B0CAB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Computers are the endpoints that send and receive data.</a:t>
            </a:r>
          </a:p>
        </p:txBody>
      </p:sp>
      <p:sp>
        <p:nvSpPr>
          <p:cNvPr id="7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AFD1BD3F-BA6A-408B-8BCD-406A46D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Switch</a:t>
            </a:r>
          </a:p>
        </p:txBody>
      </p:sp>
      <p:sp>
        <p:nvSpPr>
          <p:cNvPr id="8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4D1941D6-44C0-4C38-977D-53309491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switch sits between the computers and connects them to the same LAN.</a:t>
            </a:r>
          </a:p>
        </p:txBody>
      </p:sp>
      <p:sp>
        <p:nvSpPr>
          <p:cNvPr id="9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86BF7299-2E60-4F7C-84ED-19F9B2B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Ports</a:t>
            </a:r>
          </a:p>
        </p:txBody>
      </p:sp>
      <p:sp>
        <p:nvSpPr>
          <p:cNvPr id="10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94222AC7-AF03-4E05-AB86-3E76B03B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Each cable connects to a specific port on the device.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5b69309df4c99"/>
          <a:stretch xmlns:a="http://schemas.openxmlformats.org/drawingml/2006/main"/>
        </p:blipFill>
        <p:spPr>
          <a:xfrm xmlns:a="http://schemas.openxmlformats.org/drawingml/2006/main">
            <a:off x="5953125" y="2553451"/>
            <a:ext cx="4905375" cy="25130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Cabling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806B5DB5-CE1C-49C6-A3DF-D16BA653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16B73C7D-CF82-4272-9478-86866DC5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06AAEC79-1EF0-48A3-A211-9E0302DA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Straight-Through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FFBA7A10-62F6-4712-AD7D-B528598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copper straight-through cable is normally used between a computer and a switch.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ED673AB7-A3B9-433F-A857-56D14571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Connection Status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CE64644A-B9D9-42CE-9B50-6F19923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Indicators show whether a connection is active or needs checking.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F63932EC-B58E-4CA4-BF80-56CEA83E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Checking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C5C79ACB-F27C-41A7-B8AB-E4CD9590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If there is a problem, check the cable type and the ports at both ends.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9464b8eec457c"/>
          <a:stretch xmlns:a="http://schemas.openxmlformats.org/drawingml/2006/main"/>
        </p:blipFill>
        <p:spPr>
          <a:xfrm xmlns:a="http://schemas.openxmlformats.org/drawingml/2006/main">
            <a:off x="5953125" y="1979371"/>
            <a:ext cx="4905375" cy="36612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IP Settings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E4EB3C09-29E5-49B2-B641-1E52C308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479698C7-2CAA-491E-AEAB-103E0DAA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1E7AE45A-9FE4-4E92-93A7-F6CEF6E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Different Addresses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EA51F621-18AB-4426-85FD-8EAD3799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Each computer needs its own IP address.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5A5A777C-6D9D-4CE8-9379-CEF5920B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Common Subnet Mask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CF88851F-2AF6-4E68-BE6E-BAEA113D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Devices on a simple LAN use an appropriate common subnet mask.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064D6BEE-249E-435C-BCAA-408D76D9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Same Subnet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3F4EC767-2727-4247-8805-19CE8BBF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settings must place the computers on the same logical network.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2ec314e0c4296"/>
          <a:stretch xmlns:a="http://schemas.openxmlformats.org/drawingml/2006/main"/>
        </p:blipFill>
        <p:spPr>
          <a:xfrm xmlns:a="http://schemas.openxmlformats.org/drawingml/2006/main">
            <a:off x="6675638" y="1857375"/>
            <a:ext cx="3460348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Network Operation Check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0BFEE673-3DB3-4F94-ADF8-33E82F19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4AD3015B-375F-4F31-B6A9-D5750BAE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DE942815-D3F4-4B1D-A392-EB125046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0895B504-233D-4B60-92A4-C9FFA699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ping command shows whether one computer can communicate with the other.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D754E5C9-0E39-44CD-BB5A-1823AF4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Simple PDU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3DA9D082-A848-43D0-8D50-C4100069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test packet provides a visual check of data transfer in the simulation.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A9CD6A21-86A1-4329-A2CA-33CE21F9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Saving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D9824519-A67A-489B-A74E-E651AFD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Saving keeps the topology and settings for later use.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63c21fc2c475c"/>
          <a:stretch xmlns:a="http://schemas.openxmlformats.org/drawingml/2006/main"/>
        </p:blipFill>
        <p:spPr>
          <a:xfrm xmlns:a="http://schemas.openxmlformats.org/drawingml/2006/main">
            <a:off x="5953125" y="2488192"/>
            <a:ext cx="4905375" cy="2643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Reinforcement Activities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6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A802CFEC-47FB-45A5-82A1-D7C2D1FE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0A87D0D8-CF9A-4DBB-B135-D93FAFA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A.5.M3</a:t>
            </a:r>
          </a:p>
        </p:txBody>
      </p:sp>
      <p:sp>
        <p:nvSpPr>
          <p:cNvPr id="8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3562133-379A-4E36-93A4-76397102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Questions to Answer</a:t>
            </a:r>
          </a:p>
        </p:txBody>
      </p:sp>
      <p:sp>
        <p:nvSpPr>
          <p:cNvPr id="9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32E39F6A-A31C-4587-BE5F-33623C0C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1–9 in Worksheet A.5.M3.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2026-10-05T14:38:35.8250000Z</dcterms:created>
  <dcterms:modified xsi:type="dcterms:W3CDTF">2026-10-05T14:38:35.8250000Z</dcterms:modified>
</coreProperties>
</file>