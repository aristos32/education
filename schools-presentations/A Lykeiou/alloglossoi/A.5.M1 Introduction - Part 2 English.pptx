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1B9B3-2947-4905-B624-C0571C3B914A}" v="1" dt="2026-10-12T05:39:06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addSld delSld modSld">
      <pc:chgData name="Άριστος Αρέστη" userId="813aa191-2d4c-464f-9d05-0a7e494d859f" providerId="ADAL" clId="{49C7B61D-1ACF-4AFF-A04E-A3B433E32474}" dt="2026-10-12T05:39:10.280" v="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2T05:39:10.280" v="1" actId="47"/>
        <pc:sldMkLst>
          <pc:docMk/>
          <pc:sldMk cId="1459875993" sldId="261"/>
        </pc:sldMkLst>
      </pc:sldChg>
      <pc:sldChg chg="add">
        <pc:chgData name="Άριστος Αρέστη" userId="813aa191-2d4c-464f-9d05-0a7e494d859f" providerId="ADAL" clId="{49C7B61D-1ACF-4AFF-A04E-A3B433E32474}" dt="2026-10-12T05:39:06.208" v="0"/>
        <pc:sldMkLst>
          <pc:docMk/>
          <pc:sldMk cId="3963452469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A.5.M1 Εισαγωγή.pptx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Computer Networks</a:t>
            </a:r>
          </a:p>
          <a:p>
            <a:pPr algn="l">
              <a:buNone/>
            </a:pPr>
            <a:r>
              <a:t>Part 2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Connection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CE807267-4568-4FCE-85F7-D3698ECFAA8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1D877CD5-2DE9-42B1-97D7-26FDCA80E3D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2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98FC2AA6-4965-4816-ACC0-76C2F067B8C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Network Cables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A0113B09-23E5-49F5-AC48-62711BF16B66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transfer data using electrical pulses.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C6F63A60-2788-45D4-B604-2D57BCDC916D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Optical Fibres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2F13ECFC-AF4B-4737-B5D7-B145C406C5D1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transfer data using light pulses.</a:t>
            </a: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6788F802-98B6-4B13-9A5C-E718F5B7D729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Wireless Connection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997C3C59-4538-41F3-BE25-333A59B12542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uses electromagnetic waves and does not require a cable to the device.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Network Cables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854612CA-C517-46CE-B0DB-F02D90E164A5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F796AF19-EC14-4CD6-A830-1AF26C2E969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2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DC3E4429-37B4-49D9-A23D-8B068A728FC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Cat 5 and Cat 6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FE084515-FC82-4168-8A3C-AC6B893C15F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are common cables used to connect computers to a local network.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C9A1228C-4E57-4B2E-8D6A-72BFF13D5F58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RJ45 Connector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516BF146-546B-47CA-937E-79B249E8822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cable ends in a special connector that plugs into the network card or switch.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553C3E45-3941-4D74-8F8F-9AC820348B41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Distance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0BC9A0EF-7A12-4A54-8CB9-C0283A5F465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usual maximum distance for this type of cable connection is about 100 metres.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1979371"/>
            <a:ext cx="4905375" cy="36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Optical Fibres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191C7DC1-F6EF-447C-88C8-79387385464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D6C02044-8595-439E-9DD3-AB416BB3421C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2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6AFF6A65-D31F-4CF0-80D2-3A911C51E18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How They Work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41A080D9-006E-4A2B-B6A9-0A013AB445AF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use light instead of electric current to transfer data.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74641074-8C48-4718-8B52-BCECB738A991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Advantages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157AD8C4-C3EE-4447-BF30-043C6A40791F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support very high speeds and connections over many kilometres.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B20CBE78-645C-4BFF-AC1F-3425223EC49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Limitations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AD102521-5F83-4321-9621-73817E3FB9E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cost more and are more difficult to install than copper cables.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336057"/>
            <a:ext cx="4905375" cy="294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Wireless Connection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F8C4F0C0-2A39-4E9A-A186-81A7226AEA1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AC8C75B5-C37F-4767-8064-A3B7BC8D997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2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2870043F-D99C-4727-8189-FDB6FF1250A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Advantages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9BD27CAC-5E05-42B4-B1A2-FB76096600C5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connection is easy to establish and the device can move without a cable.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3D17DD30-C596-47D1-94A0-925FCBFCF1E6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Signal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E1FF8EDF-CD67-4050-9AB4-2E45C1FE6EF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Distance and physical obstacles can reduce connection quality.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668701BD-DF1D-4F5C-B193-BB20A13AB5F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Interference and Security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45B4B7F5-0880-4DC5-834A-2960DF836EB9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Other wireless devices may cause interference. The network also needs suitable protection.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53188" y="1857375"/>
            <a:ext cx="3905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speeds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Multiples of </a:t>
            </a:r>
            <a:r>
              <a:rPr lang="el-GR" sz="3000" dirty="0" err="1"/>
              <a:t>bps</a:t>
            </a:r>
            <a:r>
              <a:rPr lang="el-GR" sz="3000"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Kbps ≈ 1.000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Mbps ≈ 1.000.000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 err="1"/>
              <a:t>Gbps</a:t>
            </a:r>
            <a:r>
              <a:rPr lang="en-US" sz="2800" dirty="0"/>
              <a:t> ≈ 1.000.000.000 bps </a:t>
            </a:r>
          </a:p>
          <a:p>
            <a:pPr marL="0" indent="0" algn="just">
              <a:buNone/>
            </a:pPr>
            <a:endParaRPr lang="el-G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45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Network Services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2665A598-14EA-47CE-8D97-710DB5118506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B912E555-D9EC-422C-B2C8-039D3FA6DE1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2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EC0A44CB-5D23-4C66-B72B-0E57B2B3C90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Local Network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DA9AE494-1D41-4B99-9FA2-68B4C6F0629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can provide shared files, software and printers.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4339F8F6-22FD-4B7B-A618-B6AF147C937C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World Wide Web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69D5182C-071A-4BC3-B17B-4FD64AD7CA8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transfers web pages and other files between web servers and browsers.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027FD00B-01FA-462B-9F5B-C94B8F9E4FBE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Other Services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3326F68E-53BC-46F3-A6A2-D071D9D188E2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Email, file transfer and interactive communication operate through networks.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Reinforcement Activities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1385200B-5A3C-4855-A173-8DF2E9CCB76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89EFA94F-8322-4052-9DD0-EB8F102923A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Part 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83997FA5-1DE0-4658-B52E-9AC082B37F3A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285999A5-150B-44D2-BF15-92DD95CB076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Choose the appropriate connection medium for each situation.</a:t>
            </a:r>
          </a:p>
        </p:txBody>
      </p:sp>
      <p:sp>
        <p:nvSpPr>
          <p:cNvPr id="10" name="Block heading 2">
            <a:extLst>
              <a:ext uri="{FF2B5EF4-FFF2-40B4-BE49-F238E27FC236}">
                <a16:creationId xmlns:a16="http://schemas.microsoft.com/office/drawing/2014/main" id="{6C94165B-160A-4D73-8B1A-856215A18936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11" name="Block body 2">
            <a:extLst>
              <a:ext uri="{FF2B5EF4-FFF2-40B4-BE49-F238E27FC236}">
                <a16:creationId xmlns:a16="http://schemas.microsoft.com/office/drawing/2014/main" id="{A5F9D648-81F9-4956-8EFC-E711AE7164C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State two advantages and two disadvantages of wireless networks.</a:t>
            </a:r>
          </a:p>
        </p:txBody>
      </p:sp>
      <p:sp>
        <p:nvSpPr>
          <p:cNvPr id="12" name="Block heading 3">
            <a:extLst>
              <a:ext uri="{FF2B5EF4-FFF2-40B4-BE49-F238E27FC236}">
                <a16:creationId xmlns:a16="http://schemas.microsoft.com/office/drawing/2014/main" id="{AE655A56-D8EC-4757-9C79-6C99C56BCAA4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13" name="Block body 3">
            <a:extLst>
              <a:ext uri="{FF2B5EF4-FFF2-40B4-BE49-F238E27FC236}">
                <a16:creationId xmlns:a16="http://schemas.microsoft.com/office/drawing/2014/main" id="{B4DC63C6-0C8E-43C9-B123-0A03F72B47BA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Name two Internet services.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DocSecurity>0</DocSecurity>
  <PresentationFormat>Widescreen</PresentationFormat>
  <Paragraphs>82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Computer Networks Part 2</vt:lpstr>
      <vt:lpstr>Connection Media</vt:lpstr>
      <vt:lpstr>Network Cables</vt:lpstr>
      <vt:lpstr>Optical Fibres</vt:lpstr>
      <vt:lpstr>Wireless Connection</vt:lpstr>
      <vt:lpstr>Data transfer speeds (bps, Kbps, Mbps και Gbps) </vt:lpstr>
      <vt:lpstr>Network Services</vt:lpstr>
      <vt:lpstr>Reinforcement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2026-10-05T14:38:27Z</dcterms:created>
  <dcterms:modified xsi:type="dcterms:W3CDTF">2026-10-12T05:39:15Z</dcterms:modified>
</cp:coreProperties>
</file>