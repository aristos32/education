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d6ad50a6cd42cb" /><Relationship Type="http://schemas.openxmlformats.org/officeDocument/2006/relationships/extended-properties" Target="/docProps/app.xml" Id="R38042017807b4109" /><Relationship Type="http://schemas.openxmlformats.org/officeDocument/2006/relationships/officeDocument" Target="/ppt/presentation.xml" Id="Rb97a9dce264e45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44bc3ccac04b84"/>
  </p:sldMasterIdLst>
  <p:notesMasterIdLst>
    <p:notesMasterId xmlns:r="http://schemas.openxmlformats.org/officeDocument/2006/relationships" r:id="Rf1638c42557d4caa"/>
  </p:notesMasterIdLst>
  <p:sldIdLst>
    <p:sldId xmlns:r="http://schemas.openxmlformats.org/officeDocument/2006/relationships" id="256" r:id="Ra3b696a60f144603"/>
    <p:sldId xmlns:r="http://schemas.openxmlformats.org/officeDocument/2006/relationships" id="257" r:id="R08011795652f42db"/>
    <p:sldId xmlns:r="http://schemas.openxmlformats.org/officeDocument/2006/relationships" id="258" r:id="Ree67c2b15b1f4774"/>
    <p:sldId xmlns:r="http://schemas.openxmlformats.org/officeDocument/2006/relationships" id="259" r:id="Rd949632b22044044"/>
    <p:sldId xmlns:r="http://schemas.openxmlformats.org/officeDocument/2006/relationships" id="260" r:id="R8a3a5f5efeab4a72"/>
    <p:sldId xmlns:r="http://schemas.openxmlformats.org/officeDocument/2006/relationships" id="261" r:id="Rc96894debdd34ffc"/>
    <p:sldId xmlns:r="http://schemas.openxmlformats.org/officeDocument/2006/relationships" id="262" r:id="R4ce6ea385ee145b2"/>
    <p:sldId xmlns:r="http://schemas.openxmlformats.org/officeDocument/2006/relationships" id="263" r:id="R4a62b8c367204a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f151dd8184d00" /><Relationship Type="http://schemas.openxmlformats.org/officeDocument/2006/relationships/slideMaster" Target="/ppt/slideMasters/slideMaster1.xml" Id="Red44bc3ccac04b84" /><Relationship Type="http://schemas.openxmlformats.org/officeDocument/2006/relationships/notesMaster" Target="/ppt/notesMasters/notesMaster1.xml" Id="Rf1638c42557d4caa" /><Relationship Type="http://schemas.openxmlformats.org/officeDocument/2006/relationships/presProps" Target="/ppt/presProps.xml" Id="R2fc7daab63ae4468" /><Relationship Type="http://schemas.openxmlformats.org/officeDocument/2006/relationships/viewProps" Target="/ppt/viewProps.xml" Id="R8c103516b1444e26" /><Relationship Type="http://schemas.openxmlformats.org/officeDocument/2006/relationships/tableStyles" Target="/ppt/tableStyles.xml" Id="R74872fc1a4f94c89" /><Relationship Type="http://schemas.openxmlformats.org/officeDocument/2006/relationships/slide" Target="/ppt/slides/slide1.xml" Id="Ra3b696a60f144603" /><Relationship Type="http://schemas.openxmlformats.org/officeDocument/2006/relationships/slide" Target="/ppt/slides/slide2.xml" Id="R08011795652f42db" /><Relationship Type="http://schemas.openxmlformats.org/officeDocument/2006/relationships/slide" Target="/ppt/slides/slide3.xml" Id="Ree67c2b15b1f4774" /><Relationship Type="http://schemas.openxmlformats.org/officeDocument/2006/relationships/slide" Target="/ppt/slides/slide4.xml" Id="Rd949632b22044044" /><Relationship Type="http://schemas.openxmlformats.org/officeDocument/2006/relationships/slide" Target="/ppt/slides/slide5.xml" Id="R8a3a5f5efeab4a72" /><Relationship Type="http://schemas.openxmlformats.org/officeDocument/2006/relationships/slide" Target="/ppt/slides/slide6.xml" Id="Rc96894debdd34ffc" /><Relationship Type="http://schemas.openxmlformats.org/officeDocument/2006/relationships/slide" Target="/ppt/slides/slide7.xml" Id="R4ce6ea385ee145b2" /><Relationship Type="http://schemas.openxmlformats.org/officeDocument/2006/relationships/slide" Target="/ppt/slides/slide8.xml" Id="R4a62b8c367204a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7bce2f37af4c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3270c743ea493f" /><Relationship Type="http://schemas.openxmlformats.org/officeDocument/2006/relationships/notesMaster" Target="/ppt/notesMasters/notesMaster1.xml" Id="R471fd697d1cb45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da255f33d04482" /><Relationship Type="http://schemas.openxmlformats.org/officeDocument/2006/relationships/notesMaster" Target="/ppt/notesMasters/notesMaster1.xml" Id="Raa3fd584cc4543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e5925a4ce146fc" /><Relationship Type="http://schemas.openxmlformats.org/officeDocument/2006/relationships/notesMaster" Target="/ppt/notesMasters/notesMaster1.xml" Id="R3d60d57f68da42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38972d450544cc" /><Relationship Type="http://schemas.openxmlformats.org/officeDocument/2006/relationships/notesMaster" Target="/ppt/notesMasters/notesMaster1.xml" Id="Re1ad0f6db6f64c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900772199a47fa" /><Relationship Type="http://schemas.openxmlformats.org/officeDocument/2006/relationships/notesMaster" Target="/ppt/notesMasters/notesMaster1.xml" Id="R79a15136ba0540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080e9328b24eb2" /><Relationship Type="http://schemas.openxmlformats.org/officeDocument/2006/relationships/notesMaster" Target="/ppt/notesMasters/notesMaster1.xml" Id="R620d162d20ff42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2ba8e5c4a9415c" /><Relationship Type="http://schemas.openxmlformats.org/officeDocument/2006/relationships/notesMaster" Target="/ppt/notesMasters/notesMaster1.xml" Id="R731d4025f01f4d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3b05e8a74c469b" /><Relationship Type="http://schemas.openxmlformats.org/officeDocument/2006/relationships/notesMaster" Target="/ppt/notesMasters/notesMaster1.xml" Id="Rfe896fdd8eda43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82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82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64–65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65–66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67–68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63–68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aee68059d42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d7f610c6a47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812fd45334f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a9fc9109c4f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9bdb9af6748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c182788bd41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5f5b6fab346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b520a36564dc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524702cf849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1e5545919413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1ea3c643f468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8108d4b72467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b38a62387479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da3b1933d47d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9a31f9e144e4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55cf8147148ec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04650f0d054cbf" /><Relationship Type="http://schemas.openxmlformats.org/officeDocument/2006/relationships/slideLayout" Target="/ppt/slideLayouts/slideLayout1.xml" Id="R1d2781aa133c46af" /><Relationship Type="http://schemas.openxmlformats.org/officeDocument/2006/relationships/slideLayout" Target="/ppt/slideLayouts/slideLayout2.xml" Id="Rd765ceac56e54570" /><Relationship Type="http://schemas.openxmlformats.org/officeDocument/2006/relationships/slideLayout" Target="/ppt/slideLayouts/slideLayout3.xml" Id="Rc9c6bcb9ff854565" /><Relationship Type="http://schemas.openxmlformats.org/officeDocument/2006/relationships/slideLayout" Target="/ppt/slideLayouts/slideLayout4.xml" Id="Re2a545863e5b47a7" /><Relationship Type="http://schemas.openxmlformats.org/officeDocument/2006/relationships/slideLayout" Target="/ppt/slideLayouts/slideLayout5.xml" Id="R7380b3db72ed4e0b" /><Relationship Type="http://schemas.openxmlformats.org/officeDocument/2006/relationships/slideLayout" Target="/ppt/slideLayouts/slideLayout6.xml" Id="R058a7def3fae4ef4" /><Relationship Type="http://schemas.openxmlformats.org/officeDocument/2006/relationships/slideLayout" Target="/ppt/slideLayouts/slideLayout7.xml" Id="Re571aa9c598a41a5" /><Relationship Type="http://schemas.openxmlformats.org/officeDocument/2006/relationships/slideLayout" Target="/ppt/slideLayouts/slideLayout8.xml" Id="R61ea8ed4c38748ff" /><Relationship Type="http://schemas.openxmlformats.org/officeDocument/2006/relationships/slideLayout" Target="/ppt/slideLayouts/slideLayout9.xml" Id="R8344a21e708b4084" /><Relationship Type="http://schemas.openxmlformats.org/officeDocument/2006/relationships/slideLayout" Target="/ppt/slideLayouts/slideLayout10.xml" Id="R08a04c8df4f14338" /><Relationship Type="http://schemas.openxmlformats.org/officeDocument/2006/relationships/slideLayout" Target="/ppt/slideLayouts/slideLayout11.xml" Id="R3156b26b2b404e06" /><Relationship Type="http://schemas.openxmlformats.org/officeDocument/2006/relationships/slideLayout" Target="/ppt/slideLayouts/slideLayout12.xml" Id="R47f3bb97a7944602" /><Relationship Type="http://schemas.openxmlformats.org/officeDocument/2006/relationships/slideLayout" Target="/ppt/slideLayouts/slideLayout13.xml" Id="R1361205c7c6d43be" /><Relationship Type="http://schemas.openxmlformats.org/officeDocument/2006/relationships/slideLayout" Target="/ppt/slideLayouts/slideLayout14.xml" Id="R86287898ba204eba" /><Relationship Type="http://schemas.openxmlformats.org/officeDocument/2006/relationships/slideLayout" Target="/ppt/slideLayouts/slideLayout15.xml" Id="R5ec8485c57ea4307" /><Relationship Type="http://schemas.openxmlformats.org/officeDocument/2006/relationships/slideLayout" Target="/ppt/slideLayouts/slideLayout16.xml" Id="Rec10a48f8f2641c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12-Sep-26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781aa133c46af"/>
    <p:sldLayoutId xmlns:r="http://schemas.openxmlformats.org/officeDocument/2006/relationships" id="2147483650" r:id="Rd765ceac56e54570"/>
    <p:sldLayoutId xmlns:r="http://schemas.openxmlformats.org/officeDocument/2006/relationships" id="2147483651" r:id="Rc9c6bcb9ff854565"/>
    <p:sldLayoutId xmlns:r="http://schemas.openxmlformats.org/officeDocument/2006/relationships" id="2147483652" r:id="Re2a545863e5b47a7"/>
    <p:sldLayoutId xmlns:r="http://schemas.openxmlformats.org/officeDocument/2006/relationships" id="2147483653" r:id="R7380b3db72ed4e0b"/>
    <p:sldLayoutId xmlns:r="http://schemas.openxmlformats.org/officeDocument/2006/relationships" id="2147483654" r:id="R058a7def3fae4ef4"/>
    <p:sldLayoutId xmlns:r="http://schemas.openxmlformats.org/officeDocument/2006/relationships" id="2147483655" r:id="Re571aa9c598a41a5"/>
    <p:sldLayoutId xmlns:r="http://schemas.openxmlformats.org/officeDocument/2006/relationships" id="2147483656" r:id="R61ea8ed4c38748ff"/>
    <p:sldLayoutId xmlns:r="http://schemas.openxmlformats.org/officeDocument/2006/relationships" id="2147483657" r:id="R8344a21e708b4084"/>
    <p:sldLayoutId xmlns:r="http://schemas.openxmlformats.org/officeDocument/2006/relationships" id="2147483658" r:id="R08a04c8df4f14338"/>
    <p:sldLayoutId xmlns:r="http://schemas.openxmlformats.org/officeDocument/2006/relationships" id="2147483659" r:id="R3156b26b2b404e06"/>
    <p:sldLayoutId xmlns:r="http://schemas.openxmlformats.org/officeDocument/2006/relationships" id="2147483660" r:id="R47f3bb97a7944602"/>
    <p:sldLayoutId xmlns:r="http://schemas.openxmlformats.org/officeDocument/2006/relationships" id="2147483661" r:id="R1361205c7c6d43be"/>
    <p:sldLayoutId xmlns:r="http://schemas.openxmlformats.org/officeDocument/2006/relationships" id="2147483662" r:id="R86287898ba204eba"/>
    <p:sldLayoutId xmlns:r="http://schemas.openxmlformats.org/officeDocument/2006/relationships" id="2147483663" r:id="R5ec8485c57ea4307"/>
    <p:sldLayoutId xmlns:r="http://schemas.openxmlformats.org/officeDocument/2006/relationships" id="2147483664" r:id="Rec10a48f8f2641c6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a19763446497f" /><Relationship Type="http://schemas.openxmlformats.org/officeDocument/2006/relationships/notesSlide" Target="/ppt/notesSlides/notesSlide1.xml" Id="R22d1512a50df4a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96be5e28f1a46e0" /><Relationship Type="http://schemas.openxmlformats.org/officeDocument/2006/relationships/image" Target="/ppt/media/image.png" Id="Rd48dc055508a47f9" /><Relationship Type="http://schemas.openxmlformats.org/officeDocument/2006/relationships/image" Target="/ppt/media/image.jpeg" Id="Rbbc623b836a34610" /><Relationship Type="http://schemas.openxmlformats.org/officeDocument/2006/relationships/notesSlide" Target="/ppt/notesSlides/notesSlide2.xml" Id="R93da7c7021d14a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e8a6e77432049cc" /><Relationship Type="http://schemas.openxmlformats.org/officeDocument/2006/relationships/image" Target="/ppt/media/image2.png" Id="R86ec8f34ecbd4cc5" /><Relationship Type="http://schemas.openxmlformats.org/officeDocument/2006/relationships/image" Target="/ppt/media/image3.png" Id="Rddaa6b18b3314dd0" /><Relationship Type="http://schemas.openxmlformats.org/officeDocument/2006/relationships/notesSlide" Target="/ppt/notesSlides/notesSlide3.xml" Id="R3443c4352be648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79811789d8e4586" /><Relationship Type="http://schemas.openxmlformats.org/officeDocument/2006/relationships/image" Target="/ppt/media/image4.png" Id="R0e55a00a1a864c4a" /><Relationship Type="http://schemas.openxmlformats.org/officeDocument/2006/relationships/image" Target="/ppt/media/image2.jpeg" Id="R2079bb52b49b407e" /><Relationship Type="http://schemas.openxmlformats.org/officeDocument/2006/relationships/image" Target="/ppt/media/image3.jpeg" Id="Rd44763fec58642a6" /><Relationship Type="http://schemas.openxmlformats.org/officeDocument/2006/relationships/notesSlide" Target="/ppt/notesSlides/notesSlide4.xml" Id="R7a4165334f8140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0f1649e15b6492d" /><Relationship Type="http://schemas.openxmlformats.org/officeDocument/2006/relationships/image" Target="/ppt/media/image5.png" Id="R6e298ff1bcf0459b" /><Relationship Type="http://schemas.openxmlformats.org/officeDocument/2006/relationships/image" Target="/ppt/media/image6.png" Id="R1415a2cf79084694" /><Relationship Type="http://schemas.openxmlformats.org/officeDocument/2006/relationships/image" Target="/ppt/media/image7.png" Id="R566fcaecd2c24491" /><Relationship Type="http://schemas.openxmlformats.org/officeDocument/2006/relationships/image" Target="/ppt/media/image4.jpeg" Id="R5a5b278eede44fdc" /><Relationship Type="http://schemas.openxmlformats.org/officeDocument/2006/relationships/notesSlide" Target="/ppt/notesSlides/notesSlide5.xml" Id="R33a26e4b710f4c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a0956d8df2c445e" /><Relationship Type="http://schemas.openxmlformats.org/officeDocument/2006/relationships/image" Target="/ppt/media/image2.png" Id="R3b0b053b1d0a4ecc" /><Relationship Type="http://schemas.openxmlformats.org/officeDocument/2006/relationships/image" Target="/ppt/media/image5.jpeg" Id="R233ab80e150c4ab0" /><Relationship Type="http://schemas.openxmlformats.org/officeDocument/2006/relationships/notesSlide" Target="/ppt/notesSlides/notesSlide6.xml" Id="R2e5b6fcb91bb4a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486d6c2328c48df" /><Relationship Type="http://schemas.openxmlformats.org/officeDocument/2006/relationships/image" Target="/ppt/media/image6.jpeg" Id="R138083eed69a43a3" /><Relationship Type="http://schemas.openxmlformats.org/officeDocument/2006/relationships/image" Target="/ppt/media/image7.jpeg" Id="R1c9f47732e774b93" /><Relationship Type="http://schemas.openxmlformats.org/officeDocument/2006/relationships/notesSlide" Target="/ppt/notesSlides/notesSlide7.xml" Id="Rf041a23efe1744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f87832950c44e26" /><Relationship Type="http://schemas.openxmlformats.org/officeDocument/2006/relationships/image" Target="/ppt/media/image8.png" Id="R94909f8d5c12406a" /><Relationship Type="http://schemas.openxmlformats.org/officeDocument/2006/relationships/image" Target="/ppt/media/image3.jpeg" Id="Re903eaf617194bab" /><Relationship Type="http://schemas.openxmlformats.org/officeDocument/2006/relationships/image" Target="/ppt/media/image4.jpeg" Id="R53796fe3366a45e2" /><Relationship Type="http://schemas.openxmlformats.org/officeDocument/2006/relationships/image" Target="/ppt/media/image5.jpeg" Id="R7bb957554bac4f05" /><Relationship Type="http://schemas.openxmlformats.org/officeDocument/2006/relationships/image" Target="/ppt/media/image7.jpeg" Id="R2a6e36035d3a463e" /><Relationship Type="http://schemas.openxmlformats.org/officeDocument/2006/relationships/notesSlide" Target="/ppt/notesSlides/notesSlide8.xml" Id="R09a58f7bf0e945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Image</a:t>
            </a:r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Today's lesson objectives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Apply filters to an image</a:t>
            </a:r>
          </a:p>
          <a:p xmlns:a="http://schemas.openxmlformats.org/drawingml/2006/main">
            <a:r>
              <a:rPr sz="2800"/>
              <a:t>Select the area that the filter will affect</a:t>
            </a:r>
          </a:p>
          <a:p xmlns:a="http://schemas.openxmlformats.org/drawingml/2006/main">
            <a:r>
              <a:rPr sz="2800"/>
              <a:t>Adjust a filter's settings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Save the final result</a:t>
            </a:r>
          </a:p>
        </p:txBody>
      </p:sp>
      <p:pic>
        <p:nvPicPr>
          <p:cNvPr id="8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d48dc055508a47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623b836a34610"/>
          <a:stretch xmlns:a="http://schemas.openxmlformats.org/drawingml/2006/main"/>
        </p:blipFill>
        <p:spPr>
          <a:xfrm xmlns:a="http://schemas.openxmlformats.org/drawingml/2006/main">
            <a:off x="6925062" y="1916219"/>
            <a:ext cx="3609975" cy="3609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Filters in GIMP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Filters change the appearance of the whole image or a selected area.</a:t>
            </a:r>
          </a:p>
          <a:p xmlns:a="http://schemas.openxmlformats.org/drawingml/2006/main">
            <a:pPr marL="0" indent="0">
              <a:buNone/>
            </a:pPr>
            <a:r>
              <a:t>They can distort, colour or correct a photograph.</a:t>
            </a:r>
          </a:p>
          <a:p xmlns:a="http://schemas.openxmlformats.org/drawingml/2006/main">
            <a:pPr marL="0" indent="0">
              <a:buNone/>
            </a:pPr>
            <a:r>
              <a:t>They are available from the Filters menu.</a:t>
            </a:r>
          </a:p>
          <a:p xmlns:a="http://schemas.openxmlformats.org/drawingml/2006/main">
            <a:pPr marL="0" indent="0">
              <a:buNone/>
            </a:pPr>
            <a:r>
              <a:t>Before applying a filter, carefully select the appropriate area.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c8f34ecbd4c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pic>
        <p:nvPicPr>
          <p:cNvPr id="63" name="Picture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a6b18b3314dd0"/>
          <a:srcRect xmlns:a="http://schemas.openxmlformats.org/drawingml/2006/main" l="0" t="28293" r="0" b="28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Pixelize</a:t>
            </a:r>
          </a:p>
        </p:txBody>
      </p:sp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5a00a1a86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Pixelize Content Cover">
            <a:extLst xmlns:a="http://schemas.openxmlformats.org/drawingml/2006/main">
              <a:ext uri="{FF2B5EF4-FFF2-40B4-BE49-F238E27FC236}">
                <a16:creationId xmlns:a16="http://schemas.microsoft.com/office/drawing/2014/main" id="{7298A026-24AF-436A-B6A0-6027009D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287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9bb52b49b40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143125"/>
            <a:ext cx="2476500" cy="24765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763fec58642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2143125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Pixelize Steps">
            <a:extLst xmlns:a="http://schemas.openxmlformats.org/drawingml/2006/main">
              <a:ext uri="{FF2B5EF4-FFF2-40B4-BE49-F238E27FC236}">
                <a16:creationId xmlns:a16="http://schemas.microsoft.com/office/drawing/2014/main" id="{55356B4F-BF3C-4591-9784-B708E8A8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Select the face with a suitable selection tool</a:t>
            </a:r>
          </a:p>
          <a:p xmlns:a="http://schemas.openxmlformats.org/drawingml/2006/main">
            <a:pPr>
              <a:buNone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Filters → Blur → Pixelize</a:t>
            </a:r>
          </a:p>
          <a:p xmlns:a="http://schemas.openxmlformats.org/drawingml/2006/main">
            <a:pPr>
              <a:buNone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Select → None</a:t>
            </a:r>
          </a:p>
          <a:p xmlns:a="http://schemas.openxmlformats.org/drawingml/2006/main">
            <a:pPr>
              <a:buNone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Save as fe7_1.jpg</a:t>
            </a:r>
          </a:p>
        </p:txBody>
      </p:sp>
      <p:sp>
        <p:nvSpPr>
          <p:cNvPr id="8" name="Pixelize Before">
            <a:extLst xmlns:a="http://schemas.openxmlformats.org/drawingml/2006/main">
              <a:ext uri="{FF2B5EF4-FFF2-40B4-BE49-F238E27FC236}">
                <a16:creationId xmlns:a16="http://schemas.microsoft.com/office/drawing/2014/main" id="{54EC031E-1196-4F85-A8AE-D88DB2B6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148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42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Original</a:t>
            </a:r>
          </a:p>
        </p:txBody>
      </p:sp>
      <p:sp>
        <p:nvSpPr>
          <p:cNvPr id="9" name="Pixelize After">
            <a:extLst xmlns:a="http://schemas.openxmlformats.org/drawingml/2006/main">
              <a:ext uri="{FF2B5EF4-FFF2-40B4-BE49-F238E27FC236}">
                <a16:creationId xmlns:a16="http://schemas.microsoft.com/office/drawing/2014/main" id="{BC448D55-AE9E-47BE-843C-13E9D68E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148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42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4368" y="38735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Colorify</a:t>
            </a:r>
            <a:endParaRPr/>
          </a:p>
        </p:txBody>
      </p:sp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98ff1bcf045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5a2cf790846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lorify Steps">
            <a:extLst xmlns:a="http://schemas.openxmlformats.org/drawingml/2006/main">
              <a:ext uri="{FF2B5EF4-FFF2-40B4-BE49-F238E27FC236}">
                <a16:creationId xmlns:a16="http://schemas.microsoft.com/office/drawing/2014/main" id="{34AAFB71-83A8-47DC-A777-2716B436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191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Create a new 1000 × 738 image.</a:t>
            </a: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Choose Colors → Colorify and select a colour.</a:t>
            </a: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Copy the image four times.</a:t>
            </a: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Apply a different colour to each copy.</a:t>
            </a:r>
          </a:p>
        </p:txBody>
      </p:sp>
      <p:sp>
        <p:nvSpPr>
          <p:cNvPr id="8" name="Colorify Image Cover">
            <a:extLst xmlns:a="http://schemas.openxmlformats.org/drawingml/2006/main">
              <a:ext uri="{FF2B5EF4-FFF2-40B4-BE49-F238E27FC236}">
                <a16:creationId xmlns:a16="http://schemas.microsoft.com/office/drawing/2014/main" id="{0F337DA7-D896-42B0-BCCA-55A0BA40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33500"/>
            <a:ext cx="6191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fcaecd2c24491"/>
          <a:stretch xmlns:a="http://schemas.openxmlformats.org/drawingml/2006/main"/>
        </p:blipFill>
        <p:spPr>
          <a:xfrm xmlns:a="http://schemas.openxmlformats.org/drawingml/2006/main">
            <a:off x="8223436" y="1437862"/>
            <a:ext cx="1703732" cy="1914938"/>
          </a:xfrm>
          <a:prstGeom xmlns:a="http://schemas.openxmlformats.org/drawingml/2006/main" prst="rect">
            <a:avLst/>
          </a:prstGeom>
        </p:spPr>
      </p:pic>
      <p:pic>
        <p:nvPicPr>
          <p:cNvPr id="19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b278eede44fdc"/>
          <a:stretch xmlns:a="http://schemas.openxmlformats.org/drawingml/2006/main"/>
        </p:blipFill>
        <p:spPr>
          <a:xfrm xmlns:a="http://schemas.openxmlformats.org/drawingml/2006/main">
            <a:off x="7462165" y="3698877"/>
            <a:ext cx="3081566" cy="22741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Van Gogh and Canvas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Filters → Artistic → Van Gogh</a:t>
            </a:r>
          </a:p>
          <a:p xmlns:a="http://schemas.openxmlformats.org/drawingml/2006/main">
            <a:pPr marL="0" indent="0">
              <a:buNone/>
            </a:pPr>
            <a:r>
              <a:t>Adjust Saturation and the remaining settings.</a:t>
            </a:r>
          </a:p>
          <a:p xmlns:a="http://schemas.openxmlformats.org/drawingml/2006/main">
            <a:pPr marL="0" indent="0">
              <a:buNone/>
            </a:pPr>
            <a:r>
              <a:t>Filters → Artistic → Apply Canvas</a:t>
            </a:r>
          </a:p>
          <a:p xmlns:a="http://schemas.openxmlformats.org/drawingml/2006/main">
            <a:pPr marL="0" indent="0">
              <a:buNone/>
            </a:pPr>
            <a:r>
              <a:t>The combination creates the texture of a painting.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b053b1d0a4e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Van Gogh Image Cover">
            <a:extLst xmlns:a="http://schemas.openxmlformats.org/drawingml/2006/main">
              <a:ext uri="{FF2B5EF4-FFF2-40B4-BE49-F238E27FC236}">
                <a16:creationId xmlns:a16="http://schemas.microsoft.com/office/drawing/2014/main" id="{8C6D8D01-264B-4BB3-9835-37BE106A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7143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66" name="Picture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ab80e150c4ab0"/>
          <a:stretch xmlns:a="http://schemas.openxmlformats.org/drawingml/2006/main"/>
        </p:blipFill>
        <p:spPr>
          <a:xfrm xmlns:a="http://schemas.openxmlformats.org/drawingml/2006/main">
            <a:off x="5043903" y="1785382"/>
            <a:ext cx="4791234" cy="35987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Red Eye Removal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666875"/>
            <a:ext cx="4572000" cy="3429000"/>
          </a:xfrm>
        </p:spPr>
        <p:txBody>
          <a:bodyPr xmlns:a="http://schemas.openxmlformats.org/drawingml/2006/main">
            <a:normAutofit fontScale="92097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Zoom in on the eye area.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Use Ellipse Select to select the first eye.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Hold Shift and select the second eye.</a:t>
            </a:r>
          </a:p>
          <a:p xmlns:a="http://schemas.openxmlformats.org/drawingml/2006/main">
            <a:r>
              <a:rPr sz="2800"/>
              <a:t>Filters → Enhance → Red Eye Removal</a:t>
            </a:r>
          </a:p>
          <a:p xmlns:a="http://schemas.openxmlformats.org/drawingml/2006/main">
            <a:r>
              <a:rPr sz="2800"/>
              <a:t>Choose Select → None and save the image.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083eed69a43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952625"/>
            <a:ext cx="2476500" cy="1857375"/>
          </a:xfrm>
          <a:prstGeom xmlns:a="http://schemas.openxmlformats.org/drawingml/2006/main" prst="rect">
            <a:avLst/>
          </a:prstGeom>
        </p:spPr>
      </p:pic>
      <p:pic>
        <p:nvPicPr>
          <p:cNvPr id="1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f47732e774b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1952625"/>
            <a:ext cx="2476500" cy="1857375"/>
          </a:xfrm>
          <a:prstGeom xmlns:a="http://schemas.openxmlformats.org/drawingml/2006/main" prst="rect">
            <a:avLst/>
          </a:prstGeom>
        </p:spPr>
      </p:pic>
      <p:sp>
        <p:nvSpPr>
          <p:cNvPr id="7" name="Before Label">
            <a:extLst xmlns:a="http://schemas.openxmlformats.org/drawingml/2006/main">
              <a:ext uri="{FF2B5EF4-FFF2-40B4-BE49-F238E27FC236}">
                <a16:creationId xmlns:a16="http://schemas.microsoft.com/office/drawing/2014/main" id="{1667A12B-D531-4F4A-A5C1-9BC9C63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5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Original</a:t>
            </a:r>
          </a:p>
        </p:txBody>
      </p:sp>
      <p:sp>
        <p:nvSpPr>
          <p:cNvPr id="8" name="After Label">
            <a:extLst xmlns:a="http://schemas.openxmlformats.org/drawingml/2006/main">
              <a:ext uri="{FF2B5EF4-FFF2-40B4-BE49-F238E27FC236}">
                <a16:creationId xmlns:a16="http://schemas.microsoft.com/office/drawing/2014/main" id="{141BD1BE-A278-4A0C-9BD0-DC160395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5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09f8d5c12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Exercises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class</a:t>
            </a:r>
            <a:r>
              <a:t> – </a:t>
            </a:r>
            <a:r>
              <a:t>Worksheet</a:t>
            </a:r>
            <a:r>
              <a:t> A.4.M7 (</a:t>
            </a:r>
            <a:r>
              <a:t>pp.</a:t>
            </a:r>
            <a:r>
              <a:t> 63–68)</a:t>
            </a:r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7" name="Exercise Content Cover">
            <a:extLst xmlns:a="http://schemas.openxmlformats.org/drawingml/2006/main">
              <a:ext uri="{FF2B5EF4-FFF2-40B4-BE49-F238E27FC236}">
                <a16:creationId xmlns:a16="http://schemas.microsoft.com/office/drawing/2014/main" id="{C01FD57D-A5AD-44C9-85D7-5272ACD7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95375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Exercise Summary">
            <a:extLst xmlns:a="http://schemas.openxmlformats.org/drawingml/2006/main">
              <a:ext uri="{FF2B5EF4-FFF2-40B4-BE49-F238E27FC236}">
                <a16:creationId xmlns:a16="http://schemas.microsoft.com/office/drawing/2014/main" id="{9BB19549-6527-487C-A69B-F54B1BD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A. Pixelize</a:t>
            </a: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B. Colorify</a:t>
            </a: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C. Van Gogh and Canvas</a:t>
            </a: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D. Red Eye Removal</a:t>
            </a:r>
          </a:p>
        </p:txBody>
      </p:sp>
      <p:pic>
        <p:nvPicPr>
          <p:cNvPr id="20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3eaf617194bab"/>
          <a:srcRect xmlns:a="http://schemas.openxmlformats.org/drawingml/2006/main" l="0" t="14634" r="0" b="14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238375"/>
            <a:ext cx="1952625" cy="1381125"/>
          </a:xfrm>
          <a:prstGeom xmlns:a="http://schemas.openxmlformats.org/drawingml/2006/main" prst="rect">
            <a:avLst/>
          </a:prstGeom>
        </p:spPr>
      </p:pic>
      <p:pic>
        <p:nvPicPr>
          <p:cNvPr id="21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96fe3366a45e2"/>
          <a:srcRect xmlns:a="http://schemas.openxmlformats.org/drawingml/2006/main" l="0" t="2079" r="0" b="2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2238375"/>
            <a:ext cx="1952625" cy="1381125"/>
          </a:xfrm>
          <a:prstGeom xmlns:a="http://schemas.openxmlformats.org/drawingml/2006/main" prst="rect">
            <a:avLst/>
          </a:prstGeom>
        </p:spPr>
      </p:pic>
      <p:pic>
        <p:nvPicPr>
          <p:cNvPr id="22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957554bac4f05"/>
          <a:srcRect xmlns:a="http://schemas.openxmlformats.org/drawingml/2006/main" l="0" t="2915" r="0" b="2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3952875"/>
            <a:ext cx="1952625" cy="1381125"/>
          </a:xfrm>
          <a:prstGeom xmlns:a="http://schemas.openxmlformats.org/drawingml/2006/main" prst="rect">
            <a:avLst/>
          </a:prstGeom>
        </p:spPr>
      </p:pic>
      <p:pic>
        <p:nvPicPr>
          <p:cNvPr id="23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e36035d3a463e"/>
          <a:srcRect xmlns:a="http://schemas.openxmlformats.org/drawingml/2006/main" l="0" t="2846" r="0" b="2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3952875"/>
            <a:ext cx="1952625" cy="138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2026-09-17T08:53:09.8560000Z</dcterms:created>
  <dcterms:modified xsi:type="dcterms:W3CDTF">2026-09-17T08:53:09.8560000Z</dcterms:modified>
</coreProperties>
</file>