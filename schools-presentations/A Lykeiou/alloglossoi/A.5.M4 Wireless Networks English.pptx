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2f280f372a48a7" /><Relationship Type="http://schemas.openxmlformats.org/officeDocument/2006/relationships/extended-properties" Target="/docProps/app.xml" Id="R6978b2dd59304654" /><Relationship Type="http://schemas.openxmlformats.org/officeDocument/2006/relationships/officeDocument" Target="/ppt/presentation.xml" Id="Rd3c8ab171fb043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c8c80d5c91478c"/>
  </p:sldMasterIdLst>
  <p:notesMasterIdLst>
    <p:notesMasterId xmlns:r="http://schemas.openxmlformats.org/officeDocument/2006/relationships" r:id="R21f25aa29526416b"/>
  </p:notesMasterIdLst>
  <p:sldIdLst>
    <p:sldId xmlns:r="http://schemas.openxmlformats.org/officeDocument/2006/relationships" id="256" r:id="R51e5c098314c40e1"/>
    <p:sldId xmlns:r="http://schemas.openxmlformats.org/officeDocument/2006/relationships" id="257" r:id="R3c1e6be205344469"/>
    <p:sldId xmlns:r="http://schemas.openxmlformats.org/officeDocument/2006/relationships" id="258" r:id="R616e7ab245044f4a"/>
    <p:sldId xmlns:r="http://schemas.openxmlformats.org/officeDocument/2006/relationships" id="259" r:id="R8c2ab135ea6743aa"/>
    <p:sldId xmlns:r="http://schemas.openxmlformats.org/officeDocument/2006/relationships" id="260" r:id="Rc613ef11734044f7"/>
    <p:sldId xmlns:r="http://schemas.openxmlformats.org/officeDocument/2006/relationships" id="261" r:id="R469b7e4197364aea"/>
    <p:sldId xmlns:r="http://schemas.openxmlformats.org/officeDocument/2006/relationships" id="262" r:id="R9e791410a0734dfe"/>
    <p:sldId xmlns:r="http://schemas.openxmlformats.org/officeDocument/2006/relationships" id="263" r:id="R9c607a1e089b41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c0ef4efde744c6" /><Relationship Type="http://schemas.openxmlformats.org/officeDocument/2006/relationships/slideMaster" Target="/ppt/slideMasters/slideMaster1.xml" Id="Re0c8c80d5c91478c" /><Relationship Type="http://schemas.openxmlformats.org/officeDocument/2006/relationships/notesMaster" Target="/ppt/notesMasters/notesMaster1.xml" Id="R21f25aa29526416b" /><Relationship Type="http://schemas.openxmlformats.org/officeDocument/2006/relationships/presProps" Target="/ppt/presProps.xml" Id="Rccf7e2fe534f4d54" /><Relationship Type="http://schemas.openxmlformats.org/officeDocument/2006/relationships/viewProps" Target="/ppt/viewProps.xml" Id="R3f887f4331cc4204" /><Relationship Type="http://schemas.openxmlformats.org/officeDocument/2006/relationships/tableStyles" Target="/ppt/tableStyles.xml" Id="Rac3788783b564d40" /><Relationship Type="http://schemas.openxmlformats.org/officeDocument/2006/relationships/slide" Target="/ppt/slides/slide1.xml" Id="R51e5c098314c40e1" /><Relationship Type="http://schemas.openxmlformats.org/officeDocument/2006/relationships/slide" Target="/ppt/slides/slide2.xml" Id="R3c1e6be205344469" /><Relationship Type="http://schemas.openxmlformats.org/officeDocument/2006/relationships/slide" Target="/ppt/slides/slide3.xml" Id="R616e7ab245044f4a" /><Relationship Type="http://schemas.openxmlformats.org/officeDocument/2006/relationships/slide" Target="/ppt/slides/slide4.xml" Id="R8c2ab135ea6743aa" /><Relationship Type="http://schemas.openxmlformats.org/officeDocument/2006/relationships/slide" Target="/ppt/slides/slide5.xml" Id="Rc613ef11734044f7" /><Relationship Type="http://schemas.openxmlformats.org/officeDocument/2006/relationships/slide" Target="/ppt/slides/slide6.xml" Id="R469b7e4197364aea" /><Relationship Type="http://schemas.openxmlformats.org/officeDocument/2006/relationships/slide" Target="/ppt/slides/slide7.xml" Id="R9e791410a0734dfe" /><Relationship Type="http://schemas.openxmlformats.org/officeDocument/2006/relationships/slide" Target="/ppt/slides/slide8.xml" Id="R9c607a1e089b41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29530bbe7843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10f33566724921" /><Relationship Type="http://schemas.openxmlformats.org/officeDocument/2006/relationships/notesMaster" Target="/ppt/notesMasters/notesMaster1.xml" Id="R3e66d1e1e44348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3d88ba47d74d4c" /><Relationship Type="http://schemas.openxmlformats.org/officeDocument/2006/relationships/notesMaster" Target="/ppt/notesMasters/notesMaster1.xml" Id="Rc8a8ac7a465244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b03c594f0b407b" /><Relationship Type="http://schemas.openxmlformats.org/officeDocument/2006/relationships/notesMaster" Target="/ppt/notesMasters/notesMaster1.xml" Id="Re2fd4d52d05945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59d89746124df8" /><Relationship Type="http://schemas.openxmlformats.org/officeDocument/2006/relationships/notesMaster" Target="/ppt/notesMasters/notesMaster1.xml" Id="R610d76d6ef6844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c8e39b151e49a8" /><Relationship Type="http://schemas.openxmlformats.org/officeDocument/2006/relationships/notesMaster" Target="/ppt/notesMasters/notesMaster1.xml" Id="R39476b17afdc42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d889a556c442f" /><Relationship Type="http://schemas.openxmlformats.org/officeDocument/2006/relationships/notesMaster" Target="/ppt/notesMasters/notesMaster1.xml" Id="Rb363b33353894b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4c751eee7944a1" /><Relationship Type="http://schemas.openxmlformats.org/officeDocument/2006/relationships/notesMaster" Target="/ppt/notesMasters/notesMaster1.xml" Id="R2ee67d1ef51d47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ae73bc256241c4" /><Relationship Type="http://schemas.openxmlformats.org/officeDocument/2006/relationships/notesMaster" Target="/ppt/notesMasters/notesMaster1.xml" Id="R3b21a0e3af864f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Πρότυπο: A4.M2 Πολυμέσα-Ήχος(2).pptx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77f173d0345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b560794e745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b476590b847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f05d25e5640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a5affcf0a4c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0d53eee914e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de26d4e754c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2ebb9793c4b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b63030ab3484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5006d734742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967eaf1a243a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b78ec5510459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11640d497488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d2789cc274e7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55e2c132f474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438862e3b4cb7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c8948f2c1247bb" /><Relationship Type="http://schemas.openxmlformats.org/officeDocument/2006/relationships/slideLayout" Target="/ppt/slideLayouts/slideLayout1.xml" Id="R4c920eee92714b56" /><Relationship Type="http://schemas.openxmlformats.org/officeDocument/2006/relationships/slideLayout" Target="/ppt/slideLayouts/slideLayout2.xml" Id="R6f2bb8f5f34d4109" /><Relationship Type="http://schemas.openxmlformats.org/officeDocument/2006/relationships/slideLayout" Target="/ppt/slideLayouts/slideLayout3.xml" Id="Rccb25d1ca1884519" /><Relationship Type="http://schemas.openxmlformats.org/officeDocument/2006/relationships/slideLayout" Target="/ppt/slideLayouts/slideLayout4.xml" Id="Rc3f557b8378a4050" /><Relationship Type="http://schemas.openxmlformats.org/officeDocument/2006/relationships/slideLayout" Target="/ppt/slideLayouts/slideLayout5.xml" Id="R8eebed67e5f046be" /><Relationship Type="http://schemas.openxmlformats.org/officeDocument/2006/relationships/slideLayout" Target="/ppt/slideLayouts/slideLayout6.xml" Id="Rfcd66727a95d49bb" /><Relationship Type="http://schemas.openxmlformats.org/officeDocument/2006/relationships/slideLayout" Target="/ppt/slideLayouts/slideLayout7.xml" Id="R203dffe4853946a8" /><Relationship Type="http://schemas.openxmlformats.org/officeDocument/2006/relationships/slideLayout" Target="/ppt/slideLayouts/slideLayout8.xml" Id="R65166f584eb5494a" /><Relationship Type="http://schemas.openxmlformats.org/officeDocument/2006/relationships/slideLayout" Target="/ppt/slideLayouts/slideLayout9.xml" Id="R00ed01c540c14e5d" /><Relationship Type="http://schemas.openxmlformats.org/officeDocument/2006/relationships/slideLayout" Target="/ppt/slideLayouts/slideLayout10.xml" Id="R007f1b95e0504361" /><Relationship Type="http://schemas.openxmlformats.org/officeDocument/2006/relationships/slideLayout" Target="/ppt/slideLayouts/slideLayout11.xml" Id="Rb4a2806dbf004487" /><Relationship Type="http://schemas.openxmlformats.org/officeDocument/2006/relationships/slideLayout" Target="/ppt/slideLayouts/slideLayout12.xml" Id="R23f8602bc3fb456c" /><Relationship Type="http://schemas.openxmlformats.org/officeDocument/2006/relationships/slideLayout" Target="/ppt/slideLayouts/slideLayout13.xml" Id="Ra7ac4a2f9d704937" /><Relationship Type="http://schemas.openxmlformats.org/officeDocument/2006/relationships/slideLayout" Target="/ppt/slideLayouts/slideLayout14.xml" Id="R6df68da130b34892" /><Relationship Type="http://schemas.openxmlformats.org/officeDocument/2006/relationships/slideLayout" Target="/ppt/slideLayouts/slideLayout15.xml" Id="Red86e88f16464cb3" /><Relationship Type="http://schemas.openxmlformats.org/officeDocument/2006/relationships/slideLayout" Target="/ppt/slideLayouts/slideLayout16.xml" Id="Rdbb305c9135246b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20eee92714b56"/>
    <p:sldLayoutId xmlns:r="http://schemas.openxmlformats.org/officeDocument/2006/relationships" id="2147483650" r:id="R6f2bb8f5f34d4109"/>
    <p:sldLayoutId xmlns:r="http://schemas.openxmlformats.org/officeDocument/2006/relationships" id="2147483651" r:id="Rccb25d1ca1884519"/>
    <p:sldLayoutId xmlns:r="http://schemas.openxmlformats.org/officeDocument/2006/relationships" id="2147483652" r:id="Rc3f557b8378a4050"/>
    <p:sldLayoutId xmlns:r="http://schemas.openxmlformats.org/officeDocument/2006/relationships" id="2147483653" r:id="R8eebed67e5f046be"/>
    <p:sldLayoutId xmlns:r="http://schemas.openxmlformats.org/officeDocument/2006/relationships" id="2147483654" r:id="Rfcd66727a95d49bb"/>
    <p:sldLayoutId xmlns:r="http://schemas.openxmlformats.org/officeDocument/2006/relationships" id="2147483655" r:id="R203dffe4853946a8"/>
    <p:sldLayoutId xmlns:r="http://schemas.openxmlformats.org/officeDocument/2006/relationships" id="2147483656" r:id="R65166f584eb5494a"/>
    <p:sldLayoutId xmlns:r="http://schemas.openxmlformats.org/officeDocument/2006/relationships" id="2147483657" r:id="R00ed01c540c14e5d"/>
    <p:sldLayoutId xmlns:r="http://schemas.openxmlformats.org/officeDocument/2006/relationships" id="2147483658" r:id="R007f1b95e0504361"/>
    <p:sldLayoutId xmlns:r="http://schemas.openxmlformats.org/officeDocument/2006/relationships" id="2147483659" r:id="Rb4a2806dbf004487"/>
    <p:sldLayoutId xmlns:r="http://schemas.openxmlformats.org/officeDocument/2006/relationships" id="2147483660" r:id="R23f8602bc3fb456c"/>
    <p:sldLayoutId xmlns:r="http://schemas.openxmlformats.org/officeDocument/2006/relationships" id="2147483661" r:id="Ra7ac4a2f9d704937"/>
    <p:sldLayoutId xmlns:r="http://schemas.openxmlformats.org/officeDocument/2006/relationships" id="2147483662" r:id="R6df68da130b34892"/>
    <p:sldLayoutId xmlns:r="http://schemas.openxmlformats.org/officeDocument/2006/relationships" id="2147483663" r:id="Red86e88f16464cb3"/>
    <p:sldLayoutId xmlns:r="http://schemas.openxmlformats.org/officeDocument/2006/relationships" id="2147483664" r:id="Rdbb305c9135246bc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c49e217354ca1" /><Relationship Type="http://schemas.openxmlformats.org/officeDocument/2006/relationships/notesSlide" Target="/ppt/notesSlides/notesSlide1.xml" Id="Rcf7ecdfd154c49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a6baa0b716b4d37" /><Relationship Type="http://schemas.openxmlformats.org/officeDocument/2006/relationships/image" Target="/ppt/media/image.png" Id="Re3c68e0eb6a54658" /><Relationship Type="http://schemas.openxmlformats.org/officeDocument/2006/relationships/notesSlide" Target="/ppt/notesSlides/notesSlide2.xml" Id="R4500381f00b547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196a15d94a942c1" /><Relationship Type="http://schemas.openxmlformats.org/officeDocument/2006/relationships/image" Target="/ppt/media/image.jpeg" Id="R2b5a8a0dffe64056" /><Relationship Type="http://schemas.openxmlformats.org/officeDocument/2006/relationships/notesSlide" Target="/ppt/notesSlides/notesSlide3.xml" Id="Re1442cc8f0a74f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fbc9052f07e4ab6" /><Relationship Type="http://schemas.openxmlformats.org/officeDocument/2006/relationships/image" Target="/ppt/media/image2.png" Id="Rb3ab9367fdba4d83" /><Relationship Type="http://schemas.openxmlformats.org/officeDocument/2006/relationships/notesSlide" Target="/ppt/notesSlides/notesSlide4.xml" Id="R68c6b88c1d4f4d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2c6cb46248c403b" /><Relationship Type="http://schemas.openxmlformats.org/officeDocument/2006/relationships/notesSlide" Target="/ppt/notesSlides/notesSlide5.xml" Id="Rb3ddced4f14d47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3580337bda54412" /><Relationship Type="http://schemas.openxmlformats.org/officeDocument/2006/relationships/image" Target="/ppt/media/image2.jpeg" Id="Rf5289731de034860" /><Relationship Type="http://schemas.openxmlformats.org/officeDocument/2006/relationships/notesSlide" Target="/ppt/notesSlides/notesSlide6.xml" Id="R777555702c4b49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1dfb240414e4e96" /><Relationship Type="http://schemas.openxmlformats.org/officeDocument/2006/relationships/notesSlide" Target="/ppt/notesSlides/notesSlide7.xml" Id="Rcc0e7966fcec42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58b08a04b6408b" /><Relationship Type="http://schemas.openxmlformats.org/officeDocument/2006/relationships/notesSlide" Target="/ppt/notesSlides/notesSlide8.xml" Id="R00900f9efd344e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Wireless Networks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Wireless Local Area Network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4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A43FC482-B305-4DC3-8D23-F3DDA71B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E509345A-B634-49B9-B6C1-5E948FEC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Theory</a:t>
            </a:r>
          </a:p>
        </p:txBody>
      </p:sp>
      <p:sp>
        <p:nvSpPr>
          <p:cNvPr id="6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AA8FDDB7-6C90-44F1-A514-CAAECD37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Wi-Fi</a:t>
            </a:r>
          </a:p>
        </p:txBody>
      </p:sp>
      <p:sp>
        <p:nvSpPr>
          <p:cNvPr id="7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33AB72EB-5C2F-47D3-8750-2B67D7E1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Devices transmit data using radio waves instead of a network cable.</a:t>
            </a:r>
          </a:p>
        </p:txBody>
      </p:sp>
      <p:sp>
        <p:nvSpPr>
          <p:cNvPr id="8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900BC3C6-4EEC-4F50-9735-0563692C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Wireless router</a:t>
            </a:r>
          </a:p>
        </p:txBody>
      </p:sp>
      <p:sp>
        <p:nvSpPr>
          <p:cNvPr id="9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E8402C2A-ACC5-4F93-A667-FC56BA15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connects wireless devices to one another and usually to other networks.</a:t>
            </a:r>
          </a:p>
        </p:txBody>
      </p:sp>
      <p:sp>
        <p:nvSpPr>
          <p:cNvPr id="10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D81D8E05-CC5E-4366-8AB9-6656A8D5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Coverage</a:t>
            </a:r>
          </a:p>
        </p:txBody>
      </p:sp>
      <p:sp>
        <p:nvSpPr>
          <p:cNvPr id="11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BB2C6095-D9A5-4F89-B511-FF240DD0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Distance, obstacles and interference affect signal quality.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68e0eb6a54658"/>
          <a:stretch xmlns:a="http://schemas.openxmlformats.org/drawingml/2006/main"/>
        </p:blipFill>
        <p:spPr>
          <a:xfrm xmlns:a="http://schemas.openxmlformats.org/drawingml/2006/main">
            <a:off x="5953125" y="2488192"/>
            <a:ext cx="4905375" cy="26436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Wi-Fi Card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EC279C1B-EA98-4253-A974-0479362A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DFCDD075-DD1E-4CA2-9355-14D77D0B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Theory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50CD01FD-86D4-4460-B490-921C5EEE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Role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745D8F57-A281-40D5-8AC1-90D8B232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wireless card allows a device to detect and use Wi-Fi networks.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1167BE5C-9836-4053-811D-617A8FC2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Installation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AEA01CD2-BF3B-4E04-9A0C-DC8CA242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Turn off the device before replacing an internal component.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313AA255-1CEB-4A1D-8C78-55A10C1A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Device Driver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16D27BF5-47AE-4C2A-A152-EC1CE108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operating system needs the correct driver to use the card.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a8a0dffe64056"/>
          <a:stretch xmlns:a="http://schemas.openxmlformats.org/drawingml/2006/main"/>
        </p:blipFill>
        <p:spPr>
          <a:xfrm xmlns:a="http://schemas.openxmlformats.org/drawingml/2006/main">
            <a:off x="6453188" y="1857375"/>
            <a:ext cx="390525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DHCP</a:t>
            </a:r>
            <a:endParaRPr/>
          </a:p>
        </p:txBody>
      </p:sp>
      <p:sp>
        <p:nvSpPr>
          <p:cNvPr id="3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8A82BC7D-E6E6-4A56-9775-8D61A9B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EB59D372-A1CA-406A-AC6B-DCE518F3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Theory</a:t>
            </a:r>
          </a:p>
        </p:txBody>
      </p:sp>
      <p:sp>
        <p:nvSpPr>
          <p:cNvPr id="5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FCB3B5BB-C846-4547-839F-C552C678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DHCP Server</a:t>
            </a:r>
          </a:p>
        </p:txBody>
      </p:sp>
      <p:sp>
        <p:nvSpPr>
          <p:cNvPr id="6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A1406B0A-ED1E-4046-82EC-B2594177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automatically assigns the basic network settings to devices.</a:t>
            </a:r>
          </a:p>
        </p:txBody>
      </p:sp>
      <p:sp>
        <p:nvSpPr>
          <p:cNvPr id="7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DCD64D17-31CF-456F-86FF-37B9748D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Settings</a:t>
            </a:r>
          </a:p>
        </p:txBody>
      </p:sp>
      <p:sp>
        <p:nvSpPr>
          <p:cNvPr id="8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4AE59A27-1E34-4783-BA16-BE0407A4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device receives an IP address, subnet mask and usually a default gateway and DNS server.</a:t>
            </a:r>
          </a:p>
        </p:txBody>
      </p:sp>
      <p:sp>
        <p:nvSpPr>
          <p:cNvPr id="9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F21ABE12-A5DC-4843-8854-355285EC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Advantage</a:t>
            </a:r>
          </a:p>
        </p:txBody>
      </p:sp>
      <p:sp>
        <p:nvSpPr>
          <p:cNvPr id="10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00FFFB1F-5517-4DE2-9869-BF810DA0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Automatic configuration reduces errors and makes it easier to connect many devices.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b9367fdba4d83"/>
          <a:stretch xmlns:a="http://schemas.openxmlformats.org/drawingml/2006/main"/>
        </p:blipFill>
        <p:spPr>
          <a:xfrm xmlns:a="http://schemas.openxmlformats.org/drawingml/2006/main">
            <a:off x="5953125" y="3042595"/>
            <a:ext cx="4905375" cy="15348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SSID and Connection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97356C85-E76D-4698-BD35-64CF8BC0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9FDE9057-3100-497E-840A-7B6919A8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Theory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D3A8F47D-4B46-4C83-920A-1B4F417D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SSID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20BC056F-F427-44E3-9577-A5A922D5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is the name used to identify a wireless network in the list of available connections.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17538E9F-60CE-4312-9256-94FA71D0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Selecting a Network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F78DAB52-26C3-4315-BB0C-36377E09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user selects the correct SSID from the list of networks.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AE0B8419-59F4-4C92-B89A-FDF3AE0A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Password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6BDCC128-8848-4CA0-8877-54A66FF4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protected network requires the correct security key.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Wi-Fi Security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5F95993D-9974-4DF2-87C1-D87A5B25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7654A2FC-81CA-416F-AF95-C96D95EE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Theory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8A501F0A-5881-405A-9133-579FD92A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WPA2 Personal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45860BA5-6C4A-4830-B05D-C74864F0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uses a shared password to protect wireless access.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A222723A-E5B3-440F-8A96-15597FAE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Strong Password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9386E77E-9E9C-42EE-968E-20C40916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long, difficult password helps prevent unauthorised connections.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DF7DCE78-FB9D-41BA-BB7A-895D202F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Changing Default Settings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2BBAA14A-3538-4DE2-87F6-2A1B7EB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router’s default administrator credentials should be changed.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89731de034860"/>
          <a:stretch xmlns:a="http://schemas.openxmlformats.org/drawingml/2006/main"/>
        </p:blipFill>
        <p:spPr>
          <a:xfrm xmlns:a="http://schemas.openxmlformats.org/drawingml/2006/main">
            <a:off x="5953125" y="2282966"/>
            <a:ext cx="4905375" cy="30540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Connection Check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/>
            </a:r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74E8F9FF-0E3C-42A8-8C91-A0103EB5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F3061585-82A8-4554-B85B-AB4447BD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Theory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C01865C3-ECAE-4850-8EDD-51F491F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Connection Status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541693E9-519B-4C7B-88C7-FD6BE464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Check that the device joined the correct SSID and received an IP address.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C9AF50CB-BC49-4748-937A-B6DE6D4F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ping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99DE6B0F-3F13-463F-A8B7-9E488650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ping test confirms communication with another device or the router.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778AEA1B-5AF6-424F-BF4D-29735468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Saving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498534D8-EB5E-4550-BC16-F323FD81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Save the network topology and settings in the simulation.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Reinforcement Activities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6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F0550C84-CE01-44A6-BA75-B529F3EF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F656F7CC-4D77-45D9-B5FC-9A4E5BDF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</a:t>
            </a:r>
          </a:p>
        </p:txBody>
      </p:sp>
      <p:sp>
        <p:nvSpPr>
          <p:cNvPr id="8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97B7B48B-4978-48EF-8824-89B8F0E0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Questions to Answer</a:t>
            </a:r>
          </a:p>
        </p:txBody>
      </p:sp>
      <p:sp>
        <p:nvSpPr>
          <p:cNvPr id="9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F935E472-B339-42FB-A57C-4D16631A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Questions 1–10 in Worksheet A.5.M4.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2026-10-05T14:38:39.6850000Z</dcterms:created>
  <dcterms:modified xsi:type="dcterms:W3CDTF">2026-10-05T14:38:39.6850000Z</dcterms:modified>
</coreProperties>
</file>