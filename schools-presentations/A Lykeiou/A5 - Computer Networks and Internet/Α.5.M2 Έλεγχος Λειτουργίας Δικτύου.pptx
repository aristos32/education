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115CBF-127E-4FA7-80FE-C76B68A1C7E2}" v="11" dt="2026-09-26T19:27:07.1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 sldOrd">
      <pc:chgData name="Άριστος Αρέστη" userId="813aa191-2d4c-464f-9d05-0a7e494d859f" providerId="ADAL" clId="{49C7B61D-1ACF-4AFF-A04E-A3B433E32474}" dt="2026-09-26T19:27:25.604" v="378" actId="20577"/>
      <pc:docMkLst>
        <pc:docMk/>
      </pc:docMkLst>
      <pc:sldChg chg="modSp mod">
        <pc:chgData name="Άριστος Αρέστη" userId="813aa191-2d4c-464f-9d05-0a7e494d859f" providerId="ADAL" clId="{49C7B61D-1ACF-4AFF-A04E-A3B433E32474}" dt="2026-09-26T19:08:33.809" v="14" actId="20577"/>
        <pc:sldMkLst>
          <pc:docMk/>
          <pc:sldMk cId="1858723173" sldId="257"/>
        </pc:sldMkLst>
        <pc:spChg chg="mod">
          <ac:chgData name="Άριστος Αρέστη" userId="813aa191-2d4c-464f-9d05-0a7e494d859f" providerId="ADAL" clId="{49C7B61D-1ACF-4AFF-A04E-A3B433E32474}" dt="2026-09-26T19:06:25.571" v="4" actId="6549"/>
          <ac:spMkLst>
            <pc:docMk/>
            <pc:sldMk cId="1858723173" sldId="257"/>
            <ac:spMk id="7" creationId="{578FFDC7-9C35-42E4-853C-5F53B710184B}"/>
          </ac:spMkLst>
        </pc:spChg>
        <pc:spChg chg="mod">
          <ac:chgData name="Άριστος Αρέστη" userId="813aa191-2d4c-464f-9d05-0a7e494d859f" providerId="ADAL" clId="{49C7B61D-1ACF-4AFF-A04E-A3B433E32474}" dt="2026-09-26T19:07:37.169" v="7" actId="6549"/>
          <ac:spMkLst>
            <pc:docMk/>
            <pc:sldMk cId="1858723173" sldId="257"/>
            <ac:spMk id="9" creationId="{FF17751D-4454-4E25-8C19-D9219C7A20D9}"/>
          </ac:spMkLst>
        </pc:spChg>
        <pc:spChg chg="mod">
          <ac:chgData name="Άριστος Αρέστη" userId="813aa191-2d4c-464f-9d05-0a7e494d859f" providerId="ADAL" clId="{49C7B61D-1ACF-4AFF-A04E-A3B433E32474}" dt="2026-09-26T19:08:33.809" v="14" actId="20577"/>
          <ac:spMkLst>
            <pc:docMk/>
            <pc:sldMk cId="1858723173" sldId="257"/>
            <ac:spMk id="11" creationId="{0A7E670E-D690-49A2-9511-0692F4390AF7}"/>
          </ac:spMkLst>
        </pc:spChg>
      </pc:sldChg>
      <pc:sldChg chg="addSp delSp modSp mod">
        <pc:chgData name="Άριστος Αρέστη" userId="813aa191-2d4c-464f-9d05-0a7e494d859f" providerId="ADAL" clId="{49C7B61D-1ACF-4AFF-A04E-A3B433E32474}" dt="2026-09-26T19:24:34.396" v="355" actId="1076"/>
        <pc:sldMkLst>
          <pc:docMk/>
          <pc:sldMk cId="1459875993" sldId="261"/>
        </pc:sldMkLst>
        <pc:spChg chg="add mod">
          <ac:chgData name="Άριστος Αρέστη" userId="813aa191-2d4c-464f-9d05-0a7e494d859f" providerId="ADAL" clId="{49C7B61D-1ACF-4AFF-A04E-A3B433E32474}" dt="2026-09-26T19:24:34.396" v="355" actId="1076"/>
          <ac:spMkLst>
            <pc:docMk/>
            <pc:sldMk cId="1459875993" sldId="261"/>
            <ac:spMk id="5" creationId="{3EBA50DF-48C0-DA27-5722-69F05C258A5B}"/>
          </ac:spMkLst>
        </pc:spChg>
        <pc:spChg chg="mod">
          <ac:chgData name="Άριστος Αρέστη" userId="813aa191-2d4c-464f-9d05-0a7e494d859f" providerId="ADAL" clId="{49C7B61D-1ACF-4AFF-A04E-A3B433E32474}" dt="2026-09-26T19:21:39.904" v="203" actId="20577"/>
          <ac:spMkLst>
            <pc:docMk/>
            <pc:sldMk cId="1459875993" sldId="261"/>
            <ac:spMk id="42" creationId="{053D11A1-6A21-4480-B26A-09648D6503F6}"/>
          </ac:spMkLst>
        </pc:spChg>
        <pc:spChg chg="mod">
          <ac:chgData name="Άριστος Αρέστη" userId="813aa191-2d4c-464f-9d05-0a7e494d859f" providerId="ADAL" clId="{49C7B61D-1ACF-4AFF-A04E-A3B433E32474}" dt="2026-09-26T19:22:45.993" v="239" actId="1076"/>
          <ac:spMkLst>
            <pc:docMk/>
            <pc:sldMk cId="1459875993" sldId="261"/>
            <ac:spMk id="43" creationId="{546B8F5C-9405-4AE3-A3E4-1EB6534C7F9A}"/>
          </ac:spMkLst>
        </pc:spChg>
        <pc:spChg chg="mod">
          <ac:chgData name="Άριστος Αρέστη" userId="813aa191-2d4c-464f-9d05-0a7e494d859f" providerId="ADAL" clId="{49C7B61D-1ACF-4AFF-A04E-A3B433E32474}" dt="2026-09-26T19:22:48.973" v="240" actId="1076"/>
          <ac:spMkLst>
            <pc:docMk/>
            <pc:sldMk cId="1459875993" sldId="261"/>
            <ac:spMk id="44" creationId="{BE265DAF-6DF9-4E68-921B-A9E30C419746}"/>
          </ac:spMkLst>
        </pc:spChg>
        <pc:spChg chg="del">
          <ac:chgData name="Άριστος Αρέστη" userId="813aa191-2d4c-464f-9d05-0a7e494d859f" providerId="ADAL" clId="{49C7B61D-1ACF-4AFF-A04E-A3B433E32474}" dt="2026-09-26T19:22:54.077" v="241" actId="478"/>
          <ac:spMkLst>
            <pc:docMk/>
            <pc:sldMk cId="1459875993" sldId="261"/>
            <ac:spMk id="45" creationId="{7AAE4F79-E2DB-4855-9135-5D88C5DE9759}"/>
          </ac:spMkLst>
        </pc:spChg>
        <pc:spChg chg="mod">
          <ac:chgData name="Άριστος Αρέστη" userId="813aa191-2d4c-464f-9d05-0a7e494d859f" providerId="ADAL" clId="{49C7B61D-1ACF-4AFF-A04E-A3B433E32474}" dt="2026-09-26T19:24:28.440" v="354" actId="20577"/>
          <ac:spMkLst>
            <pc:docMk/>
            <pc:sldMk cId="1459875993" sldId="261"/>
            <ac:spMk id="46" creationId="{035FFD76-493F-4B83-B64F-6035E0DA7284}"/>
          </ac:spMkLst>
        </pc:spChg>
      </pc:sldChg>
      <pc:sldChg chg="modSp mod">
        <pc:chgData name="Άριστος Αρέστη" userId="813aa191-2d4c-464f-9d05-0a7e494d859f" providerId="ADAL" clId="{49C7B61D-1ACF-4AFF-A04E-A3B433E32474}" dt="2026-09-26T19:27:25.604" v="378" actId="20577"/>
        <pc:sldMkLst>
          <pc:docMk/>
          <pc:sldMk cId="2467819896" sldId="263"/>
        </pc:sldMkLst>
        <pc:spChg chg="mod">
          <ac:chgData name="Άριστος Αρέστη" userId="813aa191-2d4c-464f-9d05-0a7e494d859f" providerId="ADAL" clId="{49C7B61D-1ACF-4AFF-A04E-A3B433E32474}" dt="2026-09-26T19:27:25.604" v="378" actId="20577"/>
          <ac:spMkLst>
            <pc:docMk/>
            <pc:sldMk cId="2467819896" sldId="263"/>
            <ac:spMk id="9" creationId="{1D521794-BBE8-4028-AD5D-36201AB06AD3}"/>
          </ac:spMkLst>
        </pc:spChg>
      </pc:sldChg>
      <pc:sldChg chg="addSp delSp modSp add mod ord">
        <pc:chgData name="Άριστος Αρέστη" userId="813aa191-2d4c-464f-9d05-0a7e494d859f" providerId="ADAL" clId="{49C7B61D-1ACF-4AFF-A04E-A3B433E32474}" dt="2026-09-26T19:16:18.874" v="192" actId="14100"/>
        <pc:sldMkLst>
          <pc:docMk/>
          <pc:sldMk cId="3275809581" sldId="264"/>
        </pc:sldMkLst>
        <pc:spChg chg="mod">
          <ac:chgData name="Άριστος Αρέστη" userId="813aa191-2d4c-464f-9d05-0a7e494d859f" providerId="ADAL" clId="{49C7B61D-1ACF-4AFF-A04E-A3B433E32474}" dt="2026-09-26T19:14:58.731" v="167" actId="1076"/>
          <ac:spMkLst>
            <pc:docMk/>
            <pc:sldMk cId="3275809581" sldId="264"/>
            <ac:spMk id="4" creationId="{92FD612A-8ED7-25CA-EBD6-B6FC3F8ADC2D}"/>
          </ac:spMkLst>
        </pc:spChg>
        <pc:spChg chg="mod">
          <ac:chgData name="Άριστος Αρέστη" userId="813aa191-2d4c-464f-9d05-0a7e494d859f" providerId="ADAL" clId="{49C7B61D-1ACF-4AFF-A04E-A3B433E32474}" dt="2026-09-26T19:10:40.435" v="103" actId="108"/>
          <ac:spMkLst>
            <pc:docMk/>
            <pc:sldMk cId="3275809581" sldId="264"/>
            <ac:spMk id="6" creationId="{16C33D2D-3093-FEA3-CDB7-E0D6EB963E4C}"/>
          </ac:spMkLst>
        </pc:spChg>
        <pc:spChg chg="mod">
          <ac:chgData name="Άριστος Αρέστη" userId="813aa191-2d4c-464f-9d05-0a7e494d859f" providerId="ADAL" clId="{49C7B61D-1ACF-4AFF-A04E-A3B433E32474}" dt="2026-09-26T19:10:08.814" v="96" actId="21"/>
          <ac:spMkLst>
            <pc:docMk/>
            <pc:sldMk cId="3275809581" sldId="264"/>
            <ac:spMk id="7" creationId="{DD0792B9-5EFD-C1D8-E250-3ED3B8FB9FFD}"/>
          </ac:spMkLst>
        </pc:spChg>
        <pc:spChg chg="mod">
          <ac:chgData name="Άριστος Αρέστη" userId="813aa191-2d4c-464f-9d05-0a7e494d859f" providerId="ADAL" clId="{49C7B61D-1ACF-4AFF-A04E-A3B433E32474}" dt="2026-09-26T19:14:36.074" v="166" actId="6549"/>
          <ac:spMkLst>
            <pc:docMk/>
            <pc:sldMk cId="3275809581" sldId="264"/>
            <ac:spMk id="8" creationId="{D985BB78-7B95-451F-8CA9-2E9380EEA229}"/>
          </ac:spMkLst>
        </pc:spChg>
        <pc:spChg chg="mod">
          <ac:chgData name="Άριστος Αρέστη" userId="813aa191-2d4c-464f-9d05-0a7e494d859f" providerId="ADAL" clId="{49C7B61D-1ACF-4AFF-A04E-A3B433E32474}" dt="2026-09-26T19:14:07.267" v="156" actId="14100"/>
          <ac:spMkLst>
            <pc:docMk/>
            <pc:sldMk cId="3275809581" sldId="264"/>
            <ac:spMk id="9" creationId="{0C21CEEF-7273-49A8-0E31-7440AE68B0F8}"/>
          </ac:spMkLst>
        </pc:spChg>
        <pc:spChg chg="mod">
          <ac:chgData name="Άριστος Αρέστη" userId="813aa191-2d4c-464f-9d05-0a7e494d859f" providerId="ADAL" clId="{49C7B61D-1ACF-4AFF-A04E-A3B433E32474}" dt="2026-09-26T19:15:25.428" v="184" actId="20577"/>
          <ac:spMkLst>
            <pc:docMk/>
            <pc:sldMk cId="3275809581" sldId="264"/>
            <ac:spMk id="10" creationId="{5CC52013-73E9-3F57-D8BA-2AF2E5152631}"/>
          </ac:spMkLst>
        </pc:spChg>
        <pc:spChg chg="mod">
          <ac:chgData name="Άριστος Αρέστη" userId="813aa191-2d4c-464f-9d05-0a7e494d859f" providerId="ADAL" clId="{49C7B61D-1ACF-4AFF-A04E-A3B433E32474}" dt="2026-09-26T19:16:18.874" v="192" actId="14100"/>
          <ac:spMkLst>
            <pc:docMk/>
            <pc:sldMk cId="3275809581" sldId="264"/>
            <ac:spMk id="11" creationId="{17F30AC6-3922-99D5-5845-D4576A63A248}"/>
          </ac:spMkLst>
        </pc:spChg>
        <pc:picChg chg="add mod">
          <ac:chgData name="Άριστος Αρέστη" userId="813aa191-2d4c-464f-9d05-0a7e494d859f" providerId="ADAL" clId="{49C7B61D-1ACF-4AFF-A04E-A3B433E32474}" dt="2026-09-26T19:09:34.414" v="24" actId="14100"/>
          <ac:picMkLst>
            <pc:docMk/>
            <pc:sldMk cId="3275809581" sldId="264"/>
            <ac:picMk id="13" creationId="{AB175D34-6CC2-63D8-EA2E-5075CAA27D20}"/>
          </ac:picMkLst>
        </pc:picChg>
        <pc:picChg chg="del">
          <ac:chgData name="Άριστος Αρέστη" userId="813aa191-2d4c-464f-9d05-0a7e494d859f" providerId="ADAL" clId="{49C7B61D-1ACF-4AFF-A04E-A3B433E32474}" dt="2026-09-26T19:09:22.692" v="18" actId="478"/>
          <ac:picMkLst>
            <pc:docMk/>
            <pc:sldMk cId="3275809581" sldId="264"/>
            <ac:picMk id="23" creationId="{659F0AB4-43C6-B4CA-C451-94E4D683181F}"/>
          </ac:picMkLst>
        </pc:picChg>
      </pc:sldChg>
      <pc:sldChg chg="add del">
        <pc:chgData name="Άριστος Αρέστη" userId="813aa191-2d4c-464f-9d05-0a7e494d859f" providerId="ADAL" clId="{49C7B61D-1ACF-4AFF-A04E-A3B433E32474}" dt="2026-09-26T19:01:02.354" v="1" actId="47"/>
        <pc:sldMkLst>
          <pc:docMk/>
          <pc:sldMk cId="457266055" sldId="272"/>
        </pc:sldMkLst>
      </pc:sldChg>
      <pc:sldChg chg="add del">
        <pc:chgData name="Άριστος Αρέστη" userId="813aa191-2d4c-464f-9d05-0a7e494d859f" providerId="ADAL" clId="{49C7B61D-1ACF-4AFF-A04E-A3B433E32474}" dt="2026-09-26T19:01:04.978" v="2" actId="47"/>
        <pc:sldMkLst>
          <pc:docMk/>
          <pc:sldMk cId="3963452469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A4.M2 Πολυμέσα-Ήχος(2).pptx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710E-80B5-66A9-5300-81E57595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496A8-35DB-B248-A786-E0CA7AC34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4B40B-E818-1AE3-204C-528A322EB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BFA0A-8172-D1F0-5699-26715E654D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2587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Τετράδιο Εργασιών Πληροφορικής Α΄ Λυκείου, A.5.M2, Δραστηριότητες Εμπέδωσης, σελ. 87–89</a:t>
            </a:r>
          </a:p>
          <a:p>
            <a:r>
              <a:t>- Σημειώσεις Πληροφορικής Α΄ Λυκείου, ενότητα Α.5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26-Sep-26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Έλεγχος δικτύου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Ρυθμίσεις δικτύου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04BC7A28-0935-4D62-A481-2322F798EF3C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7B06E582-AF3C-4534-B175-F142D3F4D403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F48D2101-A3FB-40C0-9DB4-EB7673E39CD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 Address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578FFDC7-9C35-42E4-853C-5F53B710184B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η διεύθυνση της συγκεκριμένης συσκευής (π.χ. 192.168.10.23).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35AC735A-BD50-49D2-A35E-8D3A59F9BB0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Subnet Mask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FF17751D-4454-4E25-8C19-D9219C7A20D9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η διεύθυνση </a:t>
            </a:r>
            <a:r>
              <a:rPr lang="el-GR" dirty="0" err="1"/>
              <a:t>υποδικτύου</a:t>
            </a:r>
            <a:r>
              <a:rPr lang="el-GR" dirty="0"/>
              <a:t>, τέσσερα ψηφία, συνήθως 255 ή 0, π.χ. 255.255.255.0.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BE3C2AEA-6BDE-433C-B110-62618BA5D19D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Default Gateway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0A7E670E-D690-49A2-9511-0692F4390AF7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διεύθυνση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του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router 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ου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ροωθεί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δεδομέν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προς άλλα δίκτυα</a:t>
            </a:r>
            <a:r>
              <a:rPr lang="en-US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l-GR" dirty="0"/>
              <a:t>(π.χ. 192.168.10.1)</a:t>
            </a:r>
            <a:r>
              <a:rPr lang="en-US" dirty="0"/>
              <a:t>.</a:t>
            </a:r>
            <a:endParaRPr lang="el-GR" dirty="0"/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Υποδίκτυα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7177555A-3A01-47F9-B651-136B0E4355F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2D6CB451-2788-4929-BA8D-B758D2D5D98B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130E6DB3-7507-4E5E-939C-10144B5B3BFE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Ίδιο υποδίκτυο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C7D3B068-2128-41C6-A0FD-A999E6AFB89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συσκευές στο ίδιο υποδίκτυο μπορούν να επικοινωνήσουν χωρίς ενδιάμεσο router.</a:t>
            </a: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5F1268BA-118F-4566-B3D6-DDC54238DF3E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Άλλο δίκτυο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044970C1-BA81-4BB7-8366-C066860304E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ο προορισμός βρίσκεται αλλού, η συσκευή στέλνει τα πακέτα στο Default Gateway.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80286375-FA52-460A-B2DD-44E43C9F2B2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Μοναδικότητα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3B91EBAE-5013-43F6-90FD-77B279903BA1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ενεργή συσκευή χρειάζεται διαφορετική IP Address μέσα στο ίδιο δίκτυο.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75638" y="1857375"/>
            <a:ext cx="346034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52E80-B687-6773-BBF4-B7AB2070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6F53-01B6-B1A0-0538-5A57F687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Ρυθμίσεις</a:t>
            </a:r>
            <a:r>
              <a:rPr b="1" dirty="0"/>
              <a:t> </a:t>
            </a:r>
            <a:r>
              <a:rPr b="1" dirty="0" err="1"/>
              <a:t>δικτύου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44567-A36E-4C64-9B8E-40575FEA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92FD612A-8ED7-25CA-EBD6-B6FC3F8ADC2D}"/>
              </a:ext>
            </a:extLst>
          </p:cNvPr>
          <p:cNvSpPr>
            <a:spLocks noGrp="1"/>
          </p:cNvSpPr>
          <p:nvPr/>
        </p:nvSpPr>
        <p:spPr>
          <a:xfrm>
            <a:off x="-437167" y="1362075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2F6F4B63-FDDE-3C87-B6DD-4BCECDACB5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16C33D2D-3093-FEA3-CDB7-E0D6EB963E4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ΗΥ1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DD0792B9-5EFD-C1D8-E250-3ED3B8FB9FF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GB" dirty="0"/>
              <a:t> IP Address: 192.168.10.23 </a:t>
            </a:r>
          </a:p>
          <a:p>
            <a:r>
              <a:rPr lang="en-GB" dirty="0"/>
              <a:t> Subnet Mask: 255.255.255.0 </a:t>
            </a:r>
          </a:p>
          <a:p>
            <a:r>
              <a:rPr lang="en-GB" dirty="0"/>
              <a:t> Default Gateway: 192.168.10.1 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D985BB78-7B95-451F-8CA9-2E9380EEA229}"/>
              </a:ext>
            </a:extLst>
          </p:cNvPr>
          <p:cNvSpPr>
            <a:spLocks noGrp="1"/>
          </p:cNvSpPr>
          <p:nvPr/>
        </p:nvSpPr>
        <p:spPr>
          <a:xfrm>
            <a:off x="781051" y="3165677"/>
            <a:ext cx="4495799" cy="65497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αποστολή δεδομένων στη συσκευή με IP 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</a:rPr>
              <a:t>Address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 192.168.10.35 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0C21CEEF-7273-49A8-0E31-7440AE68B0F8}"/>
              </a:ext>
            </a:extLst>
          </p:cNvPr>
          <p:cNvSpPr>
            <a:spLocks noGrp="1"/>
          </p:cNvSpPr>
          <p:nvPr/>
        </p:nvSpPr>
        <p:spPr>
          <a:xfrm>
            <a:off x="781050" y="3794125"/>
            <a:ext cx="4495799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εφαρμόζει το </a:t>
            </a:r>
            <a:r>
              <a:rPr lang="el-GR" dirty="0" err="1"/>
              <a:t>Subnet</a:t>
            </a:r>
            <a:r>
              <a:rPr lang="el-GR" dirty="0"/>
              <a:t> </a:t>
            </a:r>
            <a:r>
              <a:rPr lang="el-GR" dirty="0" err="1"/>
              <a:t>Mask</a:t>
            </a:r>
            <a:r>
              <a:rPr lang="el-GR" dirty="0"/>
              <a:t> και διαπιστώνει ότι τα πρώτα τρία ψηφία είναι τα ίδια με τη δική της διεύθυνση (192.168.10).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5CC52013-73E9-3F57-D8BA-2AF2E5152631}"/>
              </a:ext>
            </a:extLst>
          </p:cNvPr>
          <p:cNvSpPr>
            <a:spLocks noGrp="1"/>
          </p:cNvSpPr>
          <p:nvPr/>
        </p:nvSpPr>
        <p:spPr>
          <a:xfrm>
            <a:off x="781049" y="51054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αποστολή δεδομένων στη συσκευή με IP </a:t>
            </a:r>
            <a:r>
              <a:rPr lang="el-GR" sz="1575" b="1" dirty="0" err="1">
                <a:solidFill>
                  <a:srgbClr val="18A7CC"/>
                </a:solidFill>
                <a:latin typeface="Trebuchet MS"/>
              </a:rPr>
              <a:t>Address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 192.168.2.5 </a:t>
            </a:r>
          </a:p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17F30AC6-3922-99D5-5845-D4576A63A248}"/>
              </a:ext>
            </a:extLst>
          </p:cNvPr>
          <p:cNvSpPr>
            <a:spLocks noGrp="1"/>
          </p:cNvSpPr>
          <p:nvPr/>
        </p:nvSpPr>
        <p:spPr>
          <a:xfrm>
            <a:off x="781048" y="5794374"/>
            <a:ext cx="6140451" cy="898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dirty="0"/>
              <a:t>εφαρμόζει το </a:t>
            </a:r>
            <a:r>
              <a:rPr lang="el-GR" dirty="0" err="1"/>
              <a:t>Subnet</a:t>
            </a:r>
            <a:r>
              <a:rPr lang="el-GR" dirty="0"/>
              <a:t> </a:t>
            </a:r>
            <a:r>
              <a:rPr lang="el-GR" dirty="0" err="1"/>
              <a:t>Mask</a:t>
            </a:r>
            <a:r>
              <a:rPr lang="el-GR" dirty="0"/>
              <a:t> και διαπιστώνει ότι τα πρώτα τρία ψηφία είναι διαφορετικά από τη δική της διεύθυνση (192.168.10 και 192.168.2). 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75D34-6CC2-63D8-EA2E-5075CAA27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283" y="2143126"/>
            <a:ext cx="6215668" cy="343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09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DNS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90FD9911-2532-411E-AF49-5300F6992931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68535E2F-3361-4BCC-BFE3-20766531C9C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723280F4-FAF1-403A-A86E-DBB7306FCD77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Ονόματα και IP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20BA3EC0-D753-4F2E-9807-9FA5F21AAB2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DNS αντιστοιχίζει ένα όνομα ιστοτόπου με την αντίστοιχη IP Address.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DEE6C5E1-E7E6-480D-B58E-DB3668BA6B1B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DNS Server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8835A1E9-BEC3-49D4-A4A6-354893CF4697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υπολογιστής συμβουλεύεται έναν DNS Server για να βρει τη διεύθυνση του προορισμού.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02ECF532-807C-4207-BD8F-5DE6E52F6118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nslookup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CF888EC1-2AC2-4E0B-97E2-7AA961BCCFA7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εντολή εμφανίζει πληροφορίες για την αντιστοίχιση ονομάτων και IP διευθύνσεων.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Εντολές ελέγχου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1ADE6AB2-31D4-43F8-8CB3-B978A6B5109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4A6DC372-EF3F-4BD2-A334-2CA08BBFF7D0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7C771E72-8C57-4BD4-A907-9EB09DBD5ECD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F6C81DD3-BB36-4F23-87B3-BA04996FEDA9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Εμφανίζει IP Address, Subnet Mask και Default Gateway.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56CDC298-5F75-4F10-AEA0-2EE2E608B715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 /all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73831D10-FA81-4630-80A2-DF54065724DA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Παρουσιάζει επιπλέον πληροφορίες, όπως Physical Address και DNS Servers.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FAD8B63B-9463-4F1E-9E70-0E1A7E576AB6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B97222AA-170A-45DB-8311-5BF958D4B3D9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Ελέγχει αν ένας προορισμός απαντά μέσω του δικτύου.</a:t>
            </a:r>
          </a:p>
        </p:txBody>
      </p:sp>
      <p:sp>
        <p:nvSpPr>
          <p:cNvPr id="13" name="Block heading 4">
            <a:extLst>
              <a:ext uri="{FF2B5EF4-FFF2-40B4-BE49-F238E27FC236}">
                <a16:creationId xmlns:a16="http://schemas.microsoft.com/office/drawing/2014/main" id="{9B3DBC8C-A3A1-405D-ACE9-6FA8B6D5955A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tracert</a:t>
            </a:r>
          </a:p>
        </p:txBody>
      </p:sp>
      <p:sp>
        <p:nvSpPr>
          <p:cNvPr id="14" name="Block body 4">
            <a:extLst>
              <a:ext uri="{FF2B5EF4-FFF2-40B4-BE49-F238E27FC236}">
                <a16:creationId xmlns:a16="http://schemas.microsoft.com/office/drawing/2014/main" id="{CC22DC93-68B1-49EA-AB54-1E943502D4F4}"/>
              </a:ext>
            </a:extLst>
          </p:cNvPr>
          <p:cNvSpPr>
            <a:spLocks noGrp="1"/>
          </p:cNvSpPr>
          <p:nvPr/>
        </p:nvSpPr>
        <p:spPr>
          <a:xfrm>
            <a:off x="781050" y="5172075"/>
            <a:ext cx="4762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Παρουσιάζει τους ενδιάμεσους routers μέχρι τον προορισμό.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488192"/>
            <a:ext cx="4905375" cy="26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Ταχύτητα σύνδεσης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EAF74570-906E-409B-835C-2A042042EF52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86FACE8D-D66A-4D4F-92EA-DA7787DF214E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FA6E9481-BE9F-4D32-8D1A-0503E42E395B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Download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053D11A1-6A21-4480-B26A-09648D6503F6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Ρυθμός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αφοράς δεδομένων από το Διαδίκτυο προς τη συσκευή.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(200Mbps)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546B8F5C-9405-4AE3-A3E4-1EB6534C7F9A}"/>
              </a:ext>
            </a:extLst>
          </p:cNvPr>
          <p:cNvSpPr>
            <a:spLocks noGrp="1"/>
          </p:cNvSpPr>
          <p:nvPr/>
        </p:nvSpPr>
        <p:spPr>
          <a:xfrm>
            <a:off x="781050" y="2872581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Upload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BE265DAF-6DF9-4E68-921B-A9E30C419746}"/>
              </a:ext>
            </a:extLst>
          </p:cNvPr>
          <p:cNvSpPr>
            <a:spLocks noGrp="1"/>
          </p:cNvSpPr>
          <p:nvPr/>
        </p:nvSpPr>
        <p:spPr>
          <a:xfrm>
            <a:off x="781050" y="3251993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Ρυθμός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αφοράς δεδομένων από τη συσκευή προς το Διαδίκτυο.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(40Mbps)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035FFD76-493F-4B83-B64F-6035E0DA7284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 </a:t>
            </a:r>
            <a:r>
              <a:rPr lang="en-US"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wifi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l-GR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έχ</a:t>
            </a:r>
            <a:r>
              <a:rPr lang="el-GR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</a:t>
            </a:r>
            <a:r>
              <a:rPr lang="el-GR" sz="165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ι 20-50% χαμηλότερη ταχύτητα από την ενσύρματη σύνδεση.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336057"/>
            <a:ext cx="4905375" cy="2947886"/>
          </a:xfrm>
          <a:prstGeom prst="rect">
            <a:avLst/>
          </a:prstGeom>
        </p:spPr>
      </p:pic>
      <p:sp>
        <p:nvSpPr>
          <p:cNvPr id="5" name="Block heading 3">
            <a:extLst>
              <a:ext uri="{FF2B5EF4-FFF2-40B4-BE49-F238E27FC236}">
                <a16:creationId xmlns:a16="http://schemas.microsoft.com/office/drawing/2014/main" id="{3EBA50DF-48C0-DA27-5722-69F05C258A5B}"/>
              </a:ext>
            </a:extLst>
          </p:cNvPr>
          <p:cNvSpPr>
            <a:spLocks noGrp="1"/>
          </p:cNvSpPr>
          <p:nvPr/>
        </p:nvSpPr>
        <p:spPr>
          <a:xfrm>
            <a:off x="757251" y="4429126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lang="en-US"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Wifi</a:t>
            </a:r>
            <a:r>
              <a:rPr lang="en-US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 - </a:t>
            </a:r>
            <a:r>
              <a:rPr lang="el-GR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καλώδιο</a:t>
            </a: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Έλεγχος προβλημάτων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6716071" cy="3880772"/>
          </a:xfr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73383F08-623A-462D-A230-968EFDB9DA69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97D7BDD8-9508-4066-A397-B979ED88C1FF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Θεωρία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F1736C36-5F43-4C65-BFB2-FE2C8E1539B0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Φυσική σύνδεση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0160AFBB-5761-4B19-83D2-D7D792715BD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καλώδια, θύρες, φωτεινές ενδείξεις και ασύρματη σύνδεση.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9B4086BE-70E4-4A1F-82CE-DB4DA9B4A135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Ρυθμίσεις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F247D9E9-005F-4FAD-BF67-666F30485EE6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Ελέγχουμε την IP Address, τη μάσκα και το Default Gateway.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DF305F1F-5AC1-4283-98E0-31602520785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Δοκιμές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FF732DCC-CCBB-4D4B-9717-9FF19AD766E4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Δοκιμάζουμε επικοινωνία πρώτα με τον router και έπειτα με απομακρυσμένο προορισμό.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553451"/>
            <a:ext cx="4905375" cy="25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Να απαντηθούν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3648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ερωτήσεις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1–12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Φύλλου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80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Εργ</a:t>
            </a:r>
            <a:r>
              <a:rPr sz="180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ασίας A.5.M2.</a:t>
            </a:r>
            <a:endParaRPr lang="el-GR" sz="18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l-GR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n-GB" b="1" dirty="0" err="1">
                <a:solidFill>
                  <a:srgbClr val="333333"/>
                </a:solidFill>
                <a:latin typeface="Trebuchet MS"/>
              </a:rPr>
              <a:t>Κάνε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 </a:t>
            </a:r>
            <a:r>
              <a:rPr lang="en-GB" b="1" dirty="0" err="1">
                <a:solidFill>
                  <a:srgbClr val="333333"/>
                </a:solidFill>
                <a:latin typeface="Trebuchet MS"/>
              </a:rPr>
              <a:t>έν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α τεστ ταχύτητας διαδικτύου από τον browser σου </a:t>
            </a:r>
            <a:r>
              <a:rPr lang="el-GR" b="1">
                <a:solidFill>
                  <a:srgbClr val="333333"/>
                </a:solidFill>
                <a:latin typeface="Trebuchet MS"/>
              </a:rPr>
              <a:t>στο εργαστήριο</a:t>
            </a:r>
            <a:r>
              <a:rPr lang="en-GB" b="1">
                <a:solidFill>
                  <a:srgbClr val="333333"/>
                </a:solidFill>
                <a:latin typeface="Trebuchet MS"/>
              </a:rPr>
              <a:t>.</a:t>
            </a:r>
            <a:endParaRPr lang="en-GB" b="1" dirty="0">
              <a:solidFill>
                <a:srgbClr val="333333"/>
              </a:solidFill>
              <a:latin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lang="en-GB" sz="1800" b="1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  <a:p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n-GB" b="1" dirty="0">
                <a:solidFill>
                  <a:srgbClr val="333333"/>
                </a:solidFill>
                <a:latin typeface="Trebuchet MS"/>
              </a:rPr>
              <a:t>Επα</a:t>
            </a:r>
            <a:r>
              <a:rPr lang="en-GB" b="1" dirty="0" err="1">
                <a:solidFill>
                  <a:srgbClr val="333333"/>
                </a:solidFill>
                <a:latin typeface="Trebuchet MS"/>
              </a:rPr>
              <a:t>νάλ</a:t>
            </a:r>
            <a:r>
              <a:rPr lang="en-GB" b="1" dirty="0">
                <a:solidFill>
                  <a:srgbClr val="333333"/>
                </a:solidFill>
                <a:latin typeface="Trebuchet MS"/>
              </a:rPr>
              <a:t>αβε το τεστ με το smartphone σου μέσα στο σπίτι.</a:t>
            </a:r>
            <a:endParaRPr sz="180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765</Words>
  <Application>Microsoft Office PowerPoint</Application>
  <DocSecurity>0</DocSecurity>
  <PresentationFormat>Widescreen</PresentationFormat>
  <Paragraphs>104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Έλεγχος δικτύου</vt:lpstr>
      <vt:lpstr>Ρυθμίσεις δικτύου</vt:lpstr>
      <vt:lpstr>Υποδίκτυα</vt:lpstr>
      <vt:lpstr>Ρυθμίσεις δικτύου</vt:lpstr>
      <vt:lpstr>DNS</vt:lpstr>
      <vt:lpstr>Εντολές ελέγχου</vt:lpstr>
      <vt:lpstr>Ταχύτητα σύνδεσης</vt:lpstr>
      <vt:lpstr>Έλεγχος προβλημάτων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2026-09-17T08:12:12Z</dcterms:created>
  <dcterms:modified xsi:type="dcterms:W3CDTF">2026-09-26T19:27:33Z</dcterms:modified>
</cp:coreProperties>
</file>