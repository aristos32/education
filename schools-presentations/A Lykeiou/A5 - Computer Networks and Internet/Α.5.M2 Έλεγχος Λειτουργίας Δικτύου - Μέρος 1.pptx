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6" r:id="rId5"/>
    <p:sldId id="258" r:id="rId6"/>
    <p:sldId id="264" r:id="rId7"/>
    <p:sldId id="27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15CBF-127E-4FA7-80FE-C76B68A1C7E2}" v="8" dt="2026-10-10T07:12:05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 sldOrd">
      <pc:chgData name="Άριστος Αρέστη" userId="813aa191-2d4c-464f-9d05-0a7e494d859f" providerId="ADAL" clId="{49C7B61D-1ACF-4AFF-A04E-A3B433E32474}" dt="2026-10-10T07:37:46.396" v="649" actId="20577"/>
      <pc:docMkLst>
        <pc:docMk/>
      </pc:docMkLst>
      <pc:sldChg chg="addSp modSp mod">
        <pc:chgData name="Άριστος Αρέστη" userId="813aa191-2d4c-464f-9d05-0a7e494d859f" providerId="ADAL" clId="{49C7B61D-1ACF-4AFF-A04E-A3B433E32474}" dt="2026-10-10T07:08:29.586" v="584" actId="6549"/>
        <pc:sldMkLst>
          <pc:docMk/>
          <pc:sldMk cId="1858723173" sldId="257"/>
        </pc:sldMkLst>
        <pc:spChg chg="mod">
          <ac:chgData name="Άριστος Αρέστη" userId="813aa191-2d4c-464f-9d05-0a7e494d859f" providerId="ADAL" clId="{49C7B61D-1ACF-4AFF-A04E-A3B433E32474}" dt="2026-10-10T07:08:18.455" v="580" actId="20577"/>
          <ac:spMkLst>
            <pc:docMk/>
            <pc:sldMk cId="1858723173" sldId="257"/>
            <ac:spMk id="7" creationId="{578FFDC7-9C35-42E4-853C-5F53B710184B}"/>
          </ac:spMkLst>
        </pc:spChg>
        <pc:spChg chg="mod">
          <ac:chgData name="Άριστος Αρέστη" userId="813aa191-2d4c-464f-9d05-0a7e494d859f" providerId="ADAL" clId="{49C7B61D-1ACF-4AFF-A04E-A3B433E32474}" dt="2026-09-26T19:07:37.169" v="7" actId="6549"/>
          <ac:spMkLst>
            <pc:docMk/>
            <pc:sldMk cId="1858723173" sldId="257"/>
            <ac:spMk id="9" creationId="{FF17751D-4454-4E25-8C19-D9219C7A20D9}"/>
          </ac:spMkLst>
        </pc:spChg>
        <pc:spChg chg="mod">
          <ac:chgData name="Άριστος Αρέστη" userId="813aa191-2d4c-464f-9d05-0a7e494d859f" providerId="ADAL" clId="{49C7B61D-1ACF-4AFF-A04E-A3B433E32474}" dt="2026-10-10T07:08:29.586" v="584" actId="6549"/>
          <ac:spMkLst>
            <pc:docMk/>
            <pc:sldMk cId="1858723173" sldId="257"/>
            <ac:spMk id="11" creationId="{0A7E670E-D690-49A2-9511-0692F4390AF7}"/>
          </ac:spMkLst>
        </pc:spChg>
        <pc:picChg chg="add mod">
          <ac:chgData name="Άριστος Αρέστη" userId="813aa191-2d4c-464f-9d05-0a7e494d859f" providerId="ADAL" clId="{49C7B61D-1ACF-4AFF-A04E-A3B433E32474}" dt="2026-10-10T07:08:05.713" v="575" actId="1076"/>
          <ac:picMkLst>
            <pc:docMk/>
            <pc:sldMk cId="1858723173" sldId="257"/>
            <ac:picMk id="12" creationId="{767724B9-F465-21E4-01F7-F5B6AB977D97}"/>
          </ac:picMkLst>
        </pc:picChg>
        <pc:picChg chg="mod">
          <ac:chgData name="Άριστος Αρέστη" userId="813aa191-2d4c-464f-9d05-0a7e494d859f" providerId="ADAL" clId="{49C7B61D-1ACF-4AFF-A04E-A3B433E32474}" dt="2026-10-10T07:08:08.862" v="576" actId="1076"/>
          <ac:picMkLst>
            <pc:docMk/>
            <pc:sldMk cId="1858723173" sldId="257"/>
            <ac:picMk id="23" creationId="{00000000-0000-0000-0000-000000000000}"/>
          </ac:picMkLst>
        </pc:picChg>
      </pc:sldChg>
      <pc:sldChg chg="del ord">
        <pc:chgData name="Άριστος Αρέστη" userId="813aa191-2d4c-464f-9d05-0a7e494d859f" providerId="ADAL" clId="{49C7B61D-1ACF-4AFF-A04E-A3B433E32474}" dt="2026-10-10T07:13:39.188" v="643" actId="47"/>
        <pc:sldMkLst>
          <pc:docMk/>
          <pc:sldMk cId="2570149264" sldId="259"/>
        </pc:sldMkLst>
      </pc:sldChg>
      <pc:sldChg chg="del">
        <pc:chgData name="Άριστος Αρέστη" userId="813aa191-2d4c-464f-9d05-0a7e494d859f" providerId="ADAL" clId="{49C7B61D-1ACF-4AFF-A04E-A3B433E32474}" dt="2026-10-10T07:13:59.461" v="644" actId="47"/>
        <pc:sldMkLst>
          <pc:docMk/>
          <pc:sldMk cId="643881412" sldId="260"/>
        </pc:sldMkLst>
      </pc:sldChg>
      <pc:sldChg chg="addSp delSp modSp del mod">
        <pc:chgData name="Άριστος Αρέστη" userId="813aa191-2d4c-464f-9d05-0a7e494d859f" providerId="ADAL" clId="{49C7B61D-1ACF-4AFF-A04E-A3B433E32474}" dt="2026-10-10T07:11:30.036" v="639" actId="47"/>
        <pc:sldMkLst>
          <pc:docMk/>
          <pc:sldMk cId="1459875993" sldId="261"/>
        </pc:sldMkLst>
      </pc:sldChg>
      <pc:sldChg chg="del">
        <pc:chgData name="Άριστος Αρέστη" userId="813aa191-2d4c-464f-9d05-0a7e494d859f" providerId="ADAL" clId="{49C7B61D-1ACF-4AFF-A04E-A3B433E32474}" dt="2026-10-10T07:13:59.461" v="644" actId="47"/>
        <pc:sldMkLst>
          <pc:docMk/>
          <pc:sldMk cId="3786659628" sldId="262"/>
        </pc:sldMkLst>
      </pc:sldChg>
      <pc:sldChg chg="modSp mod">
        <pc:chgData name="Άριστος Αρέστη" userId="813aa191-2d4c-464f-9d05-0a7e494d859f" providerId="ADAL" clId="{49C7B61D-1ACF-4AFF-A04E-A3B433E32474}" dt="2026-10-10T07:37:46.396" v="649" actId="20577"/>
        <pc:sldMkLst>
          <pc:docMk/>
          <pc:sldMk cId="2467819896" sldId="263"/>
        </pc:sldMkLst>
        <pc:spChg chg="mod">
          <ac:chgData name="Άριστος Αρέστη" userId="813aa191-2d4c-464f-9d05-0a7e494d859f" providerId="ADAL" clId="{49C7B61D-1ACF-4AFF-A04E-A3B433E32474}" dt="2026-10-10T07:37:46.396" v="649" actId="20577"/>
          <ac:spMkLst>
            <pc:docMk/>
            <pc:sldMk cId="2467819896" sldId="263"/>
            <ac:spMk id="9" creationId="{1D521794-BBE8-4028-AD5D-36201AB06AD3}"/>
          </ac:spMkLst>
        </pc:spChg>
      </pc:sldChg>
      <pc:sldChg chg="addSp delSp modSp add mod ord">
        <pc:chgData name="Άριστος Αρέστη" userId="813aa191-2d4c-464f-9d05-0a7e494d859f" providerId="ADAL" clId="{49C7B61D-1ACF-4AFF-A04E-A3B433E32474}" dt="2026-10-10T06:29:24.964" v="433" actId="20577"/>
        <pc:sldMkLst>
          <pc:docMk/>
          <pc:sldMk cId="3275809581" sldId="264"/>
        </pc:sldMkLst>
        <pc:spChg chg="mod">
          <ac:chgData name="Άριστος Αρέστη" userId="813aa191-2d4c-464f-9d05-0a7e494d859f" providerId="ADAL" clId="{49C7B61D-1ACF-4AFF-A04E-A3B433E32474}" dt="2026-10-10T06:29:24.964" v="433" actId="20577"/>
          <ac:spMkLst>
            <pc:docMk/>
            <pc:sldMk cId="3275809581" sldId="264"/>
            <ac:spMk id="4" creationId="{92FD612A-8ED7-25CA-EBD6-B6FC3F8ADC2D}"/>
          </ac:spMkLst>
        </pc:spChg>
        <pc:spChg chg="mod">
          <ac:chgData name="Άριστος Αρέστη" userId="813aa191-2d4c-464f-9d05-0a7e494d859f" providerId="ADAL" clId="{49C7B61D-1ACF-4AFF-A04E-A3B433E32474}" dt="2026-09-26T19:10:40.435" v="103" actId="108"/>
          <ac:spMkLst>
            <pc:docMk/>
            <pc:sldMk cId="3275809581" sldId="264"/>
            <ac:spMk id="6" creationId="{16C33D2D-3093-FEA3-CDB7-E0D6EB963E4C}"/>
          </ac:spMkLst>
        </pc:spChg>
        <pc:spChg chg="mod">
          <ac:chgData name="Άριστος Αρέστη" userId="813aa191-2d4c-464f-9d05-0a7e494d859f" providerId="ADAL" clId="{49C7B61D-1ACF-4AFF-A04E-A3B433E32474}" dt="2026-09-26T19:10:08.814" v="96" actId="21"/>
          <ac:spMkLst>
            <pc:docMk/>
            <pc:sldMk cId="3275809581" sldId="264"/>
            <ac:spMk id="7" creationId="{DD0792B9-5EFD-C1D8-E250-3ED3B8FB9FFD}"/>
          </ac:spMkLst>
        </pc:spChg>
        <pc:spChg chg="mod">
          <ac:chgData name="Άριστος Αρέστη" userId="813aa191-2d4c-464f-9d05-0a7e494d859f" providerId="ADAL" clId="{49C7B61D-1ACF-4AFF-A04E-A3B433E32474}" dt="2026-09-26T19:14:36.074" v="166" actId="6549"/>
          <ac:spMkLst>
            <pc:docMk/>
            <pc:sldMk cId="3275809581" sldId="264"/>
            <ac:spMk id="8" creationId="{D985BB78-7B95-451F-8CA9-2E9380EEA229}"/>
          </ac:spMkLst>
        </pc:spChg>
        <pc:spChg chg="mod">
          <ac:chgData name="Άριστος Αρέστη" userId="813aa191-2d4c-464f-9d05-0a7e494d859f" providerId="ADAL" clId="{49C7B61D-1ACF-4AFF-A04E-A3B433E32474}" dt="2026-09-26T19:14:07.267" v="156" actId="14100"/>
          <ac:spMkLst>
            <pc:docMk/>
            <pc:sldMk cId="3275809581" sldId="264"/>
            <ac:spMk id="9" creationId="{0C21CEEF-7273-49A8-0E31-7440AE68B0F8}"/>
          </ac:spMkLst>
        </pc:spChg>
        <pc:spChg chg="mod">
          <ac:chgData name="Άριστος Αρέστη" userId="813aa191-2d4c-464f-9d05-0a7e494d859f" providerId="ADAL" clId="{49C7B61D-1ACF-4AFF-A04E-A3B433E32474}" dt="2026-10-10T06:29:10.649" v="429" actId="14100"/>
          <ac:spMkLst>
            <pc:docMk/>
            <pc:sldMk cId="3275809581" sldId="264"/>
            <ac:spMk id="10" creationId="{5CC52013-73E9-3F57-D8BA-2AF2E5152631}"/>
          </ac:spMkLst>
        </pc:spChg>
        <pc:spChg chg="mod">
          <ac:chgData name="Άριστος Αρέστη" userId="813aa191-2d4c-464f-9d05-0a7e494d859f" providerId="ADAL" clId="{49C7B61D-1ACF-4AFF-A04E-A3B433E32474}" dt="2026-09-26T19:16:18.874" v="192" actId="14100"/>
          <ac:spMkLst>
            <pc:docMk/>
            <pc:sldMk cId="3275809581" sldId="264"/>
            <ac:spMk id="11" creationId="{17F30AC6-3922-99D5-5845-D4576A63A248}"/>
          </ac:spMkLst>
        </pc:spChg>
        <pc:picChg chg="add mod">
          <ac:chgData name="Άριστος Αρέστη" userId="813aa191-2d4c-464f-9d05-0a7e494d859f" providerId="ADAL" clId="{49C7B61D-1ACF-4AFF-A04E-A3B433E32474}" dt="2026-10-10T06:29:22.529" v="432" actId="14100"/>
          <ac:picMkLst>
            <pc:docMk/>
            <pc:sldMk cId="3275809581" sldId="264"/>
            <ac:picMk id="13" creationId="{AB175D34-6CC2-63D8-EA2E-5075CAA27D20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10-10T06:20:59.698" v="424" actId="14100"/>
        <pc:sldMkLst>
          <pc:docMk/>
          <pc:sldMk cId="2371128756" sldId="265"/>
        </pc:sldMkLst>
        <pc:spChg chg="mod">
          <ac:chgData name="Άριστος Αρέστη" userId="813aa191-2d4c-464f-9d05-0a7e494d859f" providerId="ADAL" clId="{49C7B61D-1ACF-4AFF-A04E-A3B433E32474}" dt="2026-10-10T06:14:53.899" v="409" actId="20577"/>
          <ac:spMkLst>
            <pc:docMk/>
            <pc:sldMk cId="2371128756" sldId="265"/>
            <ac:spMk id="2" creationId="{B8301AB5-A52B-F4C1-4CA3-DB53B985BAA4}"/>
          </ac:spMkLst>
        </pc:spChg>
        <pc:spChg chg="del">
          <ac:chgData name="Άριστος Αρέστη" userId="813aa191-2d4c-464f-9d05-0a7e494d859f" providerId="ADAL" clId="{49C7B61D-1ACF-4AFF-A04E-A3B433E32474}" dt="2026-10-10T06:16:27.921" v="410" actId="22"/>
          <ac:spMkLst>
            <pc:docMk/>
            <pc:sldMk cId="2371128756" sldId="265"/>
            <ac:spMk id="3" creationId="{6BE7AB01-E144-8439-5F54-0EB5FED3DD64}"/>
          </ac:spMkLst>
        </pc:spChg>
        <pc:picChg chg="add mod ord">
          <ac:chgData name="Άριστος Αρέστη" userId="813aa191-2d4c-464f-9d05-0a7e494d859f" providerId="ADAL" clId="{49C7B61D-1ACF-4AFF-A04E-A3B433E32474}" dt="2026-10-10T06:20:55.924" v="423" actId="1076"/>
          <ac:picMkLst>
            <pc:docMk/>
            <pc:sldMk cId="2371128756" sldId="265"/>
            <ac:picMk id="6" creationId="{B0B66274-48AF-A60B-0B1E-D47448EE7529}"/>
          </ac:picMkLst>
        </pc:picChg>
        <pc:picChg chg="add mod">
          <ac:chgData name="Άριστος Αρέστη" userId="813aa191-2d4c-464f-9d05-0a7e494d859f" providerId="ADAL" clId="{49C7B61D-1ACF-4AFF-A04E-A3B433E32474}" dt="2026-10-10T06:20:59.698" v="424" actId="14100"/>
          <ac:picMkLst>
            <pc:docMk/>
            <pc:sldMk cId="2371128756" sldId="265"/>
            <ac:picMk id="8" creationId="{45FD5805-2FB2-0810-78A0-36E90B0AEF7B}"/>
          </ac:picMkLst>
        </pc:picChg>
      </pc:sldChg>
      <pc:sldChg chg="modSp add mod ord setBg">
        <pc:chgData name="Άριστος Αρέστη" userId="813aa191-2d4c-464f-9d05-0a7e494d859f" providerId="ADAL" clId="{49C7B61D-1ACF-4AFF-A04E-A3B433E32474}" dt="2026-10-10T06:47:22.090" v="531" actId="14100"/>
        <pc:sldMkLst>
          <pc:docMk/>
          <pc:sldMk cId="2842868052" sldId="266"/>
        </pc:sldMkLst>
        <pc:spChg chg="mod">
          <ac:chgData name="Άριστος Αρέστη" userId="813aa191-2d4c-464f-9d05-0a7e494d859f" providerId="ADAL" clId="{49C7B61D-1ACF-4AFF-A04E-A3B433E32474}" dt="2026-10-10T06:47:15.952" v="529" actId="1076"/>
          <ac:spMkLst>
            <pc:docMk/>
            <pc:sldMk cId="2842868052" sldId="266"/>
            <ac:spMk id="41" creationId="{5DCE5C69-A305-40F9-A980-FACB9EDD9A99}"/>
          </ac:spMkLst>
        </pc:spChg>
        <pc:spChg chg="mod">
          <ac:chgData name="Άριστος Αρέστη" userId="813aa191-2d4c-464f-9d05-0a7e494d859f" providerId="ADAL" clId="{49C7B61D-1ACF-4AFF-A04E-A3B433E32474}" dt="2026-10-10T06:47:22.090" v="531" actId="14100"/>
          <ac:spMkLst>
            <pc:docMk/>
            <pc:sldMk cId="2842868052" sldId="266"/>
            <ac:spMk id="42" creationId="{2F16AD20-5B5D-40C5-854C-B8018814BE88}"/>
          </ac:spMkLst>
        </pc:spChg>
      </pc:sldChg>
      <pc:sldChg chg="addSp delSp modSp add del mod">
        <pc:chgData name="Άριστος Αρέστη" userId="813aa191-2d4c-464f-9d05-0a7e494d859f" providerId="ADAL" clId="{49C7B61D-1ACF-4AFF-A04E-A3B433E32474}" dt="2026-10-10T07:13:59.461" v="644" actId="47"/>
        <pc:sldMkLst>
          <pc:docMk/>
          <pc:sldMk cId="1589394006" sldId="267"/>
        </pc:sldMkLst>
        <pc:spChg chg="mod">
          <ac:chgData name="Άριστος Αρέστη" userId="813aa191-2d4c-464f-9d05-0a7e494d859f" providerId="ADAL" clId="{49C7B61D-1ACF-4AFF-A04E-A3B433E32474}" dt="2026-10-10T07:09:51.392" v="627" actId="20577"/>
          <ac:spMkLst>
            <pc:docMk/>
            <pc:sldMk cId="1589394006" sldId="267"/>
            <ac:spMk id="2" creationId="{32C863D9-1989-4443-A424-8213A05F31BB}"/>
          </ac:spMkLst>
        </pc:spChg>
        <pc:graphicFrameChg chg="del">
          <ac:chgData name="Άριστος Αρέστη" userId="813aa191-2d4c-464f-9d05-0a7e494d859f" providerId="ADAL" clId="{49C7B61D-1ACF-4AFF-A04E-A3B433E32474}" dt="2026-10-10T06:56:52.204" v="551" actId="478"/>
          <ac:graphicFrameMkLst>
            <pc:docMk/>
            <pc:sldMk cId="1589394006" sldId="267"/>
            <ac:graphicFrameMk id="7" creationId="{E9AFAE1B-7BE9-4809-B8F9-5EE05EFE5C81}"/>
          </ac:graphicFrameMkLst>
        </pc:graphicFrameChg>
        <pc:picChg chg="add mod">
          <ac:chgData name="Άριστος Αρέστη" userId="813aa191-2d4c-464f-9d05-0a7e494d859f" providerId="ADAL" clId="{49C7B61D-1ACF-4AFF-A04E-A3B433E32474}" dt="2026-10-10T06:57:06.265" v="556" actId="1076"/>
          <ac:picMkLst>
            <pc:docMk/>
            <pc:sldMk cId="1589394006" sldId="267"/>
            <ac:picMk id="9" creationId="{C36D4E06-CD04-D040-D257-E39147A33AB2}"/>
          </ac:picMkLst>
        </pc:picChg>
      </pc:sldChg>
      <pc:sldChg chg="addSp delSp modSp add del mod setBg">
        <pc:chgData name="Άριστος Αρέστη" userId="813aa191-2d4c-464f-9d05-0a7e494d859f" providerId="ADAL" clId="{49C7B61D-1ACF-4AFF-A04E-A3B433E32474}" dt="2026-10-10T07:13:59.461" v="644" actId="47"/>
        <pc:sldMkLst>
          <pc:docMk/>
          <pc:sldMk cId="3085501264" sldId="268"/>
        </pc:sldMkLst>
        <pc:spChg chg="mod">
          <ac:chgData name="Άριστος Αρέστη" userId="813aa191-2d4c-464f-9d05-0a7e494d859f" providerId="ADAL" clId="{49C7B61D-1ACF-4AFF-A04E-A3B433E32474}" dt="2026-10-10T07:10:14.851" v="633" actId="14100"/>
          <ac:spMkLst>
            <pc:docMk/>
            <pc:sldMk cId="3085501264" sldId="268"/>
            <ac:spMk id="2" creationId="{62A92CD4-88DD-4F68-B449-EA9821C3EFD3}"/>
          </ac:spMkLst>
        </pc:spChg>
        <pc:spChg chg="add del mod">
          <ac:chgData name="Άριστος Αρέστη" userId="813aa191-2d4c-464f-9d05-0a7e494d859f" providerId="ADAL" clId="{49C7B61D-1ACF-4AFF-A04E-A3B433E32474}" dt="2026-10-10T07:10:05.232" v="629" actId="478"/>
          <ac:spMkLst>
            <pc:docMk/>
            <pc:sldMk cId="3085501264" sldId="268"/>
            <ac:spMk id="5" creationId="{45D29009-3C05-E76D-0553-91919ECD2D2E}"/>
          </ac:spMkLst>
        </pc:spChg>
        <pc:spChg chg="add del mod">
          <ac:chgData name="Άριστος Αρέστη" userId="813aa191-2d4c-464f-9d05-0a7e494d859f" providerId="ADAL" clId="{49C7B61D-1ACF-4AFF-A04E-A3B433E32474}" dt="2026-10-10T07:10:16.134" v="635"/>
          <ac:spMkLst>
            <pc:docMk/>
            <pc:sldMk cId="3085501264" sldId="268"/>
            <ac:spMk id="6" creationId="{49540229-3F6C-FF69-E57C-983FBA2EA9D7}"/>
          </ac:spMkLst>
        </pc:spChg>
        <pc:spChg chg="mod">
          <ac:chgData name="Άριστος Αρέστη" userId="813aa191-2d4c-464f-9d05-0a7e494d859f" providerId="ADAL" clId="{49C7B61D-1ACF-4AFF-A04E-A3B433E32474}" dt="2026-10-10T06:59:57.971" v="567" actId="1076"/>
          <ac:spMkLst>
            <pc:docMk/>
            <pc:sldMk cId="3085501264" sldId="268"/>
            <ac:spMk id="42" creationId="{987EA34E-D5DF-4859-A266-65AFDBB4C497}"/>
          </ac:spMkLst>
        </pc:spChg>
        <pc:spChg chg="del mod">
          <ac:chgData name="Άριστος Αρέστη" userId="813aa191-2d4c-464f-9d05-0a7e494d859f" providerId="ADAL" clId="{49C7B61D-1ACF-4AFF-A04E-A3B433E32474}" dt="2026-10-10T06:59:45.383" v="564" actId="478"/>
          <ac:spMkLst>
            <pc:docMk/>
            <pc:sldMk cId="3085501264" sldId="268"/>
            <ac:spMk id="44" creationId="{C260B3F9-68C1-4FE6-8E0D-8E2F3E6650C7}"/>
          </ac:spMkLst>
        </pc:spChg>
        <pc:graphicFrameChg chg="del">
          <ac:chgData name="Άριστος Αρέστη" userId="813aa191-2d4c-464f-9d05-0a7e494d859f" providerId="ADAL" clId="{49C7B61D-1ACF-4AFF-A04E-A3B433E32474}" dt="2026-10-10T06:59:00.487" v="557" actId="478"/>
          <ac:graphicFrameMkLst>
            <pc:docMk/>
            <pc:sldMk cId="3085501264" sldId="268"/>
            <ac:graphicFrameMk id="43" creationId="{53077A41-9CD3-4187-B66C-2DB066600F6A}"/>
          </ac:graphicFrameMkLst>
        </pc:graphicFrameChg>
        <pc:picChg chg="add mod">
          <ac:chgData name="Άριστος Αρέστη" userId="813aa191-2d4c-464f-9d05-0a7e494d859f" providerId="ADAL" clId="{49C7B61D-1ACF-4AFF-A04E-A3B433E32474}" dt="2026-10-10T07:00:00.485" v="568" actId="1076"/>
          <ac:picMkLst>
            <pc:docMk/>
            <pc:sldMk cId="3085501264" sldId="268"/>
            <ac:picMk id="4" creationId="{E2EC52D7-0F6E-E912-3D97-D12DACBE7502}"/>
          </ac:picMkLst>
        </pc:picChg>
      </pc:sldChg>
      <pc:sldChg chg="addSp delSp modSp add del mod">
        <pc:chgData name="Άριστος Αρέστη" userId="813aa191-2d4c-464f-9d05-0a7e494d859f" providerId="ADAL" clId="{49C7B61D-1ACF-4AFF-A04E-A3B433E32474}" dt="2026-10-10T07:13:59.461" v="644" actId="47"/>
        <pc:sldMkLst>
          <pc:docMk/>
          <pc:sldMk cId="3703779373" sldId="269"/>
        </pc:sldMkLst>
        <pc:spChg chg="mod">
          <ac:chgData name="Άριστος Αρέστη" userId="813aa191-2d4c-464f-9d05-0a7e494d859f" providerId="ADAL" clId="{49C7B61D-1ACF-4AFF-A04E-A3B433E32474}" dt="2026-10-10T07:10:23.817" v="638" actId="14100"/>
          <ac:spMkLst>
            <pc:docMk/>
            <pc:sldMk cId="3703779373" sldId="269"/>
            <ac:spMk id="2" creationId="{B66EAA72-EC7F-4ECD-B4EF-D54E871C6881}"/>
          </ac:spMkLst>
        </pc:spChg>
        <pc:spChg chg="mod">
          <ac:chgData name="Άριστος Αρέστη" userId="813aa191-2d4c-464f-9d05-0a7e494d859f" providerId="ADAL" clId="{49C7B61D-1ACF-4AFF-A04E-A3B433E32474}" dt="2026-10-10T07:00:11.803" v="569" actId="1076"/>
          <ac:spMkLst>
            <pc:docMk/>
            <pc:sldMk cId="3703779373" sldId="269"/>
            <ac:spMk id="6" creationId="{CD48E1F3-2B09-4AC2-AD4B-306CA7286834}"/>
          </ac:spMkLst>
        </pc:spChg>
        <pc:graphicFrameChg chg="del">
          <ac:chgData name="Άριστος Αρέστη" userId="813aa191-2d4c-464f-9d05-0a7e494d859f" providerId="ADAL" clId="{49C7B61D-1ACF-4AFF-A04E-A3B433E32474}" dt="2026-10-10T07:02:45.213" v="570" actId="478"/>
          <ac:graphicFrameMkLst>
            <pc:docMk/>
            <pc:sldMk cId="3703779373" sldId="269"/>
            <ac:graphicFrameMk id="8" creationId="{5CA9C7E4-796D-4037-83BB-7CEB82B88D0A}"/>
          </ac:graphicFrameMkLst>
        </pc:graphicFrameChg>
        <pc:picChg chg="add mod">
          <ac:chgData name="Άριστος Αρέστη" userId="813aa191-2d4c-464f-9d05-0a7e494d859f" providerId="ADAL" clId="{49C7B61D-1ACF-4AFF-A04E-A3B433E32474}" dt="2026-10-10T07:02:58.032" v="573" actId="14100"/>
          <ac:picMkLst>
            <pc:docMk/>
            <pc:sldMk cId="3703779373" sldId="269"/>
            <ac:picMk id="4" creationId="{36287844-4DD7-555C-F453-0F57E9E2B7EE}"/>
          </ac:picMkLst>
        </pc:picChg>
      </pc:sldChg>
      <pc:sldChg chg="add">
        <pc:chgData name="Άριστος Αρέστη" userId="813aa191-2d4c-464f-9d05-0a7e494d859f" providerId="ADAL" clId="{49C7B61D-1ACF-4AFF-A04E-A3B433E32474}" dt="2026-10-10T07:12:05.183" v="640"/>
        <pc:sldMkLst>
          <pc:docMk/>
          <pc:sldMk cId="375484695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710E-80B5-66A9-5300-81E57595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496A8-35DB-B248-A786-E0CA7AC34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4B40B-E818-1AE3-204C-528A322EB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BFA0A-8172-D1F0-5699-26715E654D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2587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7506-8BAF-0A4B-D270-BCB2A85D3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E83AA-1F3A-DABF-4330-BF14AD8F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5DF8B-DA46-5666-FB5C-B83C1DCA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2A1A2-D642-4C16-BA52-3503F5F449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969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Έλεγχος δικτύου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Ρυθμίσεις δικτύου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04BC7A28-0935-4D62-A481-2322F798EF3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7B06E582-AF3C-4534-B175-F142D3F4D40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48D2101-A3FB-40C0-9DB4-EB7673E39CD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 Address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578FFDC7-9C35-42E4-853C-5F53B710184B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η διεύθυνση της συγκεκριμένης συσκευής (π.χ. 192.168.10.</a:t>
            </a:r>
            <a:r>
              <a:rPr lang="en-US" dirty="0"/>
              <a:t>89</a:t>
            </a:r>
            <a:r>
              <a:rPr lang="el-GR" dirty="0"/>
              <a:t>).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35AC735A-BD50-49D2-A35E-8D3A59F9BB0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Subnet Mask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FF17751D-4454-4E25-8C19-D9219C7A20D9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η διεύθυνση </a:t>
            </a:r>
            <a:r>
              <a:rPr lang="el-GR" dirty="0" err="1"/>
              <a:t>υποδικτύου</a:t>
            </a:r>
            <a:r>
              <a:rPr lang="el-GR" dirty="0"/>
              <a:t>, τέσσερα ψηφία, συνήθως 255 ή 0, π.χ. 255.255.255.0.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BE3C2AEA-6BDE-433C-B110-62618BA5D19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Default Gateway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0A7E670E-D690-49A2-9511-0692F4390AF7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διεύθυνση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του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router 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ου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ροωθεί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προς άλλα δίκτυα</a:t>
            </a:r>
            <a:r>
              <a:rPr lang="en-US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l-GR" dirty="0"/>
              <a:t>(π.χ. 192.168.10.</a:t>
            </a:r>
            <a:r>
              <a:rPr lang="en-US" dirty="0"/>
              <a:t>254</a:t>
            </a:r>
            <a:r>
              <a:rPr lang="el-GR" dirty="0"/>
              <a:t>)</a:t>
            </a:r>
            <a:r>
              <a:rPr lang="en-US" dirty="0"/>
              <a:t>.</a:t>
            </a:r>
            <a:endParaRPr lang="el-GR" dirty="0"/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57925" y="4118437"/>
            <a:ext cx="4905375" cy="1534811"/>
          </a:xfrm>
          <a:prstGeom prst="rect">
            <a:avLst/>
          </a:prstGeom>
        </p:spPr>
      </p:pic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767724B9-F465-21E4-01F7-F5B6AB977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111" y="1266826"/>
            <a:ext cx="3668949" cy="20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1AB5-A52B-F4C1-4CA3-DB53B985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Τοπικό Δίκτυο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B66274-48AF-A60B-0B1E-D47448EE7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12794"/>
            <a:ext cx="3668949" cy="208128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608D0-CAE4-0818-735D-CF7E3D00D431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FD5805-2FB2-0810-78A0-36E90B0A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875" y="530399"/>
            <a:ext cx="7770125" cy="627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2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619125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 err="1"/>
              <a:t>Τι</a:t>
            </a:r>
            <a:r>
              <a:rPr dirty="0"/>
              <a:t> </a:t>
            </a:r>
            <a:r>
              <a:rPr dirty="0" err="1"/>
              <a:t>είν</a:t>
            </a:r>
            <a:r>
              <a:rPr dirty="0"/>
              <a:t>αι το υποδίκτυο;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Clean content 1">
            <a:extLst>
              <a:ext uri="{FF2B5EF4-FFF2-40B4-BE49-F238E27FC236}">
                <a16:creationId xmlns:a16="http://schemas.microsoft.com/office/drawing/2014/main" id="{6FE0B811-E5C7-4C97-BAB9-3623DFC602F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CE5C69-A305-40F9-A980-FACB9EDD9A99}"/>
              </a:ext>
            </a:extLst>
          </p:cNvPr>
          <p:cNvSpPr>
            <a:spLocks noGrp="1"/>
          </p:cNvSpPr>
          <p:nvPr/>
        </p:nvSpPr>
        <p:spPr>
          <a:xfrm>
            <a:off x="685800" y="1324504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333333"/>
                </a:solidFill>
              </a:defRPr>
            </a:defPPr>
          </a:lstStyle>
          <a:p>
            <a:pPr>
              <a:defRPr sz="1875">
                <a:solidFill>
                  <a:srgbClr val="333333"/>
                </a:solidFill>
              </a:defRPr>
            </a:pPr>
            <a:r>
              <a:rPr sz="1875" dirty="0">
                <a:solidFill>
                  <a:srgbClr val="333333"/>
                </a:solidFill>
              </a:rPr>
              <a:t>Υπ</a:t>
            </a:r>
            <a:r>
              <a:rPr sz="1875" dirty="0" err="1">
                <a:solidFill>
                  <a:srgbClr val="333333"/>
                </a:solidFill>
              </a:rPr>
              <a:t>οδίκτυο</a:t>
            </a:r>
            <a:r>
              <a:rPr sz="1875" dirty="0">
                <a:solidFill>
                  <a:srgbClr val="333333"/>
                </a:solidFill>
              </a:rPr>
              <a:t> (subnet) </a:t>
            </a:r>
            <a:r>
              <a:rPr sz="1875" dirty="0" err="1">
                <a:solidFill>
                  <a:srgbClr val="333333"/>
                </a:solidFill>
              </a:rPr>
              <a:t>είν</a:t>
            </a:r>
            <a:r>
              <a:rPr sz="1875" dirty="0">
                <a:solidFill>
                  <a:srgbClr val="333333"/>
                </a:solidFill>
              </a:rPr>
              <a:t>αι μια ομάδα συσκευών που έχουν το ίδιο τμήμα δικτύου στη διεύθυνση IP τους.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16AD20-5B5D-40C5-854C-B8018814BE88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0096500" cy="857250"/>
          </a:xfrm>
          <a:prstGeom prst="roundRect">
            <a:avLst>
              <a:gd name="adj" fmla="val 16129"/>
            </a:avLst>
          </a:prstGeom>
          <a:solidFill>
            <a:srgbClr val="E8F7FC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3566A"/>
                </a:solidFill>
              </a:defRPr>
            </a:defPPr>
          </a:lstStyle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sz="1725" b="1" dirty="0" err="1">
                <a:solidFill>
                  <a:srgbClr val="23566A"/>
                </a:solidFill>
              </a:rPr>
              <a:t>Μάσκ</a:t>
            </a:r>
            <a:r>
              <a:rPr sz="1725" b="1" dirty="0">
                <a:solidFill>
                  <a:srgbClr val="23566A"/>
                </a:solidFill>
              </a:rPr>
              <a:t>α 255.255.255.0 (/24): τα πρώτα τρία μέρη της IP δείχνουν το δίκτυο.</a:t>
            </a:r>
            <a:endParaRPr lang="en-US" sz="1725" b="1" dirty="0">
              <a:solidFill>
                <a:srgbClr val="23566A"/>
              </a:solidFill>
            </a:endParaRPr>
          </a:p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lang="en-US" sz="1725" b="1" dirty="0">
                <a:solidFill>
                  <a:srgbClr val="23566A"/>
                </a:solidFill>
              </a:rPr>
              <a:t>255 = </a:t>
            </a:r>
            <a:r>
              <a:rPr lang="el-GR" sz="1725" b="1" dirty="0">
                <a:solidFill>
                  <a:srgbClr val="23566A"/>
                </a:solidFill>
              </a:rPr>
              <a:t>κοινό μέρος για όλες τις </a:t>
            </a:r>
            <a:r>
              <a:rPr lang="el-GR" sz="1725" b="1" dirty="0" err="1">
                <a:solidFill>
                  <a:srgbClr val="23566A"/>
                </a:solidFill>
              </a:rPr>
              <a:t>συσκεύες</a:t>
            </a:r>
            <a:endParaRPr lang="el-GR" sz="1725" b="1" dirty="0">
              <a:solidFill>
                <a:srgbClr val="23566A"/>
              </a:solidFill>
            </a:endParaRPr>
          </a:p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lang="el-GR" sz="1725" b="1" dirty="0">
                <a:solidFill>
                  <a:srgbClr val="23566A"/>
                </a:solidFill>
              </a:rPr>
              <a:t>0 = διαφορετικό</a:t>
            </a:r>
            <a:endParaRPr sz="1725" b="1" dirty="0">
              <a:solidFill>
                <a:srgbClr val="23566A"/>
              </a:solidFill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9FDCCE0-2C4A-49FF-9930-D9BF58DE2C12}"/>
              </a:ext>
            </a:extLst>
          </p:cNvPr>
          <p:cNvGraphicFramePr/>
          <p:nvPr/>
        </p:nvGraphicFramePr>
        <p:xfrm>
          <a:off x="781050" y="3048000"/>
          <a:ext cx="10096500" cy="22383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Συσκευή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IP Address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Δίκτυο (/24)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Σχέση με Η/Υ Α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Η/Υ Α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Σημείο αναφοράς</a:t>
                      </a:r>
                    </a:p>
                  </a:txBody>
                  <a:tcPr marL="95250" marR="95250" marT="66675" marB="66675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Η/Υ Β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Ίδιο υποδίκτυο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Εκτυπωτής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Ίδιο υποδίκτυο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Laptop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12B25"/>
                          </a:solidFill>
                        </a:rPr>
                        <a:t>Διαφορετικό υποδίκτυο</a:t>
                      </a:r>
                    </a:p>
                  </a:txBody>
                  <a:tcPr marL="95250" marR="95250" marT="66675" marB="666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3B7D4317-995B-4191-88B1-10CDF29AD167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096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333333"/>
                </a:solidFill>
              </a:defRPr>
            </a:defPPr>
          </a:lstStyle>
          <a:p>
            <a:pPr algn="l"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Οι 192.168.1.10 και 192.168.1.25 επικοινωνούν στο ίδιο υποδίκτυο. Για επικοινωνία με την 192.168.2.10 χρειάζεται router ή Default Gateway.</a:t>
            </a:r>
          </a:p>
        </p:txBody>
      </p:sp>
    </p:spTree>
    <p:extLst>
      <p:ext uri="{BB962C8B-B14F-4D97-AF65-F5344CB8AC3E}">
        <p14:creationId xmlns:p14="http://schemas.microsoft.com/office/powerpoint/2010/main" val="284286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Υποδίκτυα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7177555A-3A01-47F9-B651-136B0E4355F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2D6CB451-2788-4929-BA8D-B758D2D5D98B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130E6DB3-7507-4E5E-939C-10144B5B3B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Ίδιο υποδίκτυο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C7D3B068-2128-41C6-A0FD-A999E6AFB89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συσκευές στο ίδιο υποδίκτυο μπορούν να επικοινωνήσουν χωρίς ενδιάμεσο router.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5F1268BA-118F-4566-B3D6-DDC54238DF3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Άλλο δίκτυο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044970C1-BA81-4BB7-8366-C066860304E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ο προορισμός βρίσκεται αλλού, η συσκευή στέλνει τα πακέτα στο Default Gateway.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80286375-FA52-460A-B2DD-44E43C9F2B2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Μοναδικότητα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3B91EBAE-5013-43F6-90FD-77B279903BA1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ενεργή συσκευή χρειάζεται διαφορετική IP Address μέσα στο ίδιο δίκτυο.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5638" y="1857375"/>
            <a:ext cx="346034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2E80-B687-6773-BBF4-B7AB2070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6F53-01B6-B1A0-0538-5A57F687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Ρυθμίσεις</a:t>
            </a:r>
            <a:r>
              <a:rPr b="1" dirty="0"/>
              <a:t> </a:t>
            </a:r>
            <a:r>
              <a:rPr b="1" dirty="0" err="1"/>
              <a:t>δικτύου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4567-A36E-4C64-9B8E-40575FEA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92FD612A-8ED7-25CA-EBD6-B6FC3F8ADC2D}"/>
              </a:ext>
            </a:extLst>
          </p:cNvPr>
          <p:cNvSpPr>
            <a:spLocks noGrp="1"/>
          </p:cNvSpPr>
          <p:nvPr/>
        </p:nvSpPr>
        <p:spPr>
          <a:xfrm>
            <a:off x="-437167" y="1362075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2F6F4B63-FDDE-3C87-B6DD-4BCECDACB5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16C33D2D-3093-FEA3-CDB7-E0D6EB963E4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ΗΥ1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DD0792B9-5EFD-C1D8-E250-3ED3B8FB9FF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GB" dirty="0"/>
              <a:t> IP Address: 192.168.10.23 </a:t>
            </a:r>
          </a:p>
          <a:p>
            <a:r>
              <a:rPr lang="en-GB" dirty="0"/>
              <a:t> Subnet Mask: 255.255.255.0 </a:t>
            </a:r>
          </a:p>
          <a:p>
            <a:r>
              <a:rPr lang="en-GB" dirty="0"/>
              <a:t> Default Gateway: 192.168.10.1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D985BB78-7B95-451F-8CA9-2E9380EEA229}"/>
              </a:ext>
            </a:extLst>
          </p:cNvPr>
          <p:cNvSpPr>
            <a:spLocks noGrp="1"/>
          </p:cNvSpPr>
          <p:nvPr/>
        </p:nvSpPr>
        <p:spPr>
          <a:xfrm>
            <a:off x="781051" y="3165677"/>
            <a:ext cx="4495799" cy="65497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αποστολή δεδομένων στη συσκευή με IP 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</a:rPr>
              <a:t>Address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 192.168.10.35 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0C21CEEF-7273-49A8-0E31-7440AE68B0F8}"/>
              </a:ext>
            </a:extLst>
          </p:cNvPr>
          <p:cNvSpPr>
            <a:spLocks noGrp="1"/>
          </p:cNvSpPr>
          <p:nvPr/>
        </p:nvSpPr>
        <p:spPr>
          <a:xfrm>
            <a:off x="781050" y="3794125"/>
            <a:ext cx="4495799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εφαρμόζει το </a:t>
            </a:r>
            <a:r>
              <a:rPr lang="el-GR" dirty="0" err="1"/>
              <a:t>Subnet</a:t>
            </a:r>
            <a:r>
              <a:rPr lang="el-GR" dirty="0"/>
              <a:t> </a:t>
            </a:r>
            <a:r>
              <a:rPr lang="el-GR" dirty="0" err="1"/>
              <a:t>Mask</a:t>
            </a:r>
            <a:r>
              <a:rPr lang="el-GR" dirty="0"/>
              <a:t> και διαπιστώνει ότι τα πρώτα τρία ψηφία είναι τα ίδια με τη δική της διεύθυνση (192.168.10).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5CC52013-73E9-3F57-D8BA-2AF2E5152631}"/>
              </a:ext>
            </a:extLst>
          </p:cNvPr>
          <p:cNvSpPr>
            <a:spLocks noGrp="1"/>
          </p:cNvSpPr>
          <p:nvPr/>
        </p:nvSpPr>
        <p:spPr>
          <a:xfrm>
            <a:off x="781048" y="5105399"/>
            <a:ext cx="4323215" cy="57206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αποστολή δεδομένων στη συσκευή με IP 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</a:rPr>
              <a:t>Address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 192.168.2.5 </a:t>
            </a:r>
          </a:p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17F30AC6-3922-99D5-5845-D4576A63A248}"/>
              </a:ext>
            </a:extLst>
          </p:cNvPr>
          <p:cNvSpPr>
            <a:spLocks noGrp="1"/>
          </p:cNvSpPr>
          <p:nvPr/>
        </p:nvSpPr>
        <p:spPr>
          <a:xfrm>
            <a:off x="781048" y="5794374"/>
            <a:ext cx="6140451" cy="898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εφαρμόζει το </a:t>
            </a:r>
            <a:r>
              <a:rPr lang="el-GR" dirty="0" err="1"/>
              <a:t>Subnet</a:t>
            </a:r>
            <a:r>
              <a:rPr lang="el-GR" dirty="0"/>
              <a:t> </a:t>
            </a:r>
            <a:r>
              <a:rPr lang="el-GR" dirty="0" err="1"/>
              <a:t>Mask</a:t>
            </a:r>
            <a:r>
              <a:rPr lang="el-GR" dirty="0"/>
              <a:t> και διαπιστώνει ότι τα πρώτα τρία ψηφία είναι διαφορετικά από τη δική της διεύθυνση (192.168.10 και 192.168.2).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75D34-6CC2-63D8-EA2E-5075CAA27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90" y="1112293"/>
            <a:ext cx="6567525" cy="43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0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419A-5299-A4D0-E180-F645C4611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1BFE-EBA3-53A0-5FD8-73F983E2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defRPr sz="3450">
                <a:solidFill>
                  <a:srgbClr val="5FCBEF"/>
                </a:solidFill>
              </a:defRPr>
            </a:pPr>
            <a:r>
              <a:rPr lang="en-GB" sz="3450" dirty="0">
                <a:solidFill>
                  <a:srgbClr val="5FCBEF"/>
                </a:solidFill>
              </a:rPr>
              <a:t>I</a:t>
            </a:r>
            <a:r>
              <a:rPr sz="3450" dirty="0" err="1">
                <a:solidFill>
                  <a:srgbClr val="5FCBEF"/>
                </a:solidFill>
              </a:rPr>
              <a:t>pconfig</a:t>
            </a:r>
            <a:r>
              <a:rPr lang="el-GR" sz="3450" dirty="0">
                <a:solidFill>
                  <a:srgbClr val="5FCBEF"/>
                </a:solidFill>
              </a:rPr>
              <a:t>(</a:t>
            </a:r>
            <a:r>
              <a:rPr lang="el-GR" sz="3450" dirty="0" err="1">
                <a:solidFill>
                  <a:srgbClr val="5FCBEF"/>
                </a:solidFill>
              </a:rPr>
              <a:t>διαγνωσή</a:t>
            </a:r>
            <a:r>
              <a:rPr lang="el-GR" sz="3450" dirty="0">
                <a:solidFill>
                  <a:srgbClr val="5FCBEF"/>
                </a:solidFill>
              </a:rPr>
              <a:t> προβλημάτων)</a:t>
            </a:r>
            <a:endParaRPr dirty="0"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D5B3C804-9765-A0C6-CDC2-F9B2C179DAFA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173BB-812C-6D1E-5B5B-49194A054108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Οι εντολές εμφανίζουν τις ρυθμίσεις δικτύου του υπολογιστή στα Windows. Δεν αλλάζουν καμία ρύθμιση.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1F2F5-8959-BB3F-7934-7F2F80FF76A5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0096500" cy="742950"/>
          </a:xfrm>
          <a:prstGeom prst="roundRect">
            <a:avLst>
              <a:gd name="adj" fmla="val 10256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       βασικές πληροφορίες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/all   πλήρης ανάλυση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4FFFCA-3763-8415-E692-6A4CE96B396C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Χρήση: έλεγχος αν ο υπολογιστής έχει σωστή IP, μάσκα, gateway και DNS.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AE6CD-EF77-9DE8-0B99-1139BC3F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90852"/>
            <a:ext cx="9257873" cy="22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4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ερωτήσεις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1–</a:t>
            </a:r>
            <a:r>
              <a:rPr lang="en-US"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4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Φύλλου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Εργ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ασίας A.5.M2.</a:t>
            </a:r>
            <a:endParaRPr lang="el-GR" sz="18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l-GR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n-GB" b="1" dirty="0" err="1">
                <a:solidFill>
                  <a:srgbClr val="333333"/>
                </a:solidFill>
                <a:latin typeface="Trebuchet MS"/>
              </a:rPr>
              <a:t>Κάνε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 </a:t>
            </a:r>
            <a:r>
              <a:rPr lang="en-GB" b="1" dirty="0" err="1">
                <a:solidFill>
                  <a:srgbClr val="333333"/>
                </a:solidFill>
                <a:latin typeface="Trebuchet MS"/>
              </a:rPr>
              <a:t>έν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α τεστ ταχύτητας διαδικτύου από τον browser σου </a:t>
            </a:r>
            <a:r>
              <a:rPr lang="el-GR" b="1" dirty="0">
                <a:solidFill>
                  <a:srgbClr val="333333"/>
                </a:solidFill>
                <a:latin typeface="Trebuchet MS"/>
              </a:rPr>
              <a:t>στο εργαστήριο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.</a:t>
            </a: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n-GB" sz="1800" b="1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n-GB" b="1" dirty="0">
                <a:solidFill>
                  <a:srgbClr val="333333"/>
                </a:solidFill>
                <a:latin typeface="Trebuchet MS"/>
              </a:rPr>
              <a:t>Επα</a:t>
            </a:r>
            <a:r>
              <a:rPr lang="en-GB" b="1" dirty="0" err="1">
                <a:solidFill>
                  <a:srgbClr val="333333"/>
                </a:solidFill>
                <a:latin typeface="Trebuchet MS"/>
              </a:rPr>
              <a:t>νάλ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αβε το τεστ με το smartphone σου μέσα στο σπίτι.</a:t>
            </a:r>
            <a:endParaRPr sz="18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619</Words>
  <Application>Microsoft Office PowerPoint</Application>
  <DocSecurity>0</DocSecurity>
  <PresentationFormat>Widescreen</PresentationFormat>
  <Paragraphs>93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Έλεγχος δικτύου</vt:lpstr>
      <vt:lpstr>Ρυθμίσεις δικτύου</vt:lpstr>
      <vt:lpstr>Τοπικό Δίκτυο</vt:lpstr>
      <vt:lpstr>Τι είναι το υποδίκτυο;</vt:lpstr>
      <vt:lpstr>Υποδίκτυα</vt:lpstr>
      <vt:lpstr>Ρυθμίσεις δικτύου</vt:lpstr>
      <vt:lpstr>Ipconfig(διαγνωσή προβλημάτων)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2026-09-17T08:12:12Z</dcterms:created>
  <dcterms:modified xsi:type="dcterms:W3CDTF">2026-10-10T07:37:52Z</dcterms:modified>
</cp:coreProperties>
</file>