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ac96991b9d4969" /><Relationship Type="http://schemas.openxmlformats.org/officeDocument/2006/relationships/extended-properties" Target="/docProps/app.xml" Id="R3054b91a817c4a0e" /><Relationship Type="http://schemas.openxmlformats.org/officeDocument/2006/relationships/officeDocument" Target="/ppt/presentation.xml" Id="Rbae6aaff3e4648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0371b9ea914a75"/>
  </p:sldMasterIdLst>
  <p:notesMasterIdLst>
    <p:notesMasterId xmlns:r="http://schemas.openxmlformats.org/officeDocument/2006/relationships" r:id="R79d805e1de5d4ff3"/>
  </p:notesMasterIdLst>
  <p:sldIdLst>
    <p:sldId xmlns:r="http://schemas.openxmlformats.org/officeDocument/2006/relationships" id="256" r:id="R51b08bcba6b44c8f"/>
    <p:sldId xmlns:r="http://schemas.openxmlformats.org/officeDocument/2006/relationships" id="257" r:id="Rcf58913eb4fa4f6d"/>
    <p:sldId xmlns:r="http://schemas.openxmlformats.org/officeDocument/2006/relationships" id="258" r:id="R81b5e0f5bffc406e"/>
    <p:sldId xmlns:r="http://schemas.openxmlformats.org/officeDocument/2006/relationships" id="259" r:id="Rf5ab72ee31d042b0"/>
    <p:sldId xmlns:r="http://schemas.openxmlformats.org/officeDocument/2006/relationships" id="260" r:id="R291dff332a1d4181"/>
    <p:sldId xmlns:r="http://schemas.openxmlformats.org/officeDocument/2006/relationships" id="261" r:id="R4f734a38f1d049a3"/>
    <p:sldId xmlns:r="http://schemas.openxmlformats.org/officeDocument/2006/relationships" id="262" r:id="Ra23731f4aca944a9"/>
    <p:sldId xmlns:r="http://schemas.openxmlformats.org/officeDocument/2006/relationships" id="263" r:id="R300fbd7cfaae41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7a9250aff44730" /><Relationship Type="http://schemas.openxmlformats.org/officeDocument/2006/relationships/slideMaster" Target="/ppt/slideMasters/slideMaster1.xml" Id="R640371b9ea914a75" /><Relationship Type="http://schemas.openxmlformats.org/officeDocument/2006/relationships/notesMaster" Target="/ppt/notesMasters/notesMaster1.xml" Id="R79d805e1de5d4ff3" /><Relationship Type="http://schemas.openxmlformats.org/officeDocument/2006/relationships/presProps" Target="/ppt/presProps.xml" Id="R9dfedbf83f104b4d" /><Relationship Type="http://schemas.openxmlformats.org/officeDocument/2006/relationships/viewProps" Target="/ppt/viewProps.xml" Id="R7065ab73ccaf4222" /><Relationship Type="http://schemas.openxmlformats.org/officeDocument/2006/relationships/tableStyles" Target="/ppt/tableStyles.xml" Id="Rc709ca2905914615" /><Relationship Type="http://schemas.openxmlformats.org/officeDocument/2006/relationships/slide" Target="/ppt/slides/slide1.xml" Id="R51b08bcba6b44c8f" /><Relationship Type="http://schemas.openxmlformats.org/officeDocument/2006/relationships/slide" Target="/ppt/slides/slide2.xml" Id="Rcf58913eb4fa4f6d" /><Relationship Type="http://schemas.openxmlformats.org/officeDocument/2006/relationships/slide" Target="/ppt/slides/slide3.xml" Id="R81b5e0f5bffc406e" /><Relationship Type="http://schemas.openxmlformats.org/officeDocument/2006/relationships/slide" Target="/ppt/slides/slide4.xml" Id="Rf5ab72ee31d042b0" /><Relationship Type="http://schemas.openxmlformats.org/officeDocument/2006/relationships/slide" Target="/ppt/slides/slide5.xml" Id="R291dff332a1d4181" /><Relationship Type="http://schemas.openxmlformats.org/officeDocument/2006/relationships/slide" Target="/ppt/slides/slide6.xml" Id="R4f734a38f1d049a3" /><Relationship Type="http://schemas.openxmlformats.org/officeDocument/2006/relationships/slide" Target="/ppt/slides/slide7.xml" Id="Ra23731f4aca944a9" /><Relationship Type="http://schemas.openxmlformats.org/officeDocument/2006/relationships/slide" Target="/ppt/slides/slide8.xml" Id="R300fbd7cfaae41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f10765fe9645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69da6a6146445e" /><Relationship Type="http://schemas.openxmlformats.org/officeDocument/2006/relationships/notesMaster" Target="/ppt/notesMasters/notesMaster1.xml" Id="R3f6d6655778341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a6828e31e740c5" /><Relationship Type="http://schemas.openxmlformats.org/officeDocument/2006/relationships/notesMaster" Target="/ppt/notesMasters/notesMaster1.xml" Id="R3df408c2f7dd4a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2899de5df64f7f" /><Relationship Type="http://schemas.openxmlformats.org/officeDocument/2006/relationships/notesMaster" Target="/ppt/notesMasters/notesMaster1.xml" Id="R5a3ce52f514d47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6af6fbdaf34e67" /><Relationship Type="http://schemas.openxmlformats.org/officeDocument/2006/relationships/notesMaster" Target="/ppt/notesMasters/notesMaster1.xml" Id="R1d7b67bd6b5d49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6789688a2c4a92" /><Relationship Type="http://schemas.openxmlformats.org/officeDocument/2006/relationships/notesMaster" Target="/ppt/notesMasters/notesMaster1.xml" Id="R062e2440179d47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825d2159014650" /><Relationship Type="http://schemas.openxmlformats.org/officeDocument/2006/relationships/notesMaster" Target="/ppt/notesMasters/notesMaster1.xml" Id="R83eb8212c75b40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6b0b2d52d04f27" /><Relationship Type="http://schemas.openxmlformats.org/officeDocument/2006/relationships/notesMaster" Target="/ppt/notesMasters/notesMaster1.xml" Id="Rd3f60205ea1b45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c696bfe5a246aa" /><Relationship Type="http://schemas.openxmlformats.org/officeDocument/2006/relationships/notesMaster" Target="/ppt/notesMasters/notesMaster1.xml" Id="Raf03e4ede23e40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Πρότυπο: A4.M2 Πολυμέσα-Ήχος(2).pptx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A.5.M4, Δραστηριότητες Εμπέδωσης, σελ. 99–104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A.5.M4, Δραστηριότητες Εμπέδωσης, σελ. 99–104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A.5.M4, Δραστηριότητες Εμπέδωσης, σελ. 99–104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A.5.M4, Δραστηριότητες Εμπέδωσης, σελ. 99–104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A.5.M4, Δραστηριότητες Εμπέδωσης, σελ. 99–104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A.5.M4, Δραστηριότητες Εμπέδωσης, σελ. 99–104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A.5.M4, Δραστηριότητες Εμπέδωσης, σελ. 99–104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5f71226b84a0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e9a284d72249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13126123064b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1fad2def040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7c1bc110c4f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cf7d6a3f24b7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8ea970f36477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b334807064cd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f8f71c54dd444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f35d56dc24f9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399a77126d46d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d2fb2992fd440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0a85843ca84b9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f1d3102a04a6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10512298af4ea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df779692404399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8dde3edce44b2e" /><Relationship Type="http://schemas.openxmlformats.org/officeDocument/2006/relationships/slideLayout" Target="/ppt/slideLayouts/slideLayout1.xml" Id="R200df388189d450b" /><Relationship Type="http://schemas.openxmlformats.org/officeDocument/2006/relationships/slideLayout" Target="/ppt/slideLayouts/slideLayout2.xml" Id="R9186db0e27d941d5" /><Relationship Type="http://schemas.openxmlformats.org/officeDocument/2006/relationships/slideLayout" Target="/ppt/slideLayouts/slideLayout3.xml" Id="Rde602525c8e649a6" /><Relationship Type="http://schemas.openxmlformats.org/officeDocument/2006/relationships/slideLayout" Target="/ppt/slideLayouts/slideLayout4.xml" Id="R716937ad35df473e" /><Relationship Type="http://schemas.openxmlformats.org/officeDocument/2006/relationships/slideLayout" Target="/ppt/slideLayouts/slideLayout5.xml" Id="R6410487cf5534019" /><Relationship Type="http://schemas.openxmlformats.org/officeDocument/2006/relationships/slideLayout" Target="/ppt/slideLayouts/slideLayout6.xml" Id="R3d1cfe6004104e8b" /><Relationship Type="http://schemas.openxmlformats.org/officeDocument/2006/relationships/slideLayout" Target="/ppt/slideLayouts/slideLayout7.xml" Id="Rd9d58acc6f24481f" /><Relationship Type="http://schemas.openxmlformats.org/officeDocument/2006/relationships/slideLayout" Target="/ppt/slideLayouts/slideLayout8.xml" Id="R79936847cd27497c" /><Relationship Type="http://schemas.openxmlformats.org/officeDocument/2006/relationships/slideLayout" Target="/ppt/slideLayouts/slideLayout9.xml" Id="R1a5865a7a19d429e" /><Relationship Type="http://schemas.openxmlformats.org/officeDocument/2006/relationships/slideLayout" Target="/ppt/slideLayouts/slideLayout10.xml" Id="R1b343129c97944fc" /><Relationship Type="http://schemas.openxmlformats.org/officeDocument/2006/relationships/slideLayout" Target="/ppt/slideLayouts/slideLayout11.xml" Id="R7a01fb204b31426d" /><Relationship Type="http://schemas.openxmlformats.org/officeDocument/2006/relationships/slideLayout" Target="/ppt/slideLayouts/slideLayout12.xml" Id="R0aa687e66f714478" /><Relationship Type="http://schemas.openxmlformats.org/officeDocument/2006/relationships/slideLayout" Target="/ppt/slideLayouts/slideLayout13.xml" Id="R4047d26e0ffd4c88" /><Relationship Type="http://schemas.openxmlformats.org/officeDocument/2006/relationships/slideLayout" Target="/ppt/slideLayouts/slideLayout14.xml" Id="R1eb46b8bafa447fb" /><Relationship Type="http://schemas.openxmlformats.org/officeDocument/2006/relationships/slideLayout" Target="/ppt/slideLayouts/slideLayout15.xml" Id="R32ea59e236ab4303" /><Relationship Type="http://schemas.openxmlformats.org/officeDocument/2006/relationships/slideLayout" Target="/ppt/slideLayouts/slideLayout16.xml" Id="R5ce8bfa6e663434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0df388189d450b"/>
    <p:sldLayoutId xmlns:r="http://schemas.openxmlformats.org/officeDocument/2006/relationships" id="2147483650" r:id="R9186db0e27d941d5"/>
    <p:sldLayoutId xmlns:r="http://schemas.openxmlformats.org/officeDocument/2006/relationships" id="2147483651" r:id="Rde602525c8e649a6"/>
    <p:sldLayoutId xmlns:r="http://schemas.openxmlformats.org/officeDocument/2006/relationships" id="2147483652" r:id="R716937ad35df473e"/>
    <p:sldLayoutId xmlns:r="http://schemas.openxmlformats.org/officeDocument/2006/relationships" id="2147483653" r:id="R6410487cf5534019"/>
    <p:sldLayoutId xmlns:r="http://schemas.openxmlformats.org/officeDocument/2006/relationships" id="2147483654" r:id="R3d1cfe6004104e8b"/>
    <p:sldLayoutId xmlns:r="http://schemas.openxmlformats.org/officeDocument/2006/relationships" id="2147483655" r:id="Rd9d58acc6f24481f"/>
    <p:sldLayoutId xmlns:r="http://schemas.openxmlformats.org/officeDocument/2006/relationships" id="2147483656" r:id="R79936847cd27497c"/>
    <p:sldLayoutId xmlns:r="http://schemas.openxmlformats.org/officeDocument/2006/relationships" id="2147483657" r:id="R1a5865a7a19d429e"/>
    <p:sldLayoutId xmlns:r="http://schemas.openxmlformats.org/officeDocument/2006/relationships" id="2147483658" r:id="R1b343129c97944fc"/>
    <p:sldLayoutId xmlns:r="http://schemas.openxmlformats.org/officeDocument/2006/relationships" id="2147483659" r:id="R7a01fb204b31426d"/>
    <p:sldLayoutId xmlns:r="http://schemas.openxmlformats.org/officeDocument/2006/relationships" id="2147483660" r:id="R0aa687e66f714478"/>
    <p:sldLayoutId xmlns:r="http://schemas.openxmlformats.org/officeDocument/2006/relationships" id="2147483661" r:id="R4047d26e0ffd4c88"/>
    <p:sldLayoutId xmlns:r="http://schemas.openxmlformats.org/officeDocument/2006/relationships" id="2147483662" r:id="R1eb46b8bafa447fb"/>
    <p:sldLayoutId xmlns:r="http://schemas.openxmlformats.org/officeDocument/2006/relationships" id="2147483663" r:id="R32ea59e236ab4303"/>
    <p:sldLayoutId xmlns:r="http://schemas.openxmlformats.org/officeDocument/2006/relationships" id="2147483664" r:id="R5ce8bfa6e6634342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68340ec9241e1" /><Relationship Type="http://schemas.openxmlformats.org/officeDocument/2006/relationships/notesSlide" Target="/ppt/notesSlides/notesSlide1.xml" Id="R5f8359e95f0c42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c6a96722eac4eb7" /><Relationship Type="http://schemas.openxmlformats.org/officeDocument/2006/relationships/image" Target="/ppt/media/image.png" Id="R1d0f1984289f4595" /><Relationship Type="http://schemas.openxmlformats.org/officeDocument/2006/relationships/notesSlide" Target="/ppt/notesSlides/notesSlide2.xml" Id="R8dddeb905bba49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8c71c4fe1e24761" /><Relationship Type="http://schemas.openxmlformats.org/officeDocument/2006/relationships/image" Target="/ppt/media/image.jpeg" Id="R06a8bb96d882470a" /><Relationship Type="http://schemas.openxmlformats.org/officeDocument/2006/relationships/notesSlide" Target="/ppt/notesSlides/notesSlide3.xml" Id="R7d280f0db36345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1c70b3726da4950" /><Relationship Type="http://schemas.openxmlformats.org/officeDocument/2006/relationships/image" Target="/ppt/media/image2.png" Id="R1568f6935aec40f8" /><Relationship Type="http://schemas.openxmlformats.org/officeDocument/2006/relationships/notesSlide" Target="/ppt/notesSlides/notesSlide4.xml" Id="R52ad1e8bf1a54e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48e0d04a5d543ee" /><Relationship Type="http://schemas.openxmlformats.org/officeDocument/2006/relationships/notesSlide" Target="/ppt/notesSlides/notesSlide5.xml" Id="R99eac5666e4645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8df04da60d842b7" /><Relationship Type="http://schemas.openxmlformats.org/officeDocument/2006/relationships/image" Target="/ppt/media/image2.jpeg" Id="R8470d8f07a7d4f1a" /><Relationship Type="http://schemas.openxmlformats.org/officeDocument/2006/relationships/notesSlide" Target="/ppt/notesSlides/notesSlide6.xml" Id="Rd037e75ecd374b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2706b597a724af9" /><Relationship Type="http://schemas.openxmlformats.org/officeDocument/2006/relationships/notesSlide" Target="/ppt/notesSlides/notesSlide7.xml" Id="R6ad3f063a2594f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829690471104229" /><Relationship Type="http://schemas.openxmlformats.org/officeDocument/2006/relationships/notesSlide" Target="/ppt/notesSlides/notesSlide8.xml" Id="R02b1c83c011449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Ασύρματα Δίκτυα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Ασύρματο τοπικό δίκτυο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800"/>
              <a:t/>
            </a:r>
            <a:endParaRPr sz="2800"/>
          </a:p>
        </p:txBody>
      </p:sp>
      <p:sp>
        <p:nvSpPr>
          <p:cNvPr id="4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A43FC482-B305-4DC3-8D23-F3DDA71B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E509345A-B634-49B9-B6C1-5E948FEC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A.5.M4 | Θεωρία</a:t>
            </a:r>
          </a:p>
        </p:txBody>
      </p:sp>
      <p:sp>
        <p:nvSpPr>
          <p:cNvPr id="6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AA8FDDB7-6C90-44F1-A514-CAAECD37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Wi-Fi</a:t>
            </a:r>
          </a:p>
        </p:txBody>
      </p:sp>
      <p:sp>
        <p:nvSpPr>
          <p:cNvPr id="7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33AB72EB-5C2F-47D3-8750-2B67D7E1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συσκευές μεταδίδουν δεδομένα με ραδιοκύματα αντί με καλώδιο δικτύου.</a:t>
            </a:r>
          </a:p>
        </p:txBody>
      </p:sp>
      <p:sp>
        <p:nvSpPr>
          <p:cNvPr id="8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900BC3C6-4EEC-4F50-9735-0563692C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Wireless router</a:t>
            </a:r>
          </a:p>
        </p:txBody>
      </p:sp>
      <p:sp>
        <p:nvSpPr>
          <p:cNvPr id="9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E8402C2A-ACC5-4F93-A667-FC56BA15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Συνδέει τις ασύρματες συσκευές μεταξύ τους και συνήθως με άλλα δίκτυα.</a:t>
            </a:r>
          </a:p>
        </p:txBody>
      </p:sp>
      <p:sp>
        <p:nvSpPr>
          <p:cNvPr id="10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D81D8E05-CC5E-4366-8AB9-6656A8D5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Κάλυψη</a:t>
            </a:r>
          </a:p>
        </p:txBody>
      </p:sp>
      <p:sp>
        <p:nvSpPr>
          <p:cNvPr id="11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BB2C6095-D9A5-4F89-B511-FF240DD0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απόσταση, τα εμπόδια και οι παρεμβολές επηρεάζουν την ποιότητα του σήματος.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f1984289f4595"/>
          <a:stretch xmlns:a="http://schemas.openxmlformats.org/drawingml/2006/main"/>
        </p:blipFill>
        <p:spPr>
          <a:xfrm xmlns:a="http://schemas.openxmlformats.org/drawingml/2006/main">
            <a:off x="5953125" y="2488192"/>
            <a:ext cx="4905375" cy="26436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Κάρτα Wi-Fi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/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9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EC279C1B-EA98-4253-A974-0479362A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DFCDD075-DD1E-4CA2-9355-14D77D0B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A.5.M4 | Θεωρία</a:t>
            </a:r>
          </a:p>
        </p:txBody>
      </p:sp>
      <p:sp>
        <p:nvSpPr>
          <p:cNvPr id="41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50CD01FD-86D4-4460-B490-921C5EEE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Ρόλος</a:t>
            </a:r>
          </a:p>
        </p:txBody>
      </p:sp>
      <p:sp>
        <p:nvSpPr>
          <p:cNvPr id="42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745D8F57-A281-40D5-8AC1-90D8B232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ασύρματη κάρτα επιτρέπει στη συσκευή να εντοπίζει και να χρησιμοποιεί δίκτυα Wi-Fi.</a:t>
            </a:r>
          </a:p>
        </p:txBody>
      </p:sp>
      <p:sp>
        <p:nvSpPr>
          <p:cNvPr id="43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1167BE5C-9836-4053-811D-617A8FC2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Εγκατάσταση</a:t>
            </a:r>
          </a:p>
        </p:txBody>
      </p:sp>
      <p:sp>
        <p:nvSpPr>
          <p:cNvPr id="44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AEA01CD2-BF3B-4E04-9A0C-DC8CA242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αλλαγή εσωτερικού εξαρτήματος γίνεται με τη συσκευή απενεργοποιημένη.</a:t>
            </a:r>
          </a:p>
        </p:txBody>
      </p:sp>
      <p:sp>
        <p:nvSpPr>
          <p:cNvPr id="45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313AA255-1CEB-4A1D-8C78-55A10C1A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Οδηγός συσκευής</a:t>
            </a:r>
          </a:p>
        </p:txBody>
      </p:sp>
      <p:sp>
        <p:nvSpPr>
          <p:cNvPr id="46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16D27BF5-47AE-4C2A-A152-EC1CE108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λειτουργικό σύστημα χρειάζεται κατάλληλο οδηγό για να χρησιμοποιήσει την κάρτα.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8bb96d882470a"/>
          <a:stretch xmlns:a="http://schemas.openxmlformats.org/drawingml/2006/main"/>
        </p:blipFill>
        <p:spPr>
          <a:xfrm xmlns:a="http://schemas.openxmlformats.org/drawingml/2006/main">
            <a:off x="6453188" y="1857375"/>
            <a:ext cx="3905250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DHCP</a:t>
            </a:r>
            <a:endParaRPr/>
          </a:p>
        </p:txBody>
      </p:sp>
      <p:sp>
        <p:nvSpPr>
          <p:cNvPr id="3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8A82BC7D-E6E6-4A56-9775-8D61A9BD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EB59D372-A1CA-406A-AC6B-DCE518F3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A.5.M4 | Θεωρία</a:t>
            </a:r>
          </a:p>
        </p:txBody>
      </p:sp>
      <p:sp>
        <p:nvSpPr>
          <p:cNvPr id="5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FCB3B5BB-C846-4547-839F-C552C678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DHCP Server</a:t>
            </a:r>
          </a:p>
        </p:txBody>
      </p:sp>
      <p:sp>
        <p:nvSpPr>
          <p:cNvPr id="6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A1406B0A-ED1E-4046-82EC-B2594177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Παραχωρεί αυτόματα τις βασικές ρυθμίσεις δικτύου στις συσκευές.</a:t>
            </a:r>
          </a:p>
        </p:txBody>
      </p:sp>
      <p:sp>
        <p:nvSpPr>
          <p:cNvPr id="7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DCD64D17-31CF-456F-86FF-37B9748D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Ρυθμίσεις</a:t>
            </a:r>
          </a:p>
        </p:txBody>
      </p:sp>
      <p:sp>
        <p:nvSpPr>
          <p:cNvPr id="8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4AE59A27-1E34-4783-BA16-BE0407A4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συσκευή λαμβάνει IP Address, Subnet Mask και συνήθως Default Gateway και DNS Server.</a:t>
            </a:r>
          </a:p>
        </p:txBody>
      </p:sp>
      <p:sp>
        <p:nvSpPr>
          <p:cNvPr id="9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F21ABE12-A5DC-4843-8854-355285EC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Πλεονέκτημα</a:t>
            </a:r>
          </a:p>
        </p:txBody>
      </p:sp>
      <p:sp>
        <p:nvSpPr>
          <p:cNvPr id="10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00FFFB1F-5517-4DE2-9869-BF810DA0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αυτόματη ρύθμιση μειώνει τα λάθη και διευκολύνει τη σύνδεση πολλών συσκευών.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8f6935aec40f8"/>
          <a:stretch xmlns:a="http://schemas.openxmlformats.org/drawingml/2006/main"/>
        </p:blipFill>
        <p:spPr>
          <a:xfrm xmlns:a="http://schemas.openxmlformats.org/drawingml/2006/main">
            <a:off x="5953125" y="3042595"/>
            <a:ext cx="4905375" cy="15348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SSID και σύνδεση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800"/>
              <a:t/>
            </a:r>
            <a:endParaRPr sz="2800"/>
          </a:p>
        </p:txBody>
      </p:sp>
      <p:sp>
        <p:nvSpPr>
          <p:cNvPr id="5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97356C85-E76D-4698-BD35-64CF8BC0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9FDE9057-3100-497E-840A-7B6919A8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A.5.M4 | Θεωρία</a:t>
            </a:r>
          </a:p>
        </p:txBody>
      </p:sp>
      <p:sp>
        <p:nvSpPr>
          <p:cNvPr id="7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D3A8F47D-4B46-4C83-920A-1B4F417D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SSID</a:t>
            </a:r>
          </a:p>
        </p:txBody>
      </p:sp>
      <p:sp>
        <p:nvSpPr>
          <p:cNvPr id="8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20BC056F-F427-44E3-9577-A5A922D5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Είναι το όνομα με το οποίο εμφανίζεται ένα ασύρματο δίκτυο στις διαθέσιμες συνδέσεις.</a:t>
            </a:r>
          </a:p>
        </p:txBody>
      </p:sp>
      <p:sp>
        <p:nvSpPr>
          <p:cNvPr id="9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17538E9F-60CE-4312-9256-94FA71D0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Επιλογή δικτύου</a:t>
            </a:r>
          </a:p>
        </p:txBody>
      </p:sp>
      <p:sp>
        <p:nvSpPr>
          <p:cNvPr id="10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F78DAB52-26C3-4315-BB0C-36377E09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χρήστης επιλέγει το σωστό SSID από τη λίστα δικτύων.</a:t>
            </a:r>
          </a:p>
        </p:txBody>
      </p:sp>
      <p:sp>
        <p:nvSpPr>
          <p:cNvPr id="11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AE0B8419-59F4-4C92-B89A-FDF3AE0A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Κωδικός</a:t>
            </a:r>
          </a:p>
        </p:txBody>
      </p:sp>
      <p:sp>
        <p:nvSpPr>
          <p:cNvPr id="12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6BDCC128-8848-4CA0-8877-54A66FF4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Σε προστατευμένο δίκτυο απαιτείται το σωστό κλειδί ασφάλειας.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Ασφάλεια Wi-Fi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/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9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5F95993D-9974-4DF2-87C1-D87A5B25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7654A2FC-81CA-416F-AF95-C96D95EE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A.5.M4 | Θεωρία</a:t>
            </a:r>
          </a:p>
        </p:txBody>
      </p:sp>
      <p:sp>
        <p:nvSpPr>
          <p:cNvPr id="41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8A501F0A-5881-405A-9133-579FD92A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WPA2 Personal</a:t>
            </a:r>
          </a:p>
        </p:txBody>
      </p:sp>
      <p:sp>
        <p:nvSpPr>
          <p:cNvPr id="42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45860BA5-6C4A-4830-B05D-C74864F0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Χρησιμοποιεί κοινό κωδικό για την προστασία της ασύρματης πρόσβασης.</a:t>
            </a:r>
          </a:p>
        </p:txBody>
      </p:sp>
      <p:sp>
        <p:nvSpPr>
          <p:cNvPr id="43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A222723A-E5B3-440F-8A96-15597FAE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Ισχυρός κωδικός</a:t>
            </a:r>
          </a:p>
        </p:txBody>
      </p:sp>
      <p:sp>
        <p:nvSpPr>
          <p:cNvPr id="44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9386E77E-9E9C-42EE-968E-20C40916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Ένας μεγάλος και δύσκολος κωδικός περιορίζει τη μη εξουσιοδοτημένη σύνδεση.</a:t>
            </a:r>
          </a:p>
        </p:txBody>
      </p:sp>
      <p:sp>
        <p:nvSpPr>
          <p:cNvPr id="45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DF7DCE78-FB9D-41BA-BB7A-895D202F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Αλλαγή προεπιλογών</a:t>
            </a:r>
          </a:p>
        </p:txBody>
      </p:sp>
      <p:sp>
        <p:nvSpPr>
          <p:cNvPr id="46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2BBAA14A-3538-4DE2-87F6-2A1B7EB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Τα προεπιλεγμένα στοιχεία διαχείρισης του router πρέπει να αλλάζουν.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0d8f07a7d4f1a"/>
          <a:stretch xmlns:a="http://schemas.openxmlformats.org/drawingml/2006/main"/>
        </p:blipFill>
        <p:spPr>
          <a:xfrm xmlns:a="http://schemas.openxmlformats.org/drawingml/2006/main">
            <a:off x="5953125" y="2282966"/>
            <a:ext cx="4905375" cy="30540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Έλεγχος σύνδεσης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/>
            </a:r>
          </a:p>
        </p:txBody>
      </p:sp>
      <p:sp>
        <p:nvSpPr>
          <p:cNvPr id="5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74E8F9FF-0E3C-42A8-8C91-A0103EB5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F3061585-82A8-4554-B85B-AB4447BD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A.5.M4 | Θεωρία</a:t>
            </a:r>
          </a:p>
        </p:txBody>
      </p:sp>
      <p:sp>
        <p:nvSpPr>
          <p:cNvPr id="7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C01865C3-ECAE-4850-8EDD-51F491F2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Κατάσταση σύνδεσης</a:t>
            </a:r>
          </a:p>
        </p:txBody>
      </p:sp>
      <p:sp>
        <p:nvSpPr>
          <p:cNvPr id="8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541693E9-519B-4C7B-88C7-FD6BE464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Ελέγχουμε ότι η συσκευή συνδέθηκε στο σωστό SSID και έλαβε IP Address.</a:t>
            </a:r>
          </a:p>
        </p:txBody>
      </p:sp>
      <p:sp>
        <p:nvSpPr>
          <p:cNvPr id="9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C9AF50CB-BC49-4748-937A-B6DE6D4F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ping</a:t>
            </a:r>
          </a:p>
        </p:txBody>
      </p:sp>
      <p:sp>
        <p:nvSpPr>
          <p:cNvPr id="10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99DE6B0F-3F13-463F-A8B7-9E488650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δοκιμή ping επιβεβαιώνει την επικοινωνία με άλλη συσκευή ή με τον router.</a:t>
            </a:r>
          </a:p>
        </p:txBody>
      </p:sp>
      <p:sp>
        <p:nvSpPr>
          <p:cNvPr id="11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778AEA1B-5AF6-424F-BF4D-29735468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Αποθήκευση</a:t>
            </a:r>
          </a:p>
        </p:txBody>
      </p:sp>
      <p:sp>
        <p:nvSpPr>
          <p:cNvPr id="12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498534D8-EB5E-4550-BC16-F323FD81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Στην προσομοίωση αποθηκεύουμε την τοπολογία και τις ρυθμίσεις του δικτύου.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6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F0550C84-CE01-44A6-BA75-B529F3EF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F656F7CC-4D77-45D9-B5FC-9A4E5BDF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A.5.M4</a:t>
            </a:r>
          </a:p>
        </p:txBody>
      </p:sp>
      <p:sp>
        <p:nvSpPr>
          <p:cNvPr id="8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97B7B48B-4978-48EF-8824-89B8F0E0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Να απαντηθούν</a:t>
            </a:r>
          </a:p>
        </p:txBody>
      </p:sp>
      <p:sp>
        <p:nvSpPr>
          <p:cNvPr id="9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F935E472-B339-42FB-A57C-4D16631A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0048875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ερωτήσεις 1–10 του Φύλλου Εργασίας A.5.M4.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2026-09-17T08:12:19.1270000Z</dcterms:created>
  <dcterms:modified xsi:type="dcterms:W3CDTF">2026-09-17T08:12:19.1270000Z</dcterms:modified>
</coreProperties>
</file>