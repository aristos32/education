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79c6b95dbd4003" /><Relationship Type="http://schemas.openxmlformats.org/officeDocument/2006/relationships/extended-properties" Target="/docProps/app.xml" Id="R8b2f9d84215b46da" /><Relationship Type="http://schemas.openxmlformats.org/officeDocument/2006/relationships/officeDocument" Target="/ppt/presentation.xml" Id="R3b29d342cdbe46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5dd40e312c49e6"/>
  </p:sldMasterIdLst>
  <p:notesMasterIdLst>
    <p:notesMasterId xmlns:r="http://schemas.openxmlformats.org/officeDocument/2006/relationships" r:id="Ra421ec80b39549f1"/>
  </p:notesMasterIdLst>
  <p:sldIdLst>
    <p:sldId xmlns:r="http://schemas.openxmlformats.org/officeDocument/2006/relationships" id="256" r:id="R2e7a7981dfd7477d"/>
    <p:sldId xmlns:r="http://schemas.openxmlformats.org/officeDocument/2006/relationships" id="257" r:id="Rfe2889dc90dc4fe3"/>
    <p:sldId xmlns:r="http://schemas.openxmlformats.org/officeDocument/2006/relationships" id="258" r:id="R00d3b1c795154e0e"/>
    <p:sldId xmlns:r="http://schemas.openxmlformats.org/officeDocument/2006/relationships" id="259" r:id="R04581848125b47f3"/>
    <p:sldId xmlns:r="http://schemas.openxmlformats.org/officeDocument/2006/relationships" id="260" r:id="R6ad3a2e2d6e44145"/>
    <p:sldId xmlns:r="http://schemas.openxmlformats.org/officeDocument/2006/relationships" id="261" r:id="Rbb65544c12b542cc"/>
    <p:sldId xmlns:r="http://schemas.openxmlformats.org/officeDocument/2006/relationships" id="262" r:id="Rf60d4147cf114ab0"/>
    <p:sldId xmlns:r="http://schemas.openxmlformats.org/officeDocument/2006/relationships" id="263" r:id="Rb5c1148b4ed649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e0cbeb5857499a" /><Relationship Type="http://schemas.openxmlformats.org/officeDocument/2006/relationships/slideMaster" Target="/ppt/slideMasters/slideMaster1.xml" Id="Ra55dd40e312c49e6" /><Relationship Type="http://schemas.openxmlformats.org/officeDocument/2006/relationships/notesMaster" Target="/ppt/notesMasters/notesMaster1.xml" Id="Ra421ec80b39549f1" /><Relationship Type="http://schemas.openxmlformats.org/officeDocument/2006/relationships/presProps" Target="/ppt/presProps.xml" Id="Rb895294ed6cc4750" /><Relationship Type="http://schemas.openxmlformats.org/officeDocument/2006/relationships/viewProps" Target="/ppt/viewProps.xml" Id="R42f5472e98f24ebb" /><Relationship Type="http://schemas.openxmlformats.org/officeDocument/2006/relationships/tableStyles" Target="/ppt/tableStyles.xml" Id="Rff995d2789894fb4" /><Relationship Type="http://schemas.openxmlformats.org/officeDocument/2006/relationships/slide" Target="/ppt/slides/slide1.xml" Id="R2e7a7981dfd7477d" /><Relationship Type="http://schemas.openxmlformats.org/officeDocument/2006/relationships/slide" Target="/ppt/slides/slide2.xml" Id="Rfe2889dc90dc4fe3" /><Relationship Type="http://schemas.openxmlformats.org/officeDocument/2006/relationships/slide" Target="/ppt/slides/slide3.xml" Id="R00d3b1c795154e0e" /><Relationship Type="http://schemas.openxmlformats.org/officeDocument/2006/relationships/slide" Target="/ppt/slides/slide4.xml" Id="R04581848125b47f3" /><Relationship Type="http://schemas.openxmlformats.org/officeDocument/2006/relationships/slide" Target="/ppt/slides/slide5.xml" Id="R6ad3a2e2d6e44145" /><Relationship Type="http://schemas.openxmlformats.org/officeDocument/2006/relationships/slide" Target="/ppt/slides/slide6.xml" Id="Rbb65544c12b542cc" /><Relationship Type="http://schemas.openxmlformats.org/officeDocument/2006/relationships/slide" Target="/ppt/slides/slide7.xml" Id="Rf60d4147cf114ab0" /><Relationship Type="http://schemas.openxmlformats.org/officeDocument/2006/relationships/slide" Target="/ppt/slides/slide8.xml" Id="Rb5c1148b4ed649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db589fc6424e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dc081721ed4f7e" /><Relationship Type="http://schemas.openxmlformats.org/officeDocument/2006/relationships/notesMaster" Target="/ppt/notesMasters/notesMaster1.xml" Id="R3fc41a51864e4c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ddd6ad5ff84a57" /><Relationship Type="http://schemas.openxmlformats.org/officeDocument/2006/relationships/notesMaster" Target="/ppt/notesMasters/notesMaster1.xml" Id="Rcfaa82f3853249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e94c80dac44b0c" /><Relationship Type="http://schemas.openxmlformats.org/officeDocument/2006/relationships/notesMaster" Target="/ppt/notesMasters/notesMaster1.xml" Id="Rd08748699bbb46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accd36116f4058" /><Relationship Type="http://schemas.openxmlformats.org/officeDocument/2006/relationships/notesMaster" Target="/ppt/notesMasters/notesMaster1.xml" Id="R7ded0a11247840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450f3605034a17" /><Relationship Type="http://schemas.openxmlformats.org/officeDocument/2006/relationships/notesMaster" Target="/ppt/notesMasters/notesMaster1.xml" Id="R1784386ece3842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0c7b4438b24210" /><Relationship Type="http://schemas.openxmlformats.org/officeDocument/2006/relationships/notesMaster" Target="/ppt/notesMasters/notesMaster1.xml" Id="Rbca49779a46f41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3026d7cd014e91" /><Relationship Type="http://schemas.openxmlformats.org/officeDocument/2006/relationships/notesMaster" Target="/ppt/notesMasters/notesMaster1.xml" Id="Rfe1f65dfe6da46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2636a788174f9f" /><Relationship Type="http://schemas.openxmlformats.org/officeDocument/2006/relationships/notesMaster" Target="/ppt/notesMasters/notesMaster1.xml" Id="R6410408dcf1b4d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Πρότυπο: A4.M2 Πολυμέσα-Ήχος(2).pptx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f582916254a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93dd04cc149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944967a4741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a4025403f4e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51a97213443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5fe4a5815474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0ca7cb50642e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e5613b5d141f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70652f9254cc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113dd5056490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53c58919f4a9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fdd7a5dd6f4dd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88853a1da47d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3237105954ed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db6db8835412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7d7f13f63400b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3eaed5067845be" /><Relationship Type="http://schemas.openxmlformats.org/officeDocument/2006/relationships/slideLayout" Target="/ppt/slideLayouts/slideLayout1.xml" Id="R6d43a550235047da" /><Relationship Type="http://schemas.openxmlformats.org/officeDocument/2006/relationships/slideLayout" Target="/ppt/slideLayouts/slideLayout2.xml" Id="Ra8b5dd6d12214429" /><Relationship Type="http://schemas.openxmlformats.org/officeDocument/2006/relationships/slideLayout" Target="/ppt/slideLayouts/slideLayout3.xml" Id="R67ef684ac8764a0a" /><Relationship Type="http://schemas.openxmlformats.org/officeDocument/2006/relationships/slideLayout" Target="/ppt/slideLayouts/slideLayout4.xml" Id="Rdbcc440ceae74119" /><Relationship Type="http://schemas.openxmlformats.org/officeDocument/2006/relationships/slideLayout" Target="/ppt/slideLayouts/slideLayout5.xml" Id="R6714075cb6ad4816" /><Relationship Type="http://schemas.openxmlformats.org/officeDocument/2006/relationships/slideLayout" Target="/ppt/slideLayouts/slideLayout6.xml" Id="Re11453d3d5454a40" /><Relationship Type="http://schemas.openxmlformats.org/officeDocument/2006/relationships/slideLayout" Target="/ppt/slideLayouts/slideLayout7.xml" Id="R9578f083dfe94e32" /><Relationship Type="http://schemas.openxmlformats.org/officeDocument/2006/relationships/slideLayout" Target="/ppt/slideLayouts/slideLayout8.xml" Id="R1212bb4b9dae476f" /><Relationship Type="http://schemas.openxmlformats.org/officeDocument/2006/relationships/slideLayout" Target="/ppt/slideLayouts/slideLayout9.xml" Id="Rf492a3a5cf604abb" /><Relationship Type="http://schemas.openxmlformats.org/officeDocument/2006/relationships/slideLayout" Target="/ppt/slideLayouts/slideLayout10.xml" Id="Rd563d5acd8e54e37" /><Relationship Type="http://schemas.openxmlformats.org/officeDocument/2006/relationships/slideLayout" Target="/ppt/slideLayouts/slideLayout11.xml" Id="R21548d3201a4464d" /><Relationship Type="http://schemas.openxmlformats.org/officeDocument/2006/relationships/slideLayout" Target="/ppt/slideLayouts/slideLayout12.xml" Id="R00f700620aee43de" /><Relationship Type="http://schemas.openxmlformats.org/officeDocument/2006/relationships/slideLayout" Target="/ppt/slideLayouts/slideLayout13.xml" Id="R1a4473eb01364e2d" /><Relationship Type="http://schemas.openxmlformats.org/officeDocument/2006/relationships/slideLayout" Target="/ppt/slideLayouts/slideLayout14.xml" Id="R86eee22f28db4637" /><Relationship Type="http://schemas.openxmlformats.org/officeDocument/2006/relationships/slideLayout" Target="/ppt/slideLayouts/slideLayout15.xml" Id="R5b832a03f7b44567" /><Relationship Type="http://schemas.openxmlformats.org/officeDocument/2006/relationships/slideLayout" Target="/ppt/slideLayouts/slideLayout16.xml" Id="Ra957447b3e3d4f8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43a550235047da"/>
    <p:sldLayoutId xmlns:r="http://schemas.openxmlformats.org/officeDocument/2006/relationships" id="2147483650" r:id="Ra8b5dd6d12214429"/>
    <p:sldLayoutId xmlns:r="http://schemas.openxmlformats.org/officeDocument/2006/relationships" id="2147483651" r:id="R67ef684ac8764a0a"/>
    <p:sldLayoutId xmlns:r="http://schemas.openxmlformats.org/officeDocument/2006/relationships" id="2147483652" r:id="Rdbcc440ceae74119"/>
    <p:sldLayoutId xmlns:r="http://schemas.openxmlformats.org/officeDocument/2006/relationships" id="2147483653" r:id="R6714075cb6ad4816"/>
    <p:sldLayoutId xmlns:r="http://schemas.openxmlformats.org/officeDocument/2006/relationships" id="2147483654" r:id="Re11453d3d5454a40"/>
    <p:sldLayoutId xmlns:r="http://schemas.openxmlformats.org/officeDocument/2006/relationships" id="2147483655" r:id="R9578f083dfe94e32"/>
    <p:sldLayoutId xmlns:r="http://schemas.openxmlformats.org/officeDocument/2006/relationships" id="2147483656" r:id="R1212bb4b9dae476f"/>
    <p:sldLayoutId xmlns:r="http://schemas.openxmlformats.org/officeDocument/2006/relationships" id="2147483657" r:id="Rf492a3a5cf604abb"/>
    <p:sldLayoutId xmlns:r="http://schemas.openxmlformats.org/officeDocument/2006/relationships" id="2147483658" r:id="Rd563d5acd8e54e37"/>
    <p:sldLayoutId xmlns:r="http://schemas.openxmlformats.org/officeDocument/2006/relationships" id="2147483659" r:id="R21548d3201a4464d"/>
    <p:sldLayoutId xmlns:r="http://schemas.openxmlformats.org/officeDocument/2006/relationships" id="2147483660" r:id="R00f700620aee43de"/>
    <p:sldLayoutId xmlns:r="http://schemas.openxmlformats.org/officeDocument/2006/relationships" id="2147483661" r:id="R1a4473eb01364e2d"/>
    <p:sldLayoutId xmlns:r="http://schemas.openxmlformats.org/officeDocument/2006/relationships" id="2147483662" r:id="R86eee22f28db4637"/>
    <p:sldLayoutId xmlns:r="http://schemas.openxmlformats.org/officeDocument/2006/relationships" id="2147483663" r:id="R5b832a03f7b44567"/>
    <p:sldLayoutId xmlns:r="http://schemas.openxmlformats.org/officeDocument/2006/relationships" id="2147483664" r:id="Ra957447b3e3d4f83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be54750ca47a4" /><Relationship Type="http://schemas.openxmlformats.org/officeDocument/2006/relationships/notesSlide" Target="/ppt/notesSlides/notesSlide1.xml" Id="R89ae521adbc24d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ddcd495cbf54aca" /><Relationship Type="http://schemas.openxmlformats.org/officeDocument/2006/relationships/image" Target="/ppt/media/image.png" Id="R28b190715be240aa" /><Relationship Type="http://schemas.openxmlformats.org/officeDocument/2006/relationships/notesSlide" Target="/ppt/notesSlides/notesSlide2.xml" Id="R5fdd57cd92e246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35ed9dcab574019" /><Relationship Type="http://schemas.openxmlformats.org/officeDocument/2006/relationships/notesSlide" Target="/ppt/notesSlides/notesSlide3.xml" Id="Rf1a8e30cb6a640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e00fcc01d4345bc" /><Relationship Type="http://schemas.openxmlformats.org/officeDocument/2006/relationships/image" Target="/ppt/media/image2.png" Id="R13ef3638a9374465" /><Relationship Type="http://schemas.openxmlformats.org/officeDocument/2006/relationships/notesSlide" Target="/ppt/notesSlides/notesSlide4.xml" Id="R3912795aad3847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6adcb7d3e6e4947" /><Relationship Type="http://schemas.openxmlformats.org/officeDocument/2006/relationships/image" Target="/ppt/media/image3.png" Id="Re3aa82a5bbbd4f4a" /><Relationship Type="http://schemas.openxmlformats.org/officeDocument/2006/relationships/notesSlide" Target="/ppt/notesSlides/notesSlide5.xml" Id="R18dadbab2a114a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e99102329844264" /><Relationship Type="http://schemas.openxmlformats.org/officeDocument/2006/relationships/image" Target="/ppt/media/image.jpeg" Id="R19496a3a9dc043d5" /><Relationship Type="http://schemas.openxmlformats.org/officeDocument/2006/relationships/notesSlide" Target="/ppt/notesSlides/notesSlide6.xml" Id="Rcea08715c7324d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e0b9b7ed7c44713" /><Relationship Type="http://schemas.openxmlformats.org/officeDocument/2006/relationships/image" Target="/ppt/media/image4.png" Id="R024f739664e04714" /><Relationship Type="http://schemas.openxmlformats.org/officeDocument/2006/relationships/notesSlide" Target="/ppt/notesSlides/notesSlide7.xml" Id="R81463fa81ce341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534d6ab13fa436e" /><Relationship Type="http://schemas.openxmlformats.org/officeDocument/2006/relationships/notesSlide" Target="/ppt/notesSlides/notesSlide8.xml" Id="R3d5013723ba84a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Δημιουργία Ενός Απλού Δικτύου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Ένα απλό τοπικό δίκτυο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/>
              <a:t/>
            </a:r>
            <a:endParaRPr sz="2800"/>
          </a:p>
        </p:txBody>
      </p:sp>
      <p:sp>
        <p:nvSpPr>
          <p:cNvPr id="4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7B9ED3CB-2B28-45DA-BD6F-D55F3C68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09EA25D3-503B-44E8-A3BD-E88ADC90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 | Θεωρία</a:t>
            </a:r>
          </a:p>
        </p:txBody>
      </p:sp>
      <p:sp>
        <p:nvSpPr>
          <p:cNvPr id="6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ACE5E08C-45B2-490E-A6CC-9FFDD52C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Βασικά στοιχεία</a:t>
            </a:r>
          </a:p>
        </p:txBody>
      </p:sp>
      <p:sp>
        <p:nvSpPr>
          <p:cNvPr id="7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EAADEB6C-FCEF-46F7-AE33-AD316B77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Ένα απλό LAN μπορεί να περιλαμβάνει δύο υπολογιστές, ένα switch και τα κατάλληλα καλώδια.</a:t>
            </a:r>
          </a:p>
        </p:txBody>
      </p:sp>
      <p:sp>
        <p:nvSpPr>
          <p:cNvPr id="8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B47C392B-119B-4988-BA48-DB5A1EE6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Ρόλος του switch</a:t>
            </a:r>
          </a:p>
        </p:txBody>
      </p:sp>
      <p:sp>
        <p:nvSpPr>
          <p:cNvPr id="9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E232817B-5125-4AFC-89BD-455BD650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switch παραλαμβάνει δεδομένα και τα προωθεί προς τη σωστή θύρα.</a:t>
            </a:r>
          </a:p>
        </p:txBody>
      </p:sp>
      <p:sp>
        <p:nvSpPr>
          <p:cNvPr id="10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ED64402C-C80F-4A5D-80C6-937577ED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Προσομοίωση</a:t>
            </a:r>
          </a:p>
        </p:txBody>
      </p:sp>
      <p:sp>
        <p:nvSpPr>
          <p:cNvPr id="11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E06F345B-CCC6-4F17-A9E3-90C73773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Ένα πρόγραμμα προσομοίωσης επιτρέπει σχεδίαση, ρύθμιση και έλεγχο χωρίς πραγματικό εξοπλισμό.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190715be240aa"/>
          <a:stretch xmlns:a="http://schemas.openxmlformats.org/drawingml/2006/main"/>
        </p:blipFill>
        <p:spPr>
          <a:xfrm xmlns:a="http://schemas.openxmlformats.org/drawingml/2006/main">
            <a:off x="5953125" y="3042595"/>
            <a:ext cx="4905375" cy="15348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Περιβάλλον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9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BCBF3E04-17B6-4321-B4A5-13482D5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15841E8A-3E5F-4846-9314-4AD05048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 | Θεωρία</a:t>
            </a:r>
          </a:p>
        </p:txBody>
      </p:sp>
      <p:sp>
        <p:nvSpPr>
          <p:cNvPr id="41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E4D996A3-6104-4E93-9724-227411A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Εργαλεία</a:t>
            </a:r>
          </a:p>
        </p:txBody>
      </p:sp>
      <p:sp>
        <p:nvSpPr>
          <p:cNvPr id="42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234A10C5-15E6-455E-ACD4-82665329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Τα βασικά εργαλεία επιτρέπουν επιλογή, μετακίνηση, διαγραφή και έλεγχο αντικειμένων.</a:t>
            </a:r>
          </a:p>
        </p:txBody>
      </p:sp>
      <p:sp>
        <p:nvSpPr>
          <p:cNvPr id="43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4B32B6F5-C692-4D91-8DD0-3854570C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Χώρος εργασίας</a:t>
            </a:r>
          </a:p>
        </p:txBody>
      </p:sp>
      <p:sp>
        <p:nvSpPr>
          <p:cNvPr id="44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6698EB9C-ED87-4EE3-94BA-4C513829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Εδώ τοποθετούνται οι συσκευές και εμφανίζονται οι συνδέσεις τους.</a:t>
            </a:r>
          </a:p>
        </p:txBody>
      </p:sp>
      <p:sp>
        <p:nvSpPr>
          <p:cNvPr id="45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6990E03D-E4F0-4DF2-9EAB-8B316278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Κατηγορίες</a:t>
            </a:r>
          </a:p>
        </p:txBody>
      </p:sp>
      <p:sp>
        <p:nvSpPr>
          <p:cNvPr id="46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3D45FE34-0466-4E6F-A74A-F552FCD4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συσκευές οργανώνονται σε κατηγορίες, όπως τελικές συσκευές και συσκευές δικτύου.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Συσκευές</a:t>
            </a:r>
            <a:endParaRPr/>
          </a:p>
        </p:txBody>
      </p:sp>
      <p:sp>
        <p:nvSpPr>
          <p:cNvPr id="3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66D51B90-5A14-4232-8F2D-4FA1BAA4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74C9DCC4-E02A-4AF9-BF69-59EEB263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 | Θεωρία</a:t>
            </a:r>
          </a:p>
        </p:txBody>
      </p:sp>
      <p:sp>
        <p:nvSpPr>
          <p:cNvPr id="5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39D0C112-DC34-43BE-A3E3-72F9EB6D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Τελικές συσκευές</a:t>
            </a:r>
          </a:p>
        </p:txBody>
      </p:sp>
      <p:sp>
        <p:nvSpPr>
          <p:cNvPr id="6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671BE7E1-4050-42CF-A008-94B0CAB3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υπολογιστές αποτελούν τα άκρα που στέλνουν και λαμβάνουν δεδομένα.</a:t>
            </a:r>
          </a:p>
        </p:txBody>
      </p:sp>
      <p:sp>
        <p:nvSpPr>
          <p:cNvPr id="7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AFD1BD3F-BA6A-408B-8BCD-406A46D1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Switch</a:t>
            </a:r>
          </a:p>
        </p:txBody>
      </p:sp>
      <p:sp>
        <p:nvSpPr>
          <p:cNvPr id="8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4D1941D6-44C0-4C38-977D-53309491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switch τοποθετείται ανάμεσα στους υπολογιστές και τους συνδέει στο ίδιο LAN.</a:t>
            </a:r>
          </a:p>
        </p:txBody>
      </p:sp>
      <p:sp>
        <p:nvSpPr>
          <p:cNvPr id="9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86BF7299-2E60-4F7C-84ED-19F9B2B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Θύρες</a:t>
            </a:r>
          </a:p>
        </p:txBody>
      </p:sp>
      <p:sp>
        <p:nvSpPr>
          <p:cNvPr id="10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94222AC7-AF03-4E05-AB86-3E76B03B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Κάθε καλώδιο συνδέεται σε συγκεκριμένη θύρα της συσκευής.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f3638a9374465"/>
          <a:stretch xmlns:a="http://schemas.openxmlformats.org/drawingml/2006/main"/>
        </p:blipFill>
        <p:spPr>
          <a:xfrm xmlns:a="http://schemas.openxmlformats.org/drawingml/2006/main">
            <a:off x="5953125" y="2553451"/>
            <a:ext cx="4905375" cy="25130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Καλωδίωση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/>
              <a:t/>
            </a:r>
            <a:endParaRPr sz="2800"/>
          </a:p>
        </p:txBody>
      </p:sp>
      <p:sp>
        <p:nvSpPr>
          <p:cNvPr id="5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806B5DB5-CE1C-49C6-A3DF-D16BA653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16B73C7D-CF82-4272-9478-86866DC5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 | Θεωρία</a:t>
            </a:r>
          </a:p>
        </p:txBody>
      </p:sp>
      <p:sp>
        <p:nvSpPr>
          <p:cNvPr id="7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06AAEC79-1EF0-48A3-A211-9E0302DA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Straight-Through</a:t>
            </a:r>
          </a:p>
        </p:txBody>
      </p:sp>
      <p:sp>
        <p:nvSpPr>
          <p:cNvPr id="8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FFBA7A10-62F6-4712-AD7D-B5285982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χάλκινο καλώδιο ευθείας σύνδεσης χρησιμοποιείται συνήθως ανάμεσα σε υπολογιστή και switch.</a:t>
            </a:r>
          </a:p>
        </p:txBody>
      </p:sp>
      <p:sp>
        <p:nvSpPr>
          <p:cNvPr id="9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ED673AB7-A3B9-433F-A857-56D14571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Κατάσταση σύνδεσης</a:t>
            </a:r>
          </a:p>
        </p:txBody>
      </p:sp>
      <p:sp>
        <p:nvSpPr>
          <p:cNvPr id="10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CE64644A-B9D9-42CE-9B50-6F199231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ενδείξεις δείχνουν αν μια σύνδεση ενεργοποιήθηκε ή χρειάζεται έλεγχο.</a:t>
            </a:r>
          </a:p>
        </p:txBody>
      </p:sp>
      <p:sp>
        <p:nvSpPr>
          <p:cNvPr id="11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F63932EC-B58E-4CA4-BF80-56CEA83E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Έλεγχος</a:t>
            </a:r>
          </a:p>
        </p:txBody>
      </p:sp>
      <p:sp>
        <p:nvSpPr>
          <p:cNvPr id="12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C5C79ACB-F27C-41A7-B8AB-E4CD9590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Σε πρόβλημα εξετάζουμε τον τύπο καλωδίου και τις θύρες στα δύο άκρα.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a82a5bbbd4f4a"/>
          <a:stretch xmlns:a="http://schemas.openxmlformats.org/drawingml/2006/main"/>
        </p:blipFill>
        <p:spPr>
          <a:xfrm xmlns:a="http://schemas.openxmlformats.org/drawingml/2006/main">
            <a:off x="5953125" y="1979371"/>
            <a:ext cx="4905375" cy="36612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Ρυθμίσεις IP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9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E4EB3C09-29E5-49B2-B641-1E52C308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479698C7-2CAA-491E-AEAB-103E0DAA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 | Θεωρία</a:t>
            </a:r>
          </a:p>
        </p:txBody>
      </p:sp>
      <p:sp>
        <p:nvSpPr>
          <p:cNvPr id="41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1E7AE45A-9FE4-4E92-93A7-F6CEF6EA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Διαφορετικές διευθύνσεις</a:t>
            </a:r>
          </a:p>
        </p:txBody>
      </p:sp>
      <p:sp>
        <p:nvSpPr>
          <p:cNvPr id="42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EA51F621-18AB-4426-85FD-8EAD3799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Κάθε υπολογιστής χρειάζεται τη δική του IP Address.</a:t>
            </a:r>
          </a:p>
        </p:txBody>
      </p:sp>
      <p:sp>
        <p:nvSpPr>
          <p:cNvPr id="43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5A5A777C-6D9D-4CE8-9379-CEF5920B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Κοινή μάσκα</a:t>
            </a:r>
          </a:p>
        </p:txBody>
      </p:sp>
      <p:sp>
        <p:nvSpPr>
          <p:cNvPr id="44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CF88851F-2AF6-4E68-BE6E-BAEA113D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συσκευές ενός απλού LAN χρησιμοποιούν κατάλληλη κοινή Subnet Mask.</a:t>
            </a:r>
          </a:p>
        </p:txBody>
      </p:sp>
      <p:sp>
        <p:nvSpPr>
          <p:cNvPr id="45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064D6BEE-249E-435C-BCAA-408D76D9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Ίδιο υποδίκτυο</a:t>
            </a:r>
          </a:p>
        </p:txBody>
      </p:sp>
      <p:sp>
        <p:nvSpPr>
          <p:cNvPr id="46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3F4EC767-2727-4247-8805-19CE8BBF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ρυθμίσεις πρέπει να τοποθετούν τους υπολογιστές στο ίδιο λογικό δίκτυο.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96a3a9dc043d5"/>
          <a:stretch xmlns:a="http://schemas.openxmlformats.org/drawingml/2006/main"/>
        </p:blipFill>
        <p:spPr>
          <a:xfrm xmlns:a="http://schemas.openxmlformats.org/drawingml/2006/main">
            <a:off x="6675638" y="1857375"/>
            <a:ext cx="3460348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Έλεγχος δικτύου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/>
            </a:r>
          </a:p>
        </p:txBody>
      </p:sp>
      <p:sp>
        <p:nvSpPr>
          <p:cNvPr id="5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0BFEE673-3DB3-4F94-ADF8-33E82F19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4AD3015B-375F-4F31-B6A9-D5750BAE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 | Θεωρία</a:t>
            </a:r>
          </a:p>
        </p:txBody>
      </p:sp>
      <p:sp>
        <p:nvSpPr>
          <p:cNvPr id="7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DE942815-D3F4-4B1D-A392-EB125046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ping</a:t>
            </a:r>
          </a:p>
        </p:txBody>
      </p:sp>
      <p:sp>
        <p:nvSpPr>
          <p:cNvPr id="8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0895B504-233D-4B60-92A4-C9FFA699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εντολή ping δείχνει αν ο ένας υπολογιστής μπορεί να επικοινωνήσει με τον άλλο.</a:t>
            </a:r>
          </a:p>
        </p:txBody>
      </p:sp>
      <p:sp>
        <p:nvSpPr>
          <p:cNvPr id="9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D754E5C9-0E39-44CD-BB5A-1823AF4B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Simple PDU</a:t>
            </a:r>
          </a:p>
        </p:txBody>
      </p:sp>
      <p:sp>
        <p:nvSpPr>
          <p:cNvPr id="10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3DA9D082-A848-43D0-8D50-C4100069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Ένα δοκιμαστικό πακέτο ελέγχει οπτικά τη μεταφορά δεδομένων στην προσομοίωση.</a:t>
            </a:r>
          </a:p>
        </p:txBody>
      </p:sp>
      <p:sp>
        <p:nvSpPr>
          <p:cNvPr id="11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A9CD6A21-86A1-4329-A2CA-33CE21F9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Αποθήκευση</a:t>
            </a:r>
          </a:p>
        </p:txBody>
      </p:sp>
      <p:sp>
        <p:nvSpPr>
          <p:cNvPr id="12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D9824519-A67A-489B-A74E-E651AFD4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αποθήκευση διατηρεί την τοπολογία και τις ρυθμίσεις για επόμενη χρήση.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f739664e04714"/>
          <a:stretch xmlns:a="http://schemas.openxmlformats.org/drawingml/2006/main"/>
        </p:blipFill>
        <p:spPr>
          <a:xfrm xmlns:a="http://schemas.openxmlformats.org/drawingml/2006/main">
            <a:off x="5953125" y="2488192"/>
            <a:ext cx="4905375" cy="26436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6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A802CFEC-47FB-45A5-82A1-D7C2D1FE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0A87D0D8-CF9A-4DBB-B135-D93FAFA4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</a:t>
            </a:r>
          </a:p>
        </p:txBody>
      </p:sp>
      <p:sp>
        <p:nvSpPr>
          <p:cNvPr id="8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F3562133-379A-4E36-93A4-76397102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Να απαντηθούν</a:t>
            </a:r>
          </a:p>
        </p:txBody>
      </p:sp>
      <p:sp>
        <p:nvSpPr>
          <p:cNvPr id="9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32E39F6A-A31C-4587-BE5F-33623C0C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ερωτήσεις 1–9 του Φύλλου Εργασίας A.5.M3.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2026-09-17T08:12:15.8210000Z</dcterms:created>
  <dcterms:modified xsi:type="dcterms:W3CDTF">2026-09-17T08:12:15.8210000Z</dcterms:modified>
</coreProperties>
</file>