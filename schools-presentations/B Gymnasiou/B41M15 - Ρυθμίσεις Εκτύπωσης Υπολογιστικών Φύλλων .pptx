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b9fd1e879434e17" /><Relationship Type="http://schemas.openxmlformats.org/officeDocument/2006/relationships/extended-properties" Target="/docProps/app.xml" Id="Rea707acf54364cde" /><Relationship Type="http://schemas.openxmlformats.org/officeDocument/2006/relationships/officeDocument" Target="/ppt/presentation.xml" Id="R9897c12e41f940e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54ca5303e0d46f5"/>
  </p:sldMasterIdLst>
  <p:notesMasterIdLst>
    <p:notesMasterId xmlns:r="http://schemas.openxmlformats.org/officeDocument/2006/relationships" r:id="R9a1e088010f94ca6"/>
  </p:notesMasterIdLst>
  <p:sldIdLst>
    <p:sldId xmlns:r="http://schemas.openxmlformats.org/officeDocument/2006/relationships" id="256" r:id="Rce7177d2fcbc4f09"/>
    <p:sldId xmlns:r="http://schemas.openxmlformats.org/officeDocument/2006/relationships" id="257" r:id="R580937282b3947b0"/>
    <p:sldId xmlns:r="http://schemas.openxmlformats.org/officeDocument/2006/relationships" id="258" r:id="Rf0247510d6304ee5"/>
    <p:sldId xmlns:r="http://schemas.openxmlformats.org/officeDocument/2006/relationships" id="259" r:id="R57ba30a2618f42e9"/>
    <p:sldId xmlns:r="http://schemas.openxmlformats.org/officeDocument/2006/relationships" id="260" r:id="R643db128e3e9449e"/>
    <p:sldId xmlns:r="http://schemas.openxmlformats.org/officeDocument/2006/relationships" id="261" r:id="Rae19c4e2294e4df5"/>
    <p:sldId xmlns:r="http://schemas.openxmlformats.org/officeDocument/2006/relationships" id="262" r:id="Ra1debc8870c542f1"/>
    <p:sldId xmlns:r="http://schemas.openxmlformats.org/officeDocument/2006/relationships" id="263" r:id="R9672fdd4891d48f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7870734b2054d0c" /><Relationship Type="http://schemas.openxmlformats.org/officeDocument/2006/relationships/slideMaster" Target="/ppt/slideMasters/slideMaster1.xml" Id="R954ca5303e0d46f5" /><Relationship Type="http://schemas.openxmlformats.org/officeDocument/2006/relationships/notesMaster" Target="/ppt/notesMasters/notesMaster1.xml" Id="R9a1e088010f94ca6" /><Relationship Type="http://schemas.openxmlformats.org/officeDocument/2006/relationships/presProps" Target="/ppt/presProps.xml" Id="R4ad96c7b002145f1" /><Relationship Type="http://schemas.openxmlformats.org/officeDocument/2006/relationships/viewProps" Target="/ppt/viewProps.xml" Id="Rdf8f568344cc480c" /><Relationship Type="http://schemas.openxmlformats.org/officeDocument/2006/relationships/tableStyles" Target="/ppt/tableStyles.xml" Id="R1e37d2f16f2c4faf" /><Relationship Type="http://schemas.openxmlformats.org/officeDocument/2006/relationships/slide" Target="/ppt/slides/slide1.xml" Id="Rce7177d2fcbc4f09" /><Relationship Type="http://schemas.openxmlformats.org/officeDocument/2006/relationships/slide" Target="/ppt/slides/slide2.xml" Id="R580937282b3947b0" /><Relationship Type="http://schemas.openxmlformats.org/officeDocument/2006/relationships/slide" Target="/ppt/slides/slide3.xml" Id="Rf0247510d6304ee5" /><Relationship Type="http://schemas.openxmlformats.org/officeDocument/2006/relationships/slide" Target="/ppt/slides/slide4.xml" Id="R57ba30a2618f42e9" /><Relationship Type="http://schemas.openxmlformats.org/officeDocument/2006/relationships/slide" Target="/ppt/slides/slide5.xml" Id="R643db128e3e9449e" /><Relationship Type="http://schemas.openxmlformats.org/officeDocument/2006/relationships/slide" Target="/ppt/slides/slide6.xml" Id="Rae19c4e2294e4df5" /><Relationship Type="http://schemas.openxmlformats.org/officeDocument/2006/relationships/slide" Target="/ppt/slides/slide7.xml" Id="Ra1debc8870c542f1" /><Relationship Type="http://schemas.openxmlformats.org/officeDocument/2006/relationships/slide" Target="/ppt/slides/slide8.xml" Id="R9672fdd4891d48f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1f61f09bdc1405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Red Violet">
      <a:dk1>
        <a:sysClr val="windowText" lastClr="000000"/>
      </a:dk1>
      <a:lt1>
        <a:sysClr val="window" lastClr="FFFFFF"/>
      </a:lt1>
      <a:dk2>
        <a:srgbClr val="454551"/>
      </a:dk2>
      <a:lt2>
        <a:srgbClr val="D8D9DC"/>
      </a:lt2>
      <a:accent1>
        <a:srgbClr val="E32D91"/>
      </a:accent1>
      <a:accent2>
        <a:srgbClr val="C830CC"/>
      </a:accent2>
      <a:accent3>
        <a:srgbClr val="4EA6DC"/>
      </a:accent3>
      <a:accent4>
        <a:srgbClr val="4775E7"/>
      </a:accent4>
      <a:accent5>
        <a:srgbClr val="8971E1"/>
      </a:accent5>
      <a:accent6>
        <a:srgbClr val="D54773"/>
      </a:accent6>
      <a:hlink>
        <a:srgbClr val="6B9F25"/>
      </a:hlink>
      <a:folHlink>
        <a:srgbClr val="8C8C8C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Red Violet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a45c9367d824c85" /><Relationship Type="http://schemas.openxmlformats.org/officeDocument/2006/relationships/notesMaster" Target="/ppt/notesMasters/notesMaster1.xml" Id="Re74786a48a3c46d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58e47aac5b14c79" /><Relationship Type="http://schemas.openxmlformats.org/officeDocument/2006/relationships/notesMaster" Target="/ppt/notesMasters/notesMaster1.xml" Id="R021b9f81908940b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cf965a44a2f41fd" /><Relationship Type="http://schemas.openxmlformats.org/officeDocument/2006/relationships/notesMaster" Target="/ppt/notesMasters/notesMaster1.xml" Id="R864fb072a49849c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a101917f1414d16" /><Relationship Type="http://schemas.openxmlformats.org/officeDocument/2006/relationships/notesMaster" Target="/ppt/notesMasters/notesMaster1.xml" Id="R3a2d064c7b084f2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5189c2ee7c0411f" /><Relationship Type="http://schemas.openxmlformats.org/officeDocument/2006/relationships/notesMaster" Target="/ppt/notesMasters/notesMaster1.xml" Id="R1b5d512273394d5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fadd50b773b4884" /><Relationship Type="http://schemas.openxmlformats.org/officeDocument/2006/relationships/notesMaster" Target="/ppt/notesMasters/notesMaster1.xml" Id="R21694e60a52f4d0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a94b36a2cc44c0a" /><Relationship Type="http://schemas.openxmlformats.org/officeDocument/2006/relationships/notesMaster" Target="/ppt/notesMasters/notesMaster1.xml" Id="R91d5ea44dc324b2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02b7b5004764248" /><Relationship Type="http://schemas.openxmlformats.org/officeDocument/2006/relationships/notesMaster" Target="/ppt/notesMasters/notesMaster1.xml" Id="R891ffd76ff024c1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Screenshot: https://www.howtoexcel.org/shift-cells-down/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Screenshot: https://500rockets.io/excel/the-excel-move-column-tutorial-59/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Screenshot: https://smallbiztrends.com/how-to-delete-your-twitter-account/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Screenshot: https://excelinsights.net/web/find-replace-data/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ac163cdf17447f0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a00e8b3b9784208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d17f7568a744ec9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37a7296ab8c42fc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6ed58ec1ba849d5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2409fc0d1644f7b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261ba0fb5eb46f5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9901eccc7f14060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041f0dadc944c6b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fcd92624ece4e12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9ed1ecf8be7416f" /></Relationships>
</file>

<file path=ppt/slideLayouts/slideLayout1.xml><?xml version="1.0" encoding="utf-8"?>
<p:sldLayout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F9585AB-590D-2940-F9D8-91A2DEA70AEC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 anchor="b"/>
          <a:lstStyle xmlns:a="http://schemas.openxmlformats.org/drawingml/2006/main">
            <a:lvl1pPr algn="ctr">
              <a:buNone/>
              <a:defRPr sz="6000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8B41E1D7-50E5-605C-ACD7-89AFACCFD5E6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524000" y="3602038"/>
            <a:ext cx="9144000" cy="1655762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Click to edit Master subtitle style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1DEE8DB3-D225-FB0F-4A95-87FE121ACE4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DB99004-FBBF-4BCC-9BC3-88F554ADE514}" type="datetimeFigureOut">
              <a:t>09/10/2026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47F4E33A-D01E-EAC3-6198-75DCE67E4BA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0A783C2F-F6A4-CF68-E054-91D3A8A6FC3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721C89F-AE7A-4C3B-889F-FA429D0A7F97}" type="slidenum">
              <a:t>‹#›</a:t>
            </a:fld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49D58505-B11D-1416-6D6F-42532E02D9F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C8E57602-7C8E-F65F-3DCB-CA7DA659D752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B8E13BDD-A3BD-F0FA-C970-7CE1AFD2115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DB99004-FBBF-4BCC-9BC3-88F554ADE514}" type="datetimeFigureOut">
              <a:t>09/10/2026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839A8432-C7E6-45F5-17B8-825C34C7B69E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432DBF15-3DC3-0F8C-B5EC-8D7DEA727DB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721C89F-AE7A-4C3B-889F-FA429D0A7F97}" type="slidenum">
              <a:t>‹#›</a:t>
            </a:fld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85A48EAB-F365-E770-1C52-96B2FFEDBA1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1850" y="1709738"/>
            <a:ext cx="10515600" cy="2852737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6000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F95EF05D-0555-A1C8-D595-C855A03CE56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1850" y="4589463"/>
            <a:ext cx="10515600" cy="1500187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2EC5151F-7E9E-AD94-792E-FA61FDA2DA6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DB99004-FBBF-4BCC-9BC3-88F554ADE514}" type="datetimeFigureOut">
              <a:t>09/10/2026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55AE9C9E-7194-E1C7-7588-B038C3405E62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E468C605-454F-8B7B-3D33-D05911EDD86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721C89F-AE7A-4C3B-889F-FA429D0A7F97}" type="slidenum">
              <a:t>‹#›</a:t>
            </a:fld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A305F7B-A0AC-1293-82D4-9C86467F10C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BE3EC535-A3DE-99E7-ABC8-9CC4CE6E3DCE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D2EDD5AB-35E0-87E1-275F-04606C697E97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EB510989-7939-77EB-0752-100DC7AFE1E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DB99004-FBBF-4BCC-9BC3-88F554ADE514}" type="datetimeFigureOut">
              <a:t>09/10/2026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E7AA337F-EF84-36B2-1842-7E5CFCFDF36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2F313D7F-1250-5155-CC8F-1D7F74BF58B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721C89F-AE7A-4C3B-889F-FA429D0A7F97}" type="slidenum">
              <a:t>‹#›</a:t>
            </a:fld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50BF6333-8C0F-A01D-5F86-7F6CB2076CC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38B0F6EB-5092-BB38-AE7A-D8A53CBE128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9788" y="1681163"/>
            <a:ext cx="5157787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A62B800C-4EB4-5C42-1D78-6D44443DC87B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839788" y="2505075"/>
            <a:ext cx="5157787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80E5F6E3-A638-F3AA-A0D8-8243AE1143A5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72200" y="1681163"/>
            <a:ext cx="5183188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32606B9C-947E-6E0E-3FB7-6409CA1AA08B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72200" y="2505075"/>
            <a:ext cx="5183188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7" name="Date Placeholder 6">
            <a:extLst xmlns:a="http://schemas.openxmlformats.org/drawingml/2006/main">
              <a:ext uri="{FF2B5EF4-FFF2-40B4-BE49-F238E27FC236}">
                <a16:creationId xmlns:a16="http://schemas.microsoft.com/office/drawing/2014/main" id="{B749EA02-9727-20CE-6F2F-AEE77719031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DB99004-FBBF-4BCC-9BC3-88F554ADE514}" type="datetimeFigureOut">
              <a:t>09/10/2026</a:t>
            </a:fld>
            <a:endParaRPr/>
          </a:p>
        </p:txBody>
      </p:sp>
      <p:sp>
        <p:nvSpPr>
          <p:cNvPr id="8" name="Footer Placeholder 7">
            <a:extLst xmlns:a="http://schemas.openxmlformats.org/drawingml/2006/main">
              <a:ext uri="{FF2B5EF4-FFF2-40B4-BE49-F238E27FC236}">
                <a16:creationId xmlns:a16="http://schemas.microsoft.com/office/drawing/2014/main" id="{40455506-EB11-CC08-A287-4C40A1068BE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9729B98D-1ABA-F8A4-E267-33AA94C8147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721C89F-AE7A-4C3B-889F-FA429D0A7F97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9DC44A6F-AB0F-F2C2-8460-CD823A4D030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Date Placeholder 2">
            <a:extLst xmlns:a="http://schemas.openxmlformats.org/drawingml/2006/main">
              <a:ext uri="{FF2B5EF4-FFF2-40B4-BE49-F238E27FC236}">
                <a16:creationId xmlns:a16="http://schemas.microsoft.com/office/drawing/2014/main" id="{AABB32F1-CA42-21EF-BB3D-FD9E4BF810F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DB99004-FBBF-4BCC-9BC3-88F554ADE514}" type="datetimeFigureOut">
              <a:t>09/10/2026</a:t>
            </a:fld>
            <a:endParaRPr/>
          </a:p>
        </p:txBody>
      </p:sp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58D18139-25BA-A607-F49E-FAC8B9FF80F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AB1A14D5-22B8-8B31-2F15-3327A9172AE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721C89F-AE7A-4C3B-889F-FA429D0A7F97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Date Placeholder 1">
            <a:extLst xmlns:a="http://schemas.openxmlformats.org/drawingml/2006/main">
              <a:ext uri="{FF2B5EF4-FFF2-40B4-BE49-F238E27FC236}">
                <a16:creationId xmlns:a16="http://schemas.microsoft.com/office/drawing/2014/main" id="{EF651FDA-FADC-718F-3679-DD1D82038C7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DB99004-FBBF-4BCC-9BC3-88F554ADE514}" type="datetimeFigureOut">
              <a:t>09/10/2026</a:t>
            </a:fld>
            <a:endParaRPr/>
          </a:p>
        </p:txBody>
      </p:sp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9B6CFA23-F762-DAC7-F055-34BBBEEA1BE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0EE4845E-D252-E586-D35F-F6971F010B7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721C89F-AE7A-4C3B-889F-FA429D0A7F97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3F3CC88C-4219-7229-D578-F248CEBE55E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778FCADE-8154-624B-6907-062ADFA184E2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DF788E2C-3D70-2723-B03E-3E54F428E714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CDF4CF5D-DB9F-46BD-AA7E-99259ABBDFB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DB99004-FBBF-4BCC-9BC3-88F554ADE514}" type="datetimeFigureOut">
              <a:t>09/10/2026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BDD966BC-122D-0C34-66A6-82641A0F33C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E30D53ED-CC38-27CB-CE75-0363724E29C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721C89F-AE7A-4C3B-889F-FA429D0A7F97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ED3D30A6-B84A-5729-409B-EECAD253844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D18942B2-A346-D722-B157-F50399986B7A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B4D48F45-61CA-44E0-DBAE-9D36F6365D33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F87F642F-E08C-B0D6-DCF9-FC1121C3A7D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DB99004-FBBF-4BCC-9BC3-88F554ADE514}" type="datetimeFigureOut">
              <a:t>09/10/2026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615CD439-5831-B89F-A032-126BDC3BCCD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ACF8F52A-1268-BF36-C904-53855E60D1C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721C89F-AE7A-4C3B-889F-FA429D0A7F97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D44DC5F4-D20C-2DB3-8411-B320533BB9D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030EA972-BBB4-2124-F72C-ECCD0063490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3644EE25-5808-5EF9-D529-A97D9A5F4E7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DB99004-FBBF-4BCC-9BC3-88F554ADE514}" type="datetimeFigureOut">
              <a:t>09/10/2026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9662F814-6E03-DA7E-994E-BD8357BF20F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7B08E29C-8AD9-8F1D-C539-6DC238A4F76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721C89F-AE7A-4C3B-889F-FA429D0A7F97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Vertical Title 1">
            <a:extLst xmlns:a="http://schemas.openxmlformats.org/drawingml/2006/main">
              <a:ext uri="{FF2B5EF4-FFF2-40B4-BE49-F238E27FC236}">
                <a16:creationId xmlns:a16="http://schemas.microsoft.com/office/drawing/2014/main" id="{7E9B99B6-549F-E1E7-9083-8BA3B57D86F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724900" y="365125"/>
            <a:ext cx="26289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DE6435A8-2F0B-810A-E41D-C6ABD4CC491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365125"/>
            <a:ext cx="77343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62877F48-282A-7BEC-513D-DD66A962A5D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DB99004-FBBF-4BCC-9BC3-88F554ADE514}" type="datetimeFigureOut">
              <a:t>09/10/2026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F9E748BA-3A52-EFDE-3B83-2A4BC456874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11D26422-6EB7-6DF1-340C-059F6242166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721C89F-AE7A-4C3B-889F-FA429D0A7F97}" type="slidenum">
              <a:t>‹#›</a:t>
            </a:fld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c41e5b269a5481d" /><Relationship Type="http://schemas.openxmlformats.org/officeDocument/2006/relationships/slideLayout" Target="/ppt/slideLayouts/slideLayout1.xml" Id="Ra97d612943cc4032" /><Relationship Type="http://schemas.openxmlformats.org/officeDocument/2006/relationships/slideLayout" Target="/ppt/slideLayouts/slideLayout2.xml" Id="R89cd55985a3844dd" /><Relationship Type="http://schemas.openxmlformats.org/officeDocument/2006/relationships/slideLayout" Target="/ppt/slideLayouts/slideLayout3.xml" Id="R7dec4135c86a4e22" /><Relationship Type="http://schemas.openxmlformats.org/officeDocument/2006/relationships/slideLayout" Target="/ppt/slideLayouts/slideLayout4.xml" Id="Rd7f6797ed43d4c6e" /><Relationship Type="http://schemas.openxmlformats.org/officeDocument/2006/relationships/slideLayout" Target="/ppt/slideLayouts/slideLayout5.xml" Id="R59371759964b4387" /><Relationship Type="http://schemas.openxmlformats.org/officeDocument/2006/relationships/slideLayout" Target="/ppt/slideLayouts/slideLayout6.xml" Id="Rffbb6550332d4258" /><Relationship Type="http://schemas.openxmlformats.org/officeDocument/2006/relationships/slideLayout" Target="/ppt/slideLayouts/slideLayout7.xml" Id="R18eedd105a094f22" /><Relationship Type="http://schemas.openxmlformats.org/officeDocument/2006/relationships/slideLayout" Target="/ppt/slideLayouts/slideLayout8.xml" Id="R0c7df7b40600476d" /><Relationship Type="http://schemas.openxmlformats.org/officeDocument/2006/relationships/slideLayout" Target="/ppt/slideLayouts/slideLayout9.xml" Id="Rc3b7bb2eee32434b" /><Relationship Type="http://schemas.openxmlformats.org/officeDocument/2006/relationships/slideLayout" Target="/ppt/slideLayouts/slideLayout10.xml" Id="R955b750c475b49d6" /><Relationship Type="http://schemas.openxmlformats.org/officeDocument/2006/relationships/slideLayout" Target="/ppt/slideLayouts/slideLayout11.xml" Id="R1296f904d1d24f29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07F3D97B-511D-E64B-9F91-7097B821201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7D5744D8-7A9E-E0ED-82DF-9733866DDA6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EDF6EFA3-0111-31E5-4E51-7B8F9DEA332C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EDB99004-FBBF-4BCC-9BC3-88F554ADE514}" type="datetimeFigureOut">
              <a:t>09/10/2026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C3804E89-7CB4-43E2-759A-8B18BC095A8F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013A3C9D-A059-CF8F-49C2-BF85966941AF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3721C89F-AE7A-4C3B-889F-FA429D0A7F97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97d612943cc4032"/>
    <p:sldLayoutId xmlns:r="http://schemas.openxmlformats.org/officeDocument/2006/relationships" id="2147483650" r:id="R89cd55985a3844dd"/>
    <p:sldLayoutId xmlns:r="http://schemas.openxmlformats.org/officeDocument/2006/relationships" id="2147483651" r:id="R7dec4135c86a4e22"/>
    <p:sldLayoutId xmlns:r="http://schemas.openxmlformats.org/officeDocument/2006/relationships" id="2147483652" r:id="Rd7f6797ed43d4c6e"/>
    <p:sldLayoutId xmlns:r="http://schemas.openxmlformats.org/officeDocument/2006/relationships" id="2147483653" r:id="R59371759964b4387"/>
    <p:sldLayoutId xmlns:r="http://schemas.openxmlformats.org/officeDocument/2006/relationships" id="2147483654" r:id="Rffbb6550332d4258"/>
    <p:sldLayoutId xmlns:r="http://schemas.openxmlformats.org/officeDocument/2006/relationships" id="2147483655" r:id="R18eedd105a094f22"/>
    <p:sldLayoutId xmlns:r="http://schemas.openxmlformats.org/officeDocument/2006/relationships" id="2147483656" r:id="R0c7df7b40600476d"/>
    <p:sldLayoutId xmlns:r="http://schemas.openxmlformats.org/officeDocument/2006/relationships" id="2147483657" r:id="Rc3b7bb2eee32434b"/>
    <p:sldLayoutId xmlns:r="http://schemas.openxmlformats.org/officeDocument/2006/relationships" id="2147483658" r:id="R955b750c475b49d6"/>
    <p:sldLayoutId xmlns:r="http://schemas.openxmlformats.org/officeDocument/2006/relationships" id="2147483659" r:id="R1296f904d1d24f29"/>
  </p:sldLayoutIdLst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Red Violet">
      <a:dk1>
        <a:sysClr val="windowText" lastClr="000000"/>
      </a:dk1>
      <a:lt1>
        <a:sysClr val="window" lastClr="FFFFFF"/>
      </a:lt1>
      <a:dk2>
        <a:srgbClr val="454551"/>
      </a:dk2>
      <a:lt2>
        <a:srgbClr val="D8D9DC"/>
      </a:lt2>
      <a:accent1>
        <a:srgbClr val="E32D91"/>
      </a:accent1>
      <a:accent2>
        <a:srgbClr val="C830CC"/>
      </a:accent2>
      <a:accent3>
        <a:srgbClr val="4EA6DC"/>
      </a:accent3>
      <a:accent4>
        <a:srgbClr val="4775E7"/>
      </a:accent4>
      <a:accent5>
        <a:srgbClr val="8971E1"/>
      </a:accent5>
      <a:accent6>
        <a:srgbClr val="D54773"/>
      </a:accent6>
      <a:hlink>
        <a:srgbClr val="6B9F25"/>
      </a:hlink>
      <a:folHlink>
        <a:srgbClr val="8C8C8C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Red Violet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29dd52b22e542d6" /><Relationship Type="http://schemas.openxmlformats.org/officeDocument/2006/relationships/notesSlide" Target="/ppt/notesSlides/notesSlide1.xml" Id="R469c185a29fe47f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c4c8f3151b04e93" /><Relationship Type="http://schemas.openxmlformats.org/officeDocument/2006/relationships/image" Target="/ppt/media/image.png" Id="R7db2d55120004fb9" /><Relationship Type="http://schemas.openxmlformats.org/officeDocument/2006/relationships/image" Target="/ppt/media/image2.png" Id="Re804a7f0cbd8453a" /><Relationship Type="http://schemas.openxmlformats.org/officeDocument/2006/relationships/notesSlide" Target="/ppt/notesSlides/notesSlide2.xml" Id="R7778f4aebd484d6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ebfe74142bc4d35" /><Relationship Type="http://schemas.openxmlformats.org/officeDocument/2006/relationships/image" Target="/ppt/media/image3.png" Id="R50a19aa1372748b2" /><Relationship Type="http://schemas.openxmlformats.org/officeDocument/2006/relationships/image" Target="/ppt/media/image4.png" Id="Rcfe19f818f524ffd" /><Relationship Type="http://schemas.openxmlformats.org/officeDocument/2006/relationships/notesSlide" Target="/ppt/notesSlides/notesSlide3.xml" Id="R8a173408dddd420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9e573b1f62840ce" /><Relationship Type="http://schemas.openxmlformats.org/officeDocument/2006/relationships/image" Target="/ppt/media/image5.png" Id="Rc5a82a2303774e47" /><Relationship Type="http://schemas.openxmlformats.org/officeDocument/2006/relationships/image" Target="/ppt/media/image6.png" Id="R6bce8a75deea48d9" /><Relationship Type="http://schemas.openxmlformats.org/officeDocument/2006/relationships/notesSlide" Target="/ppt/notesSlides/notesSlide4.xml" Id="R553ac491d61a47a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db4559697114df3" /><Relationship Type="http://schemas.openxmlformats.org/officeDocument/2006/relationships/image" Target="/ppt/media/image7.png" Id="Rfd398b8d893e4cff" /><Relationship Type="http://schemas.openxmlformats.org/officeDocument/2006/relationships/notesSlide" Target="/ppt/notesSlides/notesSlide5.xml" Id="R92ceb10186804b1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ebeaead640a49b3" /><Relationship Type="http://schemas.openxmlformats.org/officeDocument/2006/relationships/image" Target="/ppt/media/image8.png" Id="R669f84fe25b94444" /><Relationship Type="http://schemas.openxmlformats.org/officeDocument/2006/relationships/notesSlide" Target="/ppt/notesSlides/notesSlide6.xml" Id="R982730260523416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bf99416ca114a80" /><Relationship Type="http://schemas.openxmlformats.org/officeDocument/2006/relationships/notesSlide" Target="/ppt/notesSlides/notesSlide7.xml" Id="R0e10b3646d6c468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fb879eb36534e66" /><Relationship Type="http://schemas.openxmlformats.org/officeDocument/2006/relationships/notesSlide" Target="/ppt/notesSlides/notesSlide8.xml" Id="R59071e3f0a864cb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 useBgFill="1"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4522B21E-B2B9-4C72-9A71-C87EFD137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999" cy="685736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5EB7D2A2-F448-44D4-938C-DC84CBCB3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"/>
            <a:ext cx="12192000" cy="4412583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871AEA07-1E14-44B4-8E55-64EF049CD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464" y="551962"/>
            <a:ext cx="10999072" cy="4618549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  <a:effectLst xmlns:a="http://schemas.openxmlformats.org/drawingml/2006/main"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36571B63-82A4-FC3D-9860-20F38F123861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524000" y="1293338"/>
            <a:ext cx="9144000" cy="3274592"/>
          </a:xfrm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825">
                <a:solidFill>
                  <a:srgbClr val="6B1E72"/>
                </a:solidFill>
                <a:latin typeface="Calibri Light"/>
                <a:ea typeface="Calibri Light"/>
                <a:cs typeface="Calibri Light"/>
              </a:defRPr>
            </a:pPr>
            <a:r>
              <a:rPr sz="3825">
                <a:solidFill>
                  <a:srgbClr val="6B1E72"/>
                </a:solidFill>
                <a:latin typeface="Calibri Light"/>
                <a:ea typeface="Calibri Light"/>
                <a:cs typeface="Calibri Light"/>
              </a:rPr>
              <a:t>Ρυθμίσεις Εκτύπωσης</a:t>
            </a:r>
            <a:endParaRPr sz="7200">
              <a:solidFill>
                <a:schemeClr val="accent2">
                  <a:lumMod val="50000"/>
                </a:schemeClr>
              </a:solidFill>
            </a:endParaRPr>
          </a:p>
          <a:p xmlns:a="http://schemas.openxmlformats.org/drawingml/2006/main">
            <a:pPr>
              <a:defRPr sz="3825">
                <a:solidFill>
                  <a:srgbClr val="6B1E72"/>
                </a:solidFill>
                <a:latin typeface="Calibri Light"/>
                <a:ea typeface="Calibri Light"/>
                <a:cs typeface="Calibri Light"/>
              </a:defRPr>
            </a:pPr>
            <a:r>
              <a:rPr sz="3825">
                <a:solidFill>
                  <a:srgbClr val="6B1E72"/>
                </a:solidFill>
                <a:latin typeface="Calibri Light"/>
                <a:ea typeface="Calibri Light"/>
                <a:cs typeface="Calibri Light"/>
              </a:rPr>
              <a:t>Υπολογιστικών Φύλλων</a:t>
            </a:r>
            <a:endParaRPr sz="7200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4101352E-A170-144A-523B-B61C8AE33873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524000" y="5514052"/>
            <a:ext cx="9144000" cy="651910"/>
          </a:xfrm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4" name="Straight Connector 13">
            <a:extLst xmlns:a="http://schemas.openxmlformats.org/drawingml/2006/main">
              <a:ext uri="{FF2B5EF4-FFF2-40B4-BE49-F238E27FC236}">
                <a16:creationId xmlns:a16="http://schemas.microsoft.com/office/drawing/2014/main" id="{A1AC1523-E1AC-4F39-9B08-B5CD71D4B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596464" y="6354708"/>
            <a:ext cx="11000232" cy="0"/>
          </a:xfrm>
          <a:prstGeom xmlns:a="http://schemas.openxmlformats.org/drawingml/2006/main" prst="line">
            <a:avLst/>
          </a:prstGeom>
          <a:ln xmlns:a="http://schemas.openxmlformats.org/drawingml/2006/main" w="101600">
            <a:solidFill>
              <a:schemeClr val="accent4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</p:spTree>
    <p:extLst>
      <p:ext uri="{BB962C8B-B14F-4D97-AF65-F5344CB8AC3E}">
        <p14:creationId xmlns:p14="http://schemas.microsoft.com/office/powerpoint/2010/main" val="3019854637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C08CF15-5939-4050-995F-38BBCCFB2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76250"/>
            <a:ext cx="10382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225" b="0">
                <a:solidFill>
                  <a:srgbClr val="6B1E72"/>
                </a:solidFill>
                <a:latin typeface="Calibri Light"/>
                <a:ea typeface="Calibri Light"/>
                <a:cs typeface="Calibri Light"/>
              </a:defRPr>
            </a:pPr>
            <a:r>
              <a:rPr sz="3225" b="0">
                <a:solidFill>
                  <a:srgbClr val="6B1E72"/>
                </a:solidFill>
                <a:latin typeface="Calibri Light"/>
                <a:ea typeface="Calibri Light"/>
                <a:cs typeface="Calibri Light"/>
              </a:rPr>
              <a:t>Περιθώρια σελίδας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5454108-6A8B-4CB9-B4D7-02B54B231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571625"/>
            <a:ext cx="54292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51515"/>
                </a:solidFill>
                <a:latin typeface="Arial"/>
                <a:ea typeface="Arial"/>
                <a:cs typeface="Arial"/>
              </a:rPr>
              <a:t>Page Layout &gt; Margins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51515"/>
                </a:solidFill>
                <a:latin typeface="Arial"/>
                <a:ea typeface="Arial"/>
                <a:cs typeface="Arial"/>
              </a:rPr>
              <a:t>Επιλέγουμε έτοιμη ρύθμιση ή Custom Margins και γράφουμε τις τιμές Top, Bottom, Left και Right.</a:t>
            </a:r>
          </a:p>
        </p:txBody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db2d55120004fb9"/>
          <a:stretch xmlns:a="http://schemas.openxmlformats.org/drawingml/2006/main"/>
        </p:blipFill>
        <p:spPr>
          <a:xfrm xmlns:a="http://schemas.openxmlformats.org/drawingml/2006/main">
            <a:off x="6572250" y="3173149"/>
            <a:ext cx="2143125" cy="511701"/>
          </a:xfrm>
          <a:prstGeom xmlns:a="http://schemas.openxmlformats.org/drawingml/2006/main" prst="rect">
            <a:avLst/>
          </a:prstGeom>
        </p:spPr>
      </p:pic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804a7f0cbd8453a"/>
          <a:stretch xmlns:a="http://schemas.openxmlformats.org/drawingml/2006/main"/>
        </p:blipFill>
        <p:spPr>
          <a:xfrm xmlns:a="http://schemas.openxmlformats.org/drawingml/2006/main">
            <a:off x="8905875" y="2310542"/>
            <a:ext cx="2143125" cy="2236916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6847565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F455A34-D825-4E01-AE8D-4E3A43D61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76250"/>
            <a:ext cx="10382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225" b="0">
                <a:solidFill>
                  <a:srgbClr val="6B1E72"/>
                </a:solidFill>
                <a:latin typeface="Calibri Light"/>
                <a:ea typeface="Calibri Light"/>
                <a:cs typeface="Calibri Light"/>
              </a:defRPr>
            </a:pPr>
            <a:r>
              <a:rPr sz="3225" b="0">
                <a:solidFill>
                  <a:srgbClr val="6B1E72"/>
                </a:solidFill>
                <a:latin typeface="Calibri Light"/>
                <a:ea typeface="Calibri Light"/>
                <a:cs typeface="Calibri Light"/>
              </a:rPr>
              <a:t>Προσανατολισμός και μέγεθος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0BFC38D-BCAA-4D29-86E2-1104E8517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571625"/>
            <a:ext cx="54292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51515"/>
                </a:solidFill>
                <a:latin typeface="Arial"/>
                <a:ea typeface="Arial"/>
                <a:cs typeface="Arial"/>
              </a:rPr>
              <a:t>Orientation: Portrait ή Landscape.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51515"/>
                </a:solidFill>
                <a:latin typeface="Arial"/>
                <a:ea typeface="Arial"/>
                <a:cs typeface="Arial"/>
              </a:rPr>
              <a:t>Size: επιλέγουμε μέγεθος χαρτιού, όπως A4 ή Letter.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51515"/>
                </a:solidFill>
                <a:latin typeface="Arial"/>
                <a:ea typeface="Arial"/>
                <a:cs typeface="Arial"/>
              </a:rPr>
              <a:t>Ελέγχουμε την επιλογή πριν από την εκτύπωση.</a:t>
            </a:r>
          </a:p>
        </p:txBody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0a19aa1372748b2"/>
          <a:stretch xmlns:a="http://schemas.openxmlformats.org/drawingml/2006/main"/>
        </p:blipFill>
        <p:spPr>
          <a:xfrm xmlns:a="http://schemas.openxmlformats.org/drawingml/2006/main">
            <a:off x="6572250" y="3173149"/>
            <a:ext cx="2143125" cy="511701"/>
          </a:xfrm>
          <a:prstGeom xmlns:a="http://schemas.openxmlformats.org/drawingml/2006/main" prst="rect">
            <a:avLst/>
          </a:prstGeom>
        </p:spPr>
      </p:pic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fe19f818f524ffd"/>
          <a:stretch xmlns:a="http://schemas.openxmlformats.org/drawingml/2006/main"/>
        </p:blipFill>
        <p:spPr>
          <a:xfrm xmlns:a="http://schemas.openxmlformats.org/drawingml/2006/main">
            <a:off x="8905875" y="3149082"/>
            <a:ext cx="2143125" cy="559837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3937481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110B587-37E6-4323-AABA-AADFF9A59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76250"/>
            <a:ext cx="10382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225" b="0">
                <a:solidFill>
                  <a:srgbClr val="6B1E72"/>
                </a:solidFill>
                <a:latin typeface="Calibri Light"/>
                <a:ea typeface="Calibri Light"/>
                <a:cs typeface="Calibri Light"/>
              </a:defRPr>
            </a:pPr>
            <a:r>
              <a:rPr sz="3225" b="0">
                <a:solidFill>
                  <a:srgbClr val="6B1E72"/>
                </a:solidFill>
                <a:latin typeface="Calibri Light"/>
                <a:ea typeface="Calibri Light"/>
                <a:cs typeface="Calibri Light"/>
              </a:rPr>
              <a:t>Κεφαλίδα και υποσέλιδο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EC951D3-ECD5-4FB4-9329-74AFAED08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571625"/>
            <a:ext cx="54292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51515"/>
                </a:solidFill>
                <a:latin typeface="Arial"/>
                <a:ea typeface="Arial"/>
                <a:cs typeface="Arial"/>
              </a:rPr>
              <a:t>Insert &gt; Header &amp; Footer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51515"/>
                </a:solidFill>
                <a:latin typeface="Arial"/>
                <a:ea typeface="Arial"/>
                <a:cs typeface="Arial"/>
              </a:rPr>
              <a:t>Επιλέγουμε αριστερό, κεντρικό ή δεξί τμήμα και γράφουμε κείμενο ή εισάγουμε πεδίο.</a:t>
            </a:r>
          </a:p>
        </p:txBody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5a82a2303774e47"/>
          <a:stretch xmlns:a="http://schemas.openxmlformats.org/drawingml/2006/main"/>
        </p:blipFill>
        <p:spPr>
          <a:xfrm xmlns:a="http://schemas.openxmlformats.org/drawingml/2006/main">
            <a:off x="6572250" y="2632568"/>
            <a:ext cx="2143125" cy="1592863"/>
          </a:xfrm>
          <a:prstGeom xmlns:a="http://schemas.openxmlformats.org/drawingml/2006/main" prst="rect">
            <a:avLst/>
          </a:prstGeom>
        </p:spPr>
      </p:pic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bce8a75deea48d9"/>
          <a:stretch xmlns:a="http://schemas.openxmlformats.org/drawingml/2006/main"/>
        </p:blipFill>
        <p:spPr>
          <a:xfrm xmlns:a="http://schemas.openxmlformats.org/drawingml/2006/main">
            <a:off x="8905875" y="3167157"/>
            <a:ext cx="2143125" cy="52368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4230000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6DF1FCB-5390-4ADF-9E0D-21887CF59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76250"/>
            <a:ext cx="10382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225" b="0">
                <a:solidFill>
                  <a:srgbClr val="6B1E72"/>
                </a:solidFill>
                <a:latin typeface="Calibri Light"/>
                <a:ea typeface="Calibri Light"/>
                <a:cs typeface="Calibri Light"/>
              </a:defRPr>
            </a:pPr>
            <a:r>
              <a:rPr sz="3225" b="0">
                <a:solidFill>
                  <a:srgbClr val="6B1E72"/>
                </a:solidFill>
                <a:latin typeface="Calibri Light"/>
                <a:ea typeface="Calibri Light"/>
                <a:cs typeface="Calibri Light"/>
              </a:rPr>
              <a:t>Πεδία Header και Footer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52827C4-6A8B-4E21-9790-FA2CAF905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571625"/>
            <a:ext cx="54292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51515"/>
                </a:solidFill>
                <a:latin typeface="Arial"/>
                <a:ea typeface="Arial"/>
                <a:cs typeface="Arial"/>
              </a:rPr>
              <a:t>Μπορούμε να εισαγάγουμε:</a:t>
            </a:r>
          </a:p>
          <a:p xmlns:a="http://schemas.openxmlformats.org/drawingml/2006/main">
            <a:pPr>
              <a:defRPr sz="1950" b="0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51515"/>
                </a:solidFill>
                <a:latin typeface="Arial"/>
                <a:ea typeface="Arial"/>
                <a:cs typeface="Arial"/>
              </a:rPr>
              <a:t>• Αριθμό σελίδας και σύνολο σελίδων</a:t>
            </a:r>
          </a:p>
          <a:p xmlns:a="http://schemas.openxmlformats.org/drawingml/2006/main">
            <a:pPr>
              <a:defRPr sz="1950" b="0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51515"/>
                </a:solidFill>
                <a:latin typeface="Arial"/>
                <a:ea typeface="Arial"/>
                <a:cs typeface="Arial"/>
              </a:rPr>
              <a:t>• Ημερομηνία και ώρα</a:t>
            </a:r>
          </a:p>
          <a:p xmlns:a="http://schemas.openxmlformats.org/drawingml/2006/main">
            <a:pPr>
              <a:defRPr sz="1950" b="0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51515"/>
                </a:solidFill>
                <a:latin typeface="Arial"/>
                <a:ea typeface="Arial"/>
                <a:cs typeface="Arial"/>
              </a:rPr>
              <a:t>• Όνομα αρχείου ή φύλλου</a:t>
            </a:r>
          </a:p>
          <a:p xmlns:a="http://schemas.openxmlformats.org/drawingml/2006/main">
            <a:pPr>
              <a:defRPr sz="1950" b="0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51515"/>
                </a:solidFill>
                <a:latin typeface="Arial"/>
                <a:ea typeface="Arial"/>
                <a:cs typeface="Arial"/>
              </a:rPr>
              <a:t>• Εικόνα</a:t>
            </a:r>
          </a:p>
        </p:txBody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d398b8d893e4cff"/>
          <a:stretch xmlns:a="http://schemas.openxmlformats.org/drawingml/2006/main"/>
        </p:blipFill>
        <p:spPr>
          <a:xfrm xmlns:a="http://schemas.openxmlformats.org/drawingml/2006/main">
            <a:off x="6762750" y="3080067"/>
            <a:ext cx="4191000" cy="888367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0723223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F5E0DCB-EDFA-4D62-946B-D3FA02F87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76250"/>
            <a:ext cx="10382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225" b="0">
                <a:solidFill>
                  <a:srgbClr val="6B1E72"/>
                </a:solidFill>
                <a:latin typeface="Calibri Light"/>
                <a:ea typeface="Calibri Light"/>
                <a:cs typeface="Calibri Light"/>
              </a:defRPr>
            </a:pPr>
            <a:r>
              <a:rPr sz="3225" b="0">
                <a:solidFill>
                  <a:srgbClr val="6B1E72"/>
                </a:solidFill>
                <a:latin typeface="Calibri Light"/>
                <a:ea typeface="Calibri Light"/>
                <a:cs typeface="Calibri Light"/>
              </a:rPr>
              <a:t>Προσαρμογή σε μία σελίδα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7388E44-E6A5-4FB9-970E-D949287EC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571625"/>
            <a:ext cx="54292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51515"/>
                </a:solidFill>
                <a:latin typeface="Arial"/>
                <a:ea typeface="Arial"/>
                <a:cs typeface="Arial"/>
              </a:rPr>
              <a:t>Από τις ρυθμίσεις εκτύπωσης επιλέγουμε Fit Sheet on One Page ή ορίζουμε Width: 1 page και Height: 1 page.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51515"/>
                </a:solidFill>
                <a:latin typeface="Arial"/>
                <a:ea typeface="Arial"/>
                <a:cs typeface="Arial"/>
              </a:rPr>
              <a:t>Ελέγχουμε το αποτέλεσμα στην προεπισκόπηση.</a:t>
            </a:r>
          </a:p>
        </p:txBody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69f84fe25b94444"/>
          <a:stretch xmlns:a="http://schemas.openxmlformats.org/drawingml/2006/main"/>
        </p:blipFill>
        <p:spPr>
          <a:xfrm xmlns:a="http://schemas.openxmlformats.org/drawingml/2006/main">
            <a:off x="7115836" y="1571625"/>
            <a:ext cx="3484828" cy="39052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4053172"/>
      </p:ext>
    </p:extLst>
  </p:cSld>
</p:sld>
</file>

<file path=ppt/slides/slide7.xml><?xml version="1.0" encoding="utf-8"?>
<p:sld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A79D800-AC8F-4490-BD1F-FEFA138AF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76250"/>
            <a:ext cx="4953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043"/>
          </a:bodyPr>
          <a:lstStyle xmlns:a="http://schemas.openxmlformats.org/drawingml/2006/main"/>
          <a:p xmlns:a="http://schemas.openxmlformats.org/drawingml/2006/main">
            <a:pPr>
              <a:defRPr sz="3225" b="0">
                <a:solidFill>
                  <a:srgbClr val="6B1E72"/>
                </a:solidFill>
                <a:latin typeface="Calibri Light"/>
                <a:ea typeface="Calibri Light"/>
                <a:cs typeface="Calibri Light"/>
              </a:defRPr>
            </a:pPr>
            <a:r>
              <a:rPr sz="3225" b="0">
                <a:solidFill>
                  <a:srgbClr val="6B1E72"/>
                </a:solidFill>
                <a:latin typeface="Calibri Light"/>
                <a:ea typeface="Calibri Light"/>
                <a:cs typeface="Calibri Light"/>
              </a:rPr>
              <a:t>Δραστηριότητες Εμπέδωσης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9CAA931-1595-45D6-84C9-5401F10F1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190625"/>
            <a:ext cx="6191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D84B0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D84B00"/>
                </a:solidFill>
                <a:latin typeface="Arial"/>
                <a:ea typeface="Arial"/>
                <a:cs typeface="Arial"/>
              </a:rPr>
              <a:t>Φύλλο Εργασίας Β.4.1.M15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EE5C513-8718-43CD-8BF3-E1CA3F5C9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095500"/>
            <a:ext cx="61912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51515"/>
                </a:solidFill>
                <a:latin typeface="Arial"/>
                <a:ea typeface="Arial"/>
                <a:cs typeface="Arial"/>
              </a:rPr>
              <a:t>Σελίδες 53–54</a:t>
            </a:r>
          </a:p>
          <a:p xmlns:a="http://schemas.openxmlformats.org/drawingml/2006/main">
            <a:pPr>
              <a:defRPr sz="2175" b="0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51515"/>
                </a:solidFill>
                <a:latin typeface="Arial"/>
                <a:ea typeface="Arial"/>
                <a:cs typeface="Arial"/>
              </a:rPr>
              <a:t>Ασκήσεις 1–11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75" b="0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51515"/>
                </a:solidFill>
                <a:latin typeface="Arial"/>
                <a:ea typeface="Arial"/>
                <a:cs typeface="Arial"/>
              </a:rPr>
              <a:t>Αρχείο: Grades1.xlsx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24D9175-FBE9-4F35-B6F6-D21BA71FA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5000625"/>
            <a:ext cx="6096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6B1E72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B1E72"/>
                </a:solidFill>
                <a:latin typeface="Arial"/>
                <a:ea typeface="Arial"/>
                <a:cs typeface="Arial"/>
              </a:rPr>
              <a:t>Έλεγχος Header, Footer, περιθωρίων και προσανατολισμού.</a:t>
            </a:r>
          </a:p>
        </p:txBody>
      </p:sp>
    </p:spTree>
    <p:extLst>
      <p:ext uri="{BB962C8B-B14F-4D97-AF65-F5344CB8AC3E}">
        <p14:creationId xmlns:p14="http://schemas.microsoft.com/office/powerpoint/2010/main" val="3815878654"/>
      </p:ext>
    </p:extLst>
  </p:cSld>
  <p:clrMapOvr>
    <a:overrideClrMapping xmlns:a="http://schemas.openxmlformats.org/drawingml/2006/main" bg1="lt1" tx1="dk1" bg2="lt2" tx2="dk2" accent1="accent1" accent2="accent2" accent3="accent3" accent4="accent4" accent5="accent5" accent6="accent6" hlink="hlink" folHlink="folHlink"/>
  </p:clrMapOvr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D13C4F8-D936-4D16-8754-B13B0003E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76250"/>
            <a:ext cx="3905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7907"/>
          </a:bodyPr>
          <a:lstStyle xmlns:a="http://schemas.openxmlformats.org/drawingml/2006/main"/>
          <a:p xmlns:a="http://schemas.openxmlformats.org/drawingml/2006/main">
            <a:pPr>
              <a:defRPr sz="3225" b="0">
                <a:solidFill>
                  <a:srgbClr val="6B1E72"/>
                </a:solidFill>
                <a:latin typeface="Calibri Light"/>
                <a:ea typeface="Calibri Light"/>
                <a:cs typeface="Calibri Light"/>
              </a:defRPr>
            </a:pPr>
            <a:r>
              <a:rPr sz="3225" b="0">
                <a:solidFill>
                  <a:srgbClr val="6B1E72"/>
                </a:solidFill>
                <a:latin typeface="Calibri Light"/>
                <a:ea typeface="Calibri Light"/>
                <a:cs typeface="Calibri Light"/>
              </a:rPr>
              <a:t>Δραστηριότητες Αξιολόγησης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BD96E17-0CF9-4EEE-9B63-0995FFDC2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857375"/>
            <a:ext cx="6191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D84B0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D84B00"/>
                </a:solidFill>
                <a:latin typeface="Arial"/>
                <a:ea typeface="Arial"/>
                <a:cs typeface="Arial"/>
              </a:rPr>
              <a:t>Φύλλο Εργασίας Β.4.1.M15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361CB61-2C0F-4B1A-98A1-F6B3F2985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857500"/>
            <a:ext cx="61912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51515"/>
                </a:solidFill>
                <a:latin typeface="Arial"/>
                <a:ea typeface="Arial"/>
                <a:cs typeface="Arial"/>
              </a:rPr>
              <a:t>Σελίδα 54</a:t>
            </a:r>
          </a:p>
          <a:p xmlns:a="http://schemas.openxmlformats.org/drawingml/2006/main">
            <a:pPr>
              <a:defRPr sz="2175" b="0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51515"/>
                </a:solidFill>
                <a:latin typeface="Arial"/>
                <a:ea typeface="Arial"/>
                <a:cs typeface="Arial"/>
              </a:rPr>
              <a:t>Ασκήσεις 12–21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75" b="0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51515"/>
                </a:solidFill>
                <a:latin typeface="Arial"/>
                <a:ea typeface="Arial"/>
                <a:cs typeface="Arial"/>
              </a:rPr>
              <a:t>Αρχείο: Grades2.xlsx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7020E1B-1943-487D-8A71-C191F9AD1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5000625"/>
            <a:ext cx="6096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6B1E72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B1E72"/>
                </a:solidFill>
                <a:latin typeface="Arial"/>
                <a:ea typeface="Arial"/>
                <a:cs typeface="Arial"/>
              </a:rPr>
              <a:t>Ρύθμισε όλα τα στοιχεία σελίδας και την κλιμάκωση.</a:t>
            </a:r>
          </a:p>
        </p:txBody>
      </p:sp>
    </p:spTree>
    <p:extLst>
      <p:ext uri="{BB962C8B-B14F-4D97-AF65-F5344CB8AC3E}">
        <p14:creationId xmlns:p14="http://schemas.microsoft.com/office/powerpoint/2010/main" val="608684808"/>
      </p:ext>
    </p:extLst>
  </p:cSld>
</p:sld>
</file>

<file path=ppt/theme/theme1.xml><?xml version="1.0" encoding="utf-8"?>
<a:theme xmlns:a="http://schemas.openxmlformats.org/drawingml/2006/main" name="Office Theme">
  <a:themeElements>
    <a:clrScheme name="Red Violet">
      <a:dk1>
        <a:sysClr val="windowText" lastClr="000000"/>
      </a:dk1>
      <a:lt1>
        <a:sysClr val="window" lastClr="FFFFFF"/>
      </a:lt1>
      <a:dk2>
        <a:srgbClr val="454551"/>
      </a:dk2>
      <a:lt2>
        <a:srgbClr val="D8D9DC"/>
      </a:lt2>
      <a:accent1>
        <a:srgbClr val="E32D91"/>
      </a:accent1>
      <a:accent2>
        <a:srgbClr val="C830CC"/>
      </a:accent2>
      <a:accent3>
        <a:srgbClr val="4EA6DC"/>
      </a:accent3>
      <a:accent4>
        <a:srgbClr val="4775E7"/>
      </a:accent4>
      <a:accent5>
        <a:srgbClr val="8971E1"/>
      </a:accent5>
      <a:accent6>
        <a:srgbClr val="D54773"/>
      </a:accent6>
      <a:hlink>
        <a:srgbClr val="6B9F25"/>
      </a:hlink>
      <a:folHlink>
        <a:srgbClr val="8C8C8C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Red Violet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2026-09-12T06:34:29.5420000Z</dcterms:created>
  <dcterms:modified xsi:type="dcterms:W3CDTF">2026-09-12T06:34:29.5420000Z</dcterms:modified>
</coreProperties>
</file>