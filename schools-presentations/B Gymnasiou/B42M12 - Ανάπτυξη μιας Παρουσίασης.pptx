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ba450418c4487f" /><Relationship Type="http://schemas.openxmlformats.org/officeDocument/2006/relationships/extended-properties" Target="/docProps/app.xml" Id="R3dc346f8bf354f56" /><Relationship Type="http://schemas.openxmlformats.org/officeDocument/2006/relationships/officeDocument" Target="/ppt/presentation.xml" Id="R9cf76f9e8089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45d2dd08614a8b"/>
  </p:sldMasterIdLst>
  <p:notesMasterIdLst>
    <p:notesMasterId xmlns:r="http://schemas.openxmlformats.org/officeDocument/2006/relationships" r:id="R87902ccf4efd4900"/>
  </p:notesMasterIdLst>
  <p:sldIdLst>
    <p:sldId xmlns:r="http://schemas.openxmlformats.org/officeDocument/2006/relationships" id="256" r:id="Ra88cc2c27d5740e8"/>
    <p:sldId xmlns:r="http://schemas.openxmlformats.org/officeDocument/2006/relationships" id="257" r:id="R844e9ffc1b4e4079"/>
    <p:sldId xmlns:r="http://schemas.openxmlformats.org/officeDocument/2006/relationships" id="258" r:id="Rc83441bc5c3c4065"/>
    <p:sldId xmlns:r="http://schemas.openxmlformats.org/officeDocument/2006/relationships" id="259" r:id="R6d5825bafe4f42f0"/>
    <p:sldId xmlns:r="http://schemas.openxmlformats.org/officeDocument/2006/relationships" id="260" r:id="R5bda9d35f93f4dba"/>
    <p:sldId xmlns:r="http://schemas.openxmlformats.org/officeDocument/2006/relationships" id="261" r:id="R4b27aa91e3354670"/>
    <p:sldId xmlns:r="http://schemas.openxmlformats.org/officeDocument/2006/relationships" id="262" r:id="Rf116f5a7556945d9"/>
    <p:sldId xmlns:r="http://schemas.openxmlformats.org/officeDocument/2006/relationships" id="263" r:id="R3f7976a52dfb44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0a5adaf2a44e6" /><Relationship Type="http://schemas.openxmlformats.org/officeDocument/2006/relationships/slideMaster" Target="/ppt/slideMasters/slideMaster1.xml" Id="Rc545d2dd08614a8b" /><Relationship Type="http://schemas.openxmlformats.org/officeDocument/2006/relationships/notesMaster" Target="/ppt/notesMasters/notesMaster1.xml" Id="R87902ccf4efd4900" /><Relationship Type="http://schemas.openxmlformats.org/officeDocument/2006/relationships/presProps" Target="/ppt/presProps.xml" Id="R27b3ad79bba44e8b" /><Relationship Type="http://schemas.openxmlformats.org/officeDocument/2006/relationships/viewProps" Target="/ppt/viewProps.xml" Id="R4dd73d074ee246e4" /><Relationship Type="http://schemas.openxmlformats.org/officeDocument/2006/relationships/tableStyles" Target="/ppt/tableStyles.xml" Id="R129a45997e814832" /><Relationship Type="http://schemas.openxmlformats.org/officeDocument/2006/relationships/slide" Target="/ppt/slides/slide1.xml" Id="Ra88cc2c27d5740e8" /><Relationship Type="http://schemas.openxmlformats.org/officeDocument/2006/relationships/slide" Target="/ppt/slides/slide2.xml" Id="R844e9ffc1b4e4079" /><Relationship Type="http://schemas.openxmlformats.org/officeDocument/2006/relationships/slide" Target="/ppt/slides/slide3.xml" Id="Rc83441bc5c3c4065" /><Relationship Type="http://schemas.openxmlformats.org/officeDocument/2006/relationships/slide" Target="/ppt/slides/slide4.xml" Id="R6d5825bafe4f42f0" /><Relationship Type="http://schemas.openxmlformats.org/officeDocument/2006/relationships/slide" Target="/ppt/slides/slide5.xml" Id="R5bda9d35f93f4dba" /><Relationship Type="http://schemas.openxmlformats.org/officeDocument/2006/relationships/slide" Target="/ppt/slides/slide6.xml" Id="R4b27aa91e3354670" /><Relationship Type="http://schemas.openxmlformats.org/officeDocument/2006/relationships/slide" Target="/ppt/slides/slide7.xml" Id="Rf116f5a7556945d9" /><Relationship Type="http://schemas.openxmlformats.org/officeDocument/2006/relationships/slide" Target="/ppt/slides/slide8.xml" Id="R3f7976a52dfb44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6a58d6489f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de6a69a37b4477" /><Relationship Type="http://schemas.openxmlformats.org/officeDocument/2006/relationships/notesMaster" Target="/ppt/notesMasters/notesMaster1.xml" Id="R418273de59c649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f2b105edb94aa1" /><Relationship Type="http://schemas.openxmlformats.org/officeDocument/2006/relationships/notesMaster" Target="/ppt/notesMasters/notesMaster1.xml" Id="Rd2aa5a28103048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fca51c522f47b4" /><Relationship Type="http://schemas.openxmlformats.org/officeDocument/2006/relationships/notesMaster" Target="/ppt/notesMasters/notesMaster1.xml" Id="R7d5d31e2ff5045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d990eb21b64a60" /><Relationship Type="http://schemas.openxmlformats.org/officeDocument/2006/relationships/notesMaster" Target="/ppt/notesMasters/notesMaster1.xml" Id="R79bd4db8287448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b72c1657844938" /><Relationship Type="http://schemas.openxmlformats.org/officeDocument/2006/relationships/notesMaster" Target="/ppt/notesMasters/notesMaster1.xml" Id="Rf6820d913f21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aa4c0b68144ce5" /><Relationship Type="http://schemas.openxmlformats.org/officeDocument/2006/relationships/notesMaster" Target="/ppt/notesMasters/notesMaster1.xml" Id="R96e8acb756ae4e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865428da994614" /><Relationship Type="http://schemas.openxmlformats.org/officeDocument/2006/relationships/notesMaster" Target="/ppt/notesMasters/notesMaster1.xml" Id="R7777f45b61ef49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c377e11ed342c0" /><Relationship Type="http://schemas.openxmlformats.org/officeDocument/2006/relationships/notesMaster" Target="/ppt/notesMasters/notesMaster1.xml" Id="R6fdc77d4f122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985c464fe4e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b9f105a7c4d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929d378914a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7d4d0562e4c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6d4d7c76f47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3a5291190407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56b074bfe4d4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42a30329c468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cc79ca8e846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4fa5efd1449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eb0fa2b7f44d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2f1c7f244342c6" /><Relationship Type="http://schemas.openxmlformats.org/officeDocument/2006/relationships/slideLayout" Target="/ppt/slideLayouts/slideLayout1.xml" Id="R325141c6931342c2" /><Relationship Type="http://schemas.openxmlformats.org/officeDocument/2006/relationships/slideLayout" Target="/ppt/slideLayouts/slideLayout2.xml" Id="Ra9b76a7da52c4344" /><Relationship Type="http://schemas.openxmlformats.org/officeDocument/2006/relationships/slideLayout" Target="/ppt/slideLayouts/slideLayout3.xml" Id="Ra3965cda737c4233" /><Relationship Type="http://schemas.openxmlformats.org/officeDocument/2006/relationships/slideLayout" Target="/ppt/slideLayouts/slideLayout4.xml" Id="R388d61a3eac048cb" /><Relationship Type="http://schemas.openxmlformats.org/officeDocument/2006/relationships/slideLayout" Target="/ppt/slideLayouts/slideLayout5.xml" Id="R06945afc10a64c10" /><Relationship Type="http://schemas.openxmlformats.org/officeDocument/2006/relationships/slideLayout" Target="/ppt/slideLayouts/slideLayout6.xml" Id="Ra4e36ddf23c04d3d" /><Relationship Type="http://schemas.openxmlformats.org/officeDocument/2006/relationships/slideLayout" Target="/ppt/slideLayouts/slideLayout7.xml" Id="R09eaf15415784ea8" /><Relationship Type="http://schemas.openxmlformats.org/officeDocument/2006/relationships/slideLayout" Target="/ppt/slideLayouts/slideLayout8.xml" Id="Rc9a062c1b6144cc9" /><Relationship Type="http://schemas.openxmlformats.org/officeDocument/2006/relationships/slideLayout" Target="/ppt/slideLayouts/slideLayout9.xml" Id="R21060dc0d08d480b" /><Relationship Type="http://schemas.openxmlformats.org/officeDocument/2006/relationships/slideLayout" Target="/ppt/slideLayouts/slideLayout10.xml" Id="Rba4bf5d90a7242bd" /><Relationship Type="http://schemas.openxmlformats.org/officeDocument/2006/relationships/slideLayout" Target="/ppt/slideLayouts/slideLayout11.xml" Id="Rfc834bd1d578442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141c6931342c2"/>
    <p:sldLayoutId xmlns:r="http://schemas.openxmlformats.org/officeDocument/2006/relationships" id="2147483650" r:id="Ra9b76a7da52c4344"/>
    <p:sldLayoutId xmlns:r="http://schemas.openxmlformats.org/officeDocument/2006/relationships" id="2147483651" r:id="Ra3965cda737c4233"/>
    <p:sldLayoutId xmlns:r="http://schemas.openxmlformats.org/officeDocument/2006/relationships" id="2147483652" r:id="R388d61a3eac048cb"/>
    <p:sldLayoutId xmlns:r="http://schemas.openxmlformats.org/officeDocument/2006/relationships" id="2147483653" r:id="R06945afc10a64c10"/>
    <p:sldLayoutId xmlns:r="http://schemas.openxmlformats.org/officeDocument/2006/relationships" id="2147483654" r:id="Ra4e36ddf23c04d3d"/>
    <p:sldLayoutId xmlns:r="http://schemas.openxmlformats.org/officeDocument/2006/relationships" id="2147483655" r:id="R09eaf15415784ea8"/>
    <p:sldLayoutId xmlns:r="http://schemas.openxmlformats.org/officeDocument/2006/relationships" id="2147483656" r:id="Rc9a062c1b6144cc9"/>
    <p:sldLayoutId xmlns:r="http://schemas.openxmlformats.org/officeDocument/2006/relationships" id="2147483657" r:id="R21060dc0d08d480b"/>
    <p:sldLayoutId xmlns:r="http://schemas.openxmlformats.org/officeDocument/2006/relationships" id="2147483658" r:id="Rba4bf5d90a7242bd"/>
    <p:sldLayoutId xmlns:r="http://schemas.openxmlformats.org/officeDocument/2006/relationships" id="2147483659" r:id="Rfc834bd1d578442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716ed86e5482e" /><Relationship Type="http://schemas.openxmlformats.org/officeDocument/2006/relationships/notesSlide" Target="/ppt/notesSlides/notesSlide1.xml" Id="R509d9c4a5cc34b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32489f570a4498" /><Relationship Type="http://schemas.openxmlformats.org/officeDocument/2006/relationships/image" Target="/ppt/media/image.png" Id="R5e292f30aae646dd" /><Relationship Type="http://schemas.openxmlformats.org/officeDocument/2006/relationships/notesSlide" Target="/ppt/notesSlides/notesSlide2.xml" Id="R4a0019e8af0347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39dad9e5f84cfd" /><Relationship Type="http://schemas.openxmlformats.org/officeDocument/2006/relationships/image" Target="/ppt/media/image2.png" Id="Rb2d81a18dbeb440c" /><Relationship Type="http://schemas.openxmlformats.org/officeDocument/2006/relationships/notesSlide" Target="/ppt/notesSlides/notesSlide3.xml" Id="Rd2f265081b904f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f03f78960843d2" /><Relationship Type="http://schemas.openxmlformats.org/officeDocument/2006/relationships/image" Target="/ppt/media/image3.png" Id="R8601a84b962646f9" /><Relationship Type="http://schemas.openxmlformats.org/officeDocument/2006/relationships/notesSlide" Target="/ppt/notesSlides/notesSlide4.xml" Id="Rffa89b515841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76a8987ef94503" /><Relationship Type="http://schemas.openxmlformats.org/officeDocument/2006/relationships/image" Target="/ppt/media/image4.png" Id="R2d21a72b4c944091" /><Relationship Type="http://schemas.openxmlformats.org/officeDocument/2006/relationships/notesSlide" Target="/ppt/notesSlides/notesSlide5.xml" Id="Rbb3197656b0a40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7531b548e4d5a" /><Relationship Type="http://schemas.openxmlformats.org/officeDocument/2006/relationships/image" Target="/ppt/media/image5.png" Id="R6da167f2b05a4b1f" /><Relationship Type="http://schemas.openxmlformats.org/officeDocument/2006/relationships/notesSlide" Target="/ppt/notesSlides/notesSlide6.xml" Id="Rdd4b7229b51245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ccc02b0d394a8e" /><Relationship Type="http://schemas.openxmlformats.org/officeDocument/2006/relationships/notesSlide" Target="/ppt/notesSlides/notesSlide7.xml" Id="R1772f807662f4b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eeffe93bf74598" /><Relationship Type="http://schemas.openxmlformats.org/officeDocument/2006/relationships/notesSlide" Target="/ppt/notesSlides/notesSlide8.xml" Id="R1d2a02b8275f40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Υπόδειγμα Διαφανειών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D484D-59A7-42C4-B6B9-D6B56999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Άνοιγμα Slide Master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840E9-0564-4EC9-B077-B80340C4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View &gt; Slide Master.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Στα αριστερά εμφανίζεται το κύριο υπόδειγμα και οι επιμέρους διατάξεις.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92f30aae646dd"/>
          <a:stretch xmlns:a="http://schemas.openxmlformats.org/drawingml/2006/main"/>
        </p:blipFill>
        <p:spPr>
          <a:xfrm xmlns:a="http://schemas.openxmlformats.org/drawingml/2006/main">
            <a:off x="6762750" y="1744920"/>
            <a:ext cx="4191000" cy="3368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37F3F-542E-4FB6-A0FE-ECD39AAF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Αλλαγές σε όλες τις διαφάνειες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9B81C-5BC4-4CDF-9EB9-34EF9C03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Οι αλλαγές στο κύριο Slide Master επηρεάζουν όλες τις διατάξεις που συνδέονται με αυτό.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Μπορούμε να αλλάξουμε γραμματοσειρές, χρώματα και φόντο.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81a18dbeb440c"/>
          <a:stretch xmlns:a="http://schemas.openxmlformats.org/drawingml/2006/main"/>
        </p:blipFill>
        <p:spPr>
          <a:xfrm xmlns:a="http://schemas.openxmlformats.org/drawingml/2006/main">
            <a:off x="6762750" y="3262223"/>
            <a:ext cx="4191000" cy="3335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C6316-589D-4479-A2CE-69245814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Εικόνα στο υπόδειγμα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35B2E-555A-4A3A-94AF-F6EA5F74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Μέσα στο Slide Master επιλέγουμε Insert &gt; Pictures.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Τοποθετούμε και αλλάζουμε το μέγεθος της εικόνας μία φορά.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1a84b962646f9"/>
          <a:stretch xmlns:a="http://schemas.openxmlformats.org/drawingml/2006/main"/>
        </p:blipFill>
        <p:spPr>
          <a:xfrm xmlns:a="http://schemas.openxmlformats.org/drawingml/2006/main">
            <a:off x="6762750" y="3007118"/>
            <a:ext cx="4191000" cy="843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7A9A5-3693-4ACA-B593-3B27AB55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Header και Footer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CB54D-70A6-42BF-A3F9-B2BDFD52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&gt; Header &amp; Footer.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Ενεργοποιούμε Date and time, Slide number ή Footer και επιλέγουμε Apply to All.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1a72b4c944091"/>
          <a:stretch xmlns:a="http://schemas.openxmlformats.org/drawingml/2006/main"/>
        </p:blipFill>
        <p:spPr>
          <a:xfrm xmlns:a="http://schemas.openxmlformats.org/drawingml/2006/main">
            <a:off x="6762750" y="1653236"/>
            <a:ext cx="4191000" cy="35515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FD4B0-A7DA-497B-B484-73D40B75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Κλείσιμο υποδείγματος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716D6-6387-4451-AB2A-D2ECA73C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Slide Master &gt; Close Master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Επιστρέφουμε στην κανονική προβολή και ελέγχουμε όλες τις διαφάνειες.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Για αφαίρεση επιλέγουμε ξανά το αντικείμενο μέσα στο υπόδειγμα.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167f2b05a4b1f"/>
          <a:stretch xmlns:a="http://schemas.openxmlformats.org/drawingml/2006/main"/>
        </p:blipFill>
        <p:spPr>
          <a:xfrm xmlns:a="http://schemas.openxmlformats.org/drawingml/2006/main">
            <a:off x="7448377" y="1571625"/>
            <a:ext cx="2819745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1B63C-D92D-4AF2-98AC-F4173240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9394B-FD16-4BE2-9AF9-262D9F5F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1C1CE-5245-4313-BE03-D8EABA96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105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Συσκευές του ΗΥ.pptx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0A9BE-1E41-4403-8B1B-166070E2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Slide Master, εικόνες, μορφοποίηση και κοινά στοιχεία.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BB1DA-D693-4613-B8FC-D1681CF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381B4-4E42-4A5B-B15F-61CE5F7E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5C579-AEED-400B-8319-65A043CF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106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14-19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Master.pptx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8BA05-64C1-4A85-BE47-62B534B2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Έλεγξε και τροποποίησε το υπόδειγμα της παρουσίασης.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2026-09-12T06:53:09.5880000Z</dcterms:created>
  <dcterms:modified xsi:type="dcterms:W3CDTF">2026-09-12T06:53:09.5880000Z</dcterms:modified>
</coreProperties>
</file>