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B9A57D-C327-4398-8496-AFA0EDDE0842}" v="1" dt="2026-10-04T13:10:05.7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undo custSel modSld">
      <pc:chgData name="Άριστος Αρέστη" userId="813aa191-2d4c-464f-9d05-0a7e494d859f" providerId="ADAL" clId="{49C7B61D-1ACF-4AFF-A04E-A3B433E32474}" dt="2026-10-04T13:11:07.522" v="138" actId="1076"/>
      <pc:docMkLst>
        <pc:docMk/>
      </pc:docMkLst>
      <pc:sldChg chg="modSp mod">
        <pc:chgData name="Άριστος Αρέστη" userId="813aa191-2d4c-464f-9d05-0a7e494d859f" providerId="ADAL" clId="{49C7B61D-1ACF-4AFF-A04E-A3B433E32474}" dt="2026-09-26T07:04:17.173" v="4" actId="14100"/>
        <pc:sldMkLst>
          <pc:docMk/>
          <pc:sldMk cId="2026847565" sldId="257"/>
        </pc:sldMkLst>
        <pc:spChg chg="mod">
          <ac:chgData name="Άριστος Αρέστη" userId="813aa191-2d4c-464f-9d05-0a7e494d859f" providerId="ADAL" clId="{49C7B61D-1ACF-4AFF-A04E-A3B433E32474}" dt="2026-09-26T07:04:17.173" v="4" actId="14100"/>
          <ac:spMkLst>
            <pc:docMk/>
            <pc:sldMk cId="2026847565" sldId="257"/>
            <ac:spMk id="3" creationId="{D4CEFC6F-D7F1-4A73-AFFA-AAFF3F5EF57A}"/>
          </ac:spMkLst>
        </pc:spChg>
        <pc:picChg chg="mod">
          <ac:chgData name="Άριστος Αρέστη" userId="813aa191-2d4c-464f-9d05-0a7e494d859f" providerId="ADAL" clId="{49C7B61D-1ACF-4AFF-A04E-A3B433E32474}" dt="2026-09-26T07:00:40.950" v="1" actId="1076"/>
          <ac:picMkLst>
            <pc:docMk/>
            <pc:sldMk cId="2026847565" sldId="257"/>
            <ac:picMk id="8" creationId="{00000000-0000-0000-0000-000000000000}"/>
          </ac:picMkLst>
        </pc:picChg>
      </pc:sldChg>
      <pc:sldChg chg="addSp delSp modSp mod">
        <pc:chgData name="Άριστος Αρέστη" userId="813aa191-2d4c-464f-9d05-0a7e494d859f" providerId="ADAL" clId="{49C7B61D-1ACF-4AFF-A04E-A3B433E32474}" dt="2026-10-04T13:10:36.546" v="134" actId="1076"/>
        <pc:sldMkLst>
          <pc:docMk/>
          <pc:sldMk cId="2484230000" sldId="259"/>
        </pc:sldMkLst>
        <pc:spChg chg="mod">
          <ac:chgData name="Άριστος Αρέστη" userId="813aa191-2d4c-464f-9d05-0a7e494d859f" providerId="ADAL" clId="{49C7B61D-1ACF-4AFF-A04E-A3B433E32474}" dt="2026-10-04T13:09:11.634" v="122" actId="20577"/>
          <ac:spMkLst>
            <pc:docMk/>
            <pc:sldMk cId="2484230000" sldId="259"/>
            <ac:spMk id="2" creationId="{BBFCA288-4EC5-414D-AEB4-E7BEF6044991}"/>
          </ac:spMkLst>
        </pc:spChg>
        <pc:picChg chg="add mod">
          <ac:chgData name="Άριστος Αρέστη" userId="813aa191-2d4c-464f-9d05-0a7e494d859f" providerId="ADAL" clId="{49C7B61D-1ACF-4AFF-A04E-A3B433E32474}" dt="2026-10-04T13:10:36.546" v="134" actId="1076"/>
          <ac:picMkLst>
            <pc:docMk/>
            <pc:sldMk cId="2484230000" sldId="259"/>
            <ac:picMk id="5" creationId="{C2FEC765-3ECB-FD8D-4A25-238CE1087C46}"/>
          </ac:picMkLst>
        </pc:picChg>
        <pc:picChg chg="del">
          <ac:chgData name="Άριστος Αρέστη" userId="813aa191-2d4c-464f-9d05-0a7e494d859f" providerId="ADAL" clId="{49C7B61D-1ACF-4AFF-A04E-A3B433E32474}" dt="2026-10-04T13:07:39.495" v="56" actId="478"/>
          <ac:picMkLst>
            <pc:docMk/>
            <pc:sldMk cId="2484230000" sldId="259"/>
            <ac:picMk id="6" creationId="{00000000-0000-0000-0000-000000000000}"/>
          </ac:picMkLst>
        </pc:picChg>
        <pc:picChg chg="add mod">
          <ac:chgData name="Άριστος Αρέστη" userId="813aa191-2d4c-464f-9d05-0a7e494d859f" providerId="ADAL" clId="{49C7B61D-1ACF-4AFF-A04E-A3B433E32474}" dt="2026-10-04T13:10:30.943" v="132" actId="1076"/>
          <ac:picMkLst>
            <pc:docMk/>
            <pc:sldMk cId="2484230000" sldId="259"/>
            <ac:picMk id="7" creationId="{DB99230E-41AF-C2AC-F36F-54358171983B}"/>
          </ac:picMkLst>
        </pc:picChg>
      </pc:sldChg>
      <pc:sldChg chg="modSp mod">
        <pc:chgData name="Άριστος Αρέστη" userId="813aa191-2d4c-464f-9d05-0a7e494d859f" providerId="ADAL" clId="{49C7B61D-1ACF-4AFF-A04E-A3B433E32474}" dt="2026-10-04T13:11:07.522" v="138" actId="1076"/>
        <pc:sldMkLst>
          <pc:docMk/>
          <pc:sldMk cId="1720723223" sldId="260"/>
        </pc:sldMkLst>
        <pc:spChg chg="mod">
          <ac:chgData name="Άριστος Αρέστη" userId="813aa191-2d4c-464f-9d05-0a7e494d859f" providerId="ADAL" clId="{49C7B61D-1ACF-4AFF-A04E-A3B433E32474}" dt="2026-09-29T18:00:56.828" v="55" actId="20577"/>
          <ac:spMkLst>
            <pc:docMk/>
            <pc:sldMk cId="1720723223" sldId="260"/>
            <ac:spMk id="2" creationId="{D1F662CB-33B1-4659-9CA3-CE9DB862A1A3}"/>
          </ac:spMkLst>
        </pc:spChg>
        <pc:spChg chg="mod">
          <ac:chgData name="Άριστος Αρέστη" userId="813aa191-2d4c-464f-9d05-0a7e494d859f" providerId="ADAL" clId="{49C7B61D-1ACF-4AFF-A04E-A3B433E32474}" dt="2026-10-04T13:11:07.522" v="138" actId="1076"/>
          <ac:spMkLst>
            <pc:docMk/>
            <pc:sldMk cId="1720723223" sldId="260"/>
            <ac:spMk id="4" creationId="{50AA72A7-D120-4A4C-8FC6-7C374DCE171A}"/>
          </ac:spMkLst>
        </pc:spChg>
      </pc:sldChg>
      <pc:sldChg chg="modSp mod">
        <pc:chgData name="Άριστος Αρέστη" userId="813aa191-2d4c-464f-9d05-0a7e494d859f" providerId="ADAL" clId="{49C7B61D-1ACF-4AFF-A04E-A3B433E32474}" dt="2026-10-04T13:10:05.750" v="124" actId="27636"/>
        <pc:sldMkLst>
          <pc:docMk/>
          <pc:sldMk cId="3815878654" sldId="262"/>
        </pc:sldMkLst>
        <pc:spChg chg="mod">
          <ac:chgData name="Άριστος Αρέστη" userId="813aa191-2d4c-464f-9d05-0a7e494d859f" providerId="ADAL" clId="{49C7B61D-1ACF-4AFF-A04E-A3B433E32474}" dt="2026-10-04T13:10:05.750" v="124" actId="27636"/>
          <ac:spMkLst>
            <pc:docMk/>
            <pc:sldMk cId="3815878654" sldId="262"/>
            <ac:spMk id="5" creationId="{CCA98429-4714-4060-B1B6-98546C45466D}"/>
          </ac:spMkLst>
        </pc:spChg>
      </pc:sldChg>
      <pc:sldChg chg="modSp mod">
        <pc:chgData name="Άριστος Αρέστη" userId="813aa191-2d4c-464f-9d05-0a7e494d859f" providerId="ADAL" clId="{49C7B61D-1ACF-4AFF-A04E-A3B433E32474}" dt="2026-10-04T13:10:05.754" v="125" actId="27636"/>
        <pc:sldMkLst>
          <pc:docMk/>
          <pc:sldMk cId="608684808" sldId="263"/>
        </pc:sldMkLst>
        <pc:spChg chg="mod">
          <ac:chgData name="Άριστος Αρέστη" userId="813aa191-2d4c-464f-9d05-0a7e494d859f" providerId="ADAL" clId="{49C7B61D-1ACF-4AFF-A04E-A3B433E32474}" dt="2026-10-04T13:10:05.754" v="125" actId="27636"/>
          <ac:spMkLst>
            <pc:docMk/>
            <pc:sldMk cId="608684808" sldId="263"/>
            <ac:spMk id="5" creationId="{321DCD93-9B7A-48EF-BE3F-395F3705152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04-Oct-26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04-Oct-26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04-Oct-26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04-Oct-26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04-Oct-26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04-Oct-26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04-Oct-26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04-Oct-26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04-Oct-26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04-Oct-26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04-Oct-26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99004-FBBF-4BCC-9BC3-88F554ADE514}" type="datetimeFigureOut">
              <a:t>04-Oct-26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noGrp="1"/>
          </p:cNvSpPr>
          <p:nvPr/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noGrp="1"/>
          </p:cNvSpPr>
          <p:nvPr/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Επεξεργασία αριθμητικών δεδομένων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noGrp="1"/>
          </p:cNvSpPr>
          <p:nvPr/>
        </p:nv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854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4B5BE5-9907-4D6D-8EA0-AC8960591A4A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Δημιουργία τύπου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32C412-BB87-4643-BD9F-23098B63ED65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5429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Κάθε τύπος αρχίζει με το σύμβολο =.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CEFC6F-D7F1-4A73-AFFA-AAFF3F5EF57A}"/>
              </a:ext>
            </a:extLst>
          </p:cNvPr>
          <p:cNvSpPr>
            <a:spLocks noGrp="1"/>
          </p:cNvSpPr>
          <p:nvPr/>
        </p:nvSpPr>
        <p:spPr>
          <a:xfrm>
            <a:off x="476250" y="2032000"/>
            <a:ext cx="5048250" cy="3444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ιλέγουμε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το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κελί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του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απ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οτελέσμ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ατος.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Γράφουμε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= και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τις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διευθύνσεις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των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κελιών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Πα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τάμε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Enter.</a:t>
            </a:r>
          </a:p>
          <a:p>
            <a:endParaRPr sz="1950" b="0" dirty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Το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απ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οτέλεσμ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 φαίνεται στο κελί. Ο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τύ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πος παραμένει στη Formula Bar.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39206" y="1810512"/>
            <a:ext cx="6528560" cy="244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630979-812A-4E4A-95FF-A1F6E6F85B6C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Αριθμητικοί τελεστές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1E0FC5-6A7F-446F-A481-0495C164E8A4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Πρόσθεση: +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Αφαίρεση: -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Πολλαπλασιασμός: *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Διαίρεση: /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Ύψωση σε δύναμη: ^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7D5473-D21F-4FD4-B702-A67AA0AA7062}"/>
              </a:ext>
            </a:extLst>
          </p:cNvPr>
          <p:cNvSpPr>
            <a:spLocks noGrp="1"/>
          </p:cNvSpPr>
          <p:nvPr/>
        </p:nvSpPr>
        <p:spPr>
          <a:xfrm>
            <a:off x="857250" y="5286375"/>
            <a:ext cx="5429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Χρησιμοποιούμε διευθύνσεις κελιών αντί να αντιγράφουμε τους αριθμούς.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FA562-3876-4DD8-8B1F-7193DFD3B766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09575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=B4+C4</a:t>
            </a:r>
          </a:p>
          <a:p>
            <a:endParaRPr sz="2250" b="1">
              <a:solidFill>
                <a:srgbClr val="D84B00"/>
              </a:solidFill>
              <a:latin typeface="Arial"/>
              <a:ea typeface="Arial"/>
              <a:cs typeface="Arial"/>
            </a:endParaRP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=B4/D4*100</a:t>
            </a:r>
          </a:p>
        </p:txBody>
      </p:sp>
    </p:spTree>
    <p:extLst>
      <p:ext uri="{BB962C8B-B14F-4D97-AF65-F5344CB8AC3E}">
        <p14:creationId xmlns:p14="http://schemas.microsoft.com/office/powerpoint/2010/main" val="213393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B10A29-CC5F-4EB4-B32D-40B49F55DBAB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Αντιγραφή τύπων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FCA288-4EC5-414D-AEB4-E7BEF6044991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ιλέγουμε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το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κελί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με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τον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τύ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πο.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Copy.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Επ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ιλέγουμε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την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π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εριοχή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π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ροορισμού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4. Paste.</a:t>
            </a:r>
          </a:p>
          <a:p>
            <a:endParaRPr sz="1950" b="0" dirty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Το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Excel π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ροσ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αρμόζει τις αναφορές των κελιών σε κάθε νέα γραμμή.</a:t>
            </a:r>
            <a:endParaRPr lang="en-US" sz="1950" b="0" dirty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endParaRPr lang="en-US" sz="1950" dirty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endParaRPr lang="en-US" sz="1950" b="0" dirty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l-GR" sz="195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Δεύτερος τρόπος αντιγραφής</a:t>
            </a:r>
            <a:r>
              <a:rPr lang="en-GB" sz="195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;;;</a:t>
            </a:r>
            <a:endParaRPr sz="1950" b="0" dirty="0">
              <a:solidFill>
                <a:srgbClr val="151515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EC765-3ECB-FD8D-4A25-238CE1087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694" y="3938992"/>
            <a:ext cx="2985668" cy="2296668"/>
          </a:xfrm>
          <a:prstGeom prst="rect">
            <a:avLst/>
          </a:prstGeom>
        </p:spPr>
      </p:pic>
      <p:pic>
        <p:nvPicPr>
          <p:cNvPr id="7" name="Picture 6" descr="Child scratching head with question mark on blackboard concept for confusion, brainstorming and choice. Child thinking stock images, royalty-free photos and pictures">
            <a:extLst>
              <a:ext uri="{FF2B5EF4-FFF2-40B4-BE49-F238E27FC236}">
                <a16:creationId xmlns:a16="http://schemas.microsoft.com/office/drawing/2014/main" id="{DB99230E-41AF-C2AC-F36F-543581719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335" y="843581"/>
            <a:ext cx="3411643" cy="316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E0FE705-471C-4F92-BC5E-4A79FE81C03D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Βασικά μηνύματα λάθους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F662CB-33B1-4659-9CA3-CE9DB862A1A3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#DIV/0! 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Δι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αίρεση με μηδέν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#NAME? 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Λάθος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όνομ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 ή χαρακτήρας</a:t>
            </a:r>
            <a:r>
              <a:rPr lang="en-US"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lang="el-GR"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ή όχι </a:t>
            </a:r>
            <a:r>
              <a:rPr lang="el-GR"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λατινικοί χαρακτήρες( Θ3 )</a:t>
            </a:r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#VALUE! 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Ακ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ατάλληλο περιεχόμενο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#REF! 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Αν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αφορά σε κελί που διαγράφηκε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BD5EEA-E6F4-444F-8E0A-C100E77BA505}"/>
              </a:ext>
            </a:extLst>
          </p:cNvPr>
          <p:cNvSpPr>
            <a:spLocks noGrp="1"/>
          </p:cNvSpPr>
          <p:nvPr/>
        </p:nvSpPr>
        <p:spPr>
          <a:xfrm>
            <a:off x="857250" y="5286375"/>
            <a:ext cx="5429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1650" b="1" dirty="0" err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Ελέγχουμε</a:t>
            </a:r>
            <a:r>
              <a:rPr sz="1650" b="1" dirty="0">
                <a:solidFill>
                  <a:srgbClr val="D84B00"/>
                </a:solidFill>
                <a:latin typeface="Arial"/>
                <a:ea typeface="Arial"/>
                <a:cs typeface="Arial"/>
              </a:rPr>
              <a:t> π</a:t>
            </a:r>
            <a:r>
              <a:rPr sz="1650" b="1" dirty="0" err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ρώτ</a:t>
            </a:r>
            <a:r>
              <a:rPr sz="16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α τον τύπο και τις διευθύνσεις των κελιών.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AA72A7-D120-4A4C-8FC6-7C374DCE171A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09575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D84B00"/>
                </a:solidFill>
                <a:latin typeface="Arial"/>
                <a:ea typeface="Arial"/>
                <a:cs typeface="Arial"/>
              </a:rPr>
              <a:t>#DIV/0!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D84B00"/>
                </a:solidFill>
                <a:latin typeface="Arial"/>
                <a:ea typeface="Arial"/>
                <a:cs typeface="Arial"/>
              </a:rPr>
              <a:t>#NAME?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D84B00"/>
                </a:solidFill>
                <a:latin typeface="Arial"/>
                <a:ea typeface="Arial"/>
                <a:cs typeface="Arial"/>
              </a:rPr>
              <a:t>#VALUE!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D84B00"/>
                </a:solidFill>
                <a:latin typeface="Arial"/>
                <a:ea typeface="Arial"/>
                <a:cs typeface="Arial"/>
              </a:rPr>
              <a:t>#REF!</a:t>
            </a:r>
          </a:p>
        </p:txBody>
      </p:sp>
    </p:spTree>
    <p:extLst>
      <p:ext uri="{BB962C8B-B14F-4D97-AF65-F5344CB8AC3E}">
        <p14:creationId xmlns:p14="http://schemas.microsoft.com/office/powerpoint/2010/main" val="1720723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36F172-471B-4401-9B4D-E49E1BD24D37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Έλεγχος και διόρθωση τύπου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E5B94-6A5A-487C-B3C7-B5C5FB8813F7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Κάνουμε διπλό κλικ στο κελί ή επιλέγουμε τη Formula Bar.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Ελέγχουμε τους τελεστές και τις αναφορές.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Διορθώνουμε τον τύπο και πατάμε Enter.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Αντιγράφουμε ξανά τον διορθωμένο τύπο.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31601" y="1571625"/>
            <a:ext cx="3653298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A98429-4714-4060-B1B6-98546C45466D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43"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16AF44-4599-4B92-8CC7-2092878D6213}"/>
              </a:ext>
            </a:extLst>
          </p:cNvPr>
          <p:cNvSpPr>
            <a:spLocks noGrp="1"/>
          </p:cNvSpPr>
          <p:nvPr/>
        </p:nvSpPr>
        <p:spPr>
          <a:xfrm>
            <a:off x="5905500" y="1190625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937CC2-9B89-4128-B7BD-F6ED70972A85}"/>
              </a:ext>
            </a:extLst>
          </p:cNvPr>
          <p:cNvSpPr>
            <a:spLocks noGrp="1"/>
          </p:cNvSpPr>
          <p:nvPr/>
        </p:nvSpPr>
        <p:spPr>
          <a:xfrm>
            <a:off x="5905500" y="2095500"/>
            <a:ext cx="619125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33–34</a:t>
            </a:r>
          </a:p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1–15</a:t>
            </a:r>
          </a:p>
          <a:p>
            <a:endParaRPr sz="2175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Πράξεις.xlsx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107B16-3199-458F-9CE6-D16D6AC18E74}"/>
              </a:ext>
            </a:extLst>
          </p:cNvPr>
          <p:cNvSpPr>
            <a:spLocks noGrp="1"/>
          </p:cNvSpPr>
          <p:nvPr/>
        </p:nvSpPr>
        <p:spPr>
          <a:xfrm>
            <a:off x="5905500" y="5000625"/>
            <a:ext cx="6096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Δημιουργία, αντιγραφή και διόρθωση τύπων.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1DCD93-9B7A-48EF-BE3F-395F37051529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407" lnSpcReduction="20000"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55E74E-AE3E-46E0-B479-D3292EBE9166}"/>
              </a:ext>
            </a:extLst>
          </p:cNvPr>
          <p:cNvSpPr>
            <a:spLocks noGrp="1"/>
          </p:cNvSpPr>
          <p:nvPr/>
        </p:nvSpPr>
        <p:spPr>
          <a:xfrm>
            <a:off x="4762500" y="1857375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6CD61E-60AE-4EE5-8928-C6B36944D919}"/>
              </a:ext>
            </a:extLst>
          </p:cNvPr>
          <p:cNvSpPr>
            <a:spLocks noGrp="1"/>
          </p:cNvSpPr>
          <p:nvPr/>
        </p:nvSpPr>
        <p:spPr>
          <a:xfrm>
            <a:off x="4762500" y="2857500"/>
            <a:ext cx="619125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34–35</a:t>
            </a:r>
          </a:p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16–23</a:t>
            </a:r>
          </a:p>
          <a:p>
            <a:endParaRPr sz="2175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Πράξεις.xlsx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D69B65-27F3-4EC0-A033-DF0FE8FE9709}"/>
              </a:ext>
            </a:extLst>
          </p:cNvPr>
          <p:cNvSpPr>
            <a:spLocks noGrp="1"/>
          </p:cNvSpPr>
          <p:nvPr/>
        </p:nvSpPr>
        <p:spPr>
          <a:xfrm>
            <a:off x="4762500" y="5000625"/>
            <a:ext cx="6096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Εφάρμοσε τύπους και αναγνώρισε τα μηνύματα λάθους.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324</Words>
  <Application>Microsoft Office PowerPoint</Application>
  <DocSecurity>0</DocSecurity>
  <PresentationFormat>Widescreen</PresentationFormat>
  <Paragraphs>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Επεξεργασία αριθμητικών δεδομένων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2026-09-12T06:34:04Z</dcterms:created>
  <dcterms:modified xsi:type="dcterms:W3CDTF">2026-10-04T13:11:12Z</dcterms:modified>
</cp:coreProperties>
</file>