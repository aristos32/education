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0f25c8b4334eec" /><Relationship Type="http://schemas.openxmlformats.org/officeDocument/2006/relationships/extended-properties" Target="/docProps/app.xml" Id="R7e011996283f4e9b" /><Relationship Type="http://schemas.openxmlformats.org/officeDocument/2006/relationships/officeDocument" Target="/ppt/presentation.xml" Id="Rfff874b40df143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61161af146409b"/>
  </p:sldMasterIdLst>
  <p:notesMasterIdLst>
    <p:notesMasterId xmlns:r="http://schemas.openxmlformats.org/officeDocument/2006/relationships" r:id="Rf68a3fb0ce0d49dc"/>
  </p:notesMasterIdLst>
  <p:sldIdLst>
    <p:sldId xmlns:r="http://schemas.openxmlformats.org/officeDocument/2006/relationships" id="256" r:id="Rd922bc34330c49a8"/>
    <p:sldId xmlns:r="http://schemas.openxmlformats.org/officeDocument/2006/relationships" id="257" r:id="R1743196dce99448a"/>
    <p:sldId xmlns:r="http://schemas.openxmlformats.org/officeDocument/2006/relationships" id="258" r:id="R4d4fea81e0384f4d"/>
    <p:sldId xmlns:r="http://schemas.openxmlformats.org/officeDocument/2006/relationships" id="259" r:id="R3bf4d33810d04218"/>
    <p:sldId xmlns:r="http://schemas.openxmlformats.org/officeDocument/2006/relationships" id="260" r:id="R9d41b54783224ad4"/>
    <p:sldId xmlns:r="http://schemas.openxmlformats.org/officeDocument/2006/relationships" id="261" r:id="R6338ebe4b1f64d22"/>
    <p:sldId xmlns:r="http://schemas.openxmlformats.org/officeDocument/2006/relationships" id="262" r:id="Rdd9ba75b77e1418c"/>
    <p:sldId xmlns:r="http://schemas.openxmlformats.org/officeDocument/2006/relationships" id="263" r:id="Rc70035171f9f48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9f637f3a3d46e7" /><Relationship Type="http://schemas.openxmlformats.org/officeDocument/2006/relationships/slideMaster" Target="/ppt/slideMasters/slideMaster1.xml" Id="R0361161af146409b" /><Relationship Type="http://schemas.openxmlformats.org/officeDocument/2006/relationships/notesMaster" Target="/ppt/notesMasters/notesMaster1.xml" Id="Rf68a3fb0ce0d49dc" /><Relationship Type="http://schemas.openxmlformats.org/officeDocument/2006/relationships/presProps" Target="/ppt/presProps.xml" Id="Ree07fc807a7744fc" /><Relationship Type="http://schemas.openxmlformats.org/officeDocument/2006/relationships/viewProps" Target="/ppt/viewProps.xml" Id="R7b7ef6222d8e45c2" /><Relationship Type="http://schemas.openxmlformats.org/officeDocument/2006/relationships/tableStyles" Target="/ppt/tableStyles.xml" Id="R3afa8869fbb1439a" /><Relationship Type="http://schemas.openxmlformats.org/officeDocument/2006/relationships/slide" Target="/ppt/slides/slide1.xml" Id="Rd922bc34330c49a8" /><Relationship Type="http://schemas.openxmlformats.org/officeDocument/2006/relationships/slide" Target="/ppt/slides/slide2.xml" Id="R1743196dce99448a" /><Relationship Type="http://schemas.openxmlformats.org/officeDocument/2006/relationships/slide" Target="/ppt/slides/slide3.xml" Id="R4d4fea81e0384f4d" /><Relationship Type="http://schemas.openxmlformats.org/officeDocument/2006/relationships/slide" Target="/ppt/slides/slide4.xml" Id="R3bf4d33810d04218" /><Relationship Type="http://schemas.openxmlformats.org/officeDocument/2006/relationships/slide" Target="/ppt/slides/slide5.xml" Id="R9d41b54783224ad4" /><Relationship Type="http://schemas.openxmlformats.org/officeDocument/2006/relationships/slide" Target="/ppt/slides/slide6.xml" Id="R6338ebe4b1f64d22" /><Relationship Type="http://schemas.openxmlformats.org/officeDocument/2006/relationships/slide" Target="/ppt/slides/slide7.xml" Id="Rdd9ba75b77e1418c" /><Relationship Type="http://schemas.openxmlformats.org/officeDocument/2006/relationships/slide" Target="/ppt/slides/slide8.xml" Id="Rc70035171f9f48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68c4a32a2343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75e9af77f44fcc" /><Relationship Type="http://schemas.openxmlformats.org/officeDocument/2006/relationships/notesMaster" Target="/ppt/notesMasters/notesMaster1.xml" Id="R2abbb810b70841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ef035140214de6" /><Relationship Type="http://schemas.openxmlformats.org/officeDocument/2006/relationships/notesMaster" Target="/ppt/notesMasters/notesMaster1.xml" Id="R2a116b39a76d46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c302b8c1934f97" /><Relationship Type="http://schemas.openxmlformats.org/officeDocument/2006/relationships/notesMaster" Target="/ppt/notesMasters/notesMaster1.xml" Id="R1ca69ad7a76e4d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1cac54fc794700" /><Relationship Type="http://schemas.openxmlformats.org/officeDocument/2006/relationships/notesMaster" Target="/ppt/notesMasters/notesMaster1.xml" Id="Raed56eaed41c44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018e1fed144e3e" /><Relationship Type="http://schemas.openxmlformats.org/officeDocument/2006/relationships/notesMaster" Target="/ppt/notesMasters/notesMaster1.xml" Id="R274a1aa8a91047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d32afb30d843f0" /><Relationship Type="http://schemas.openxmlformats.org/officeDocument/2006/relationships/notesMaster" Target="/ppt/notesMasters/notesMaster1.xml" Id="Ra4f9ebd7fa9348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4efdadd87c4c41" /><Relationship Type="http://schemas.openxmlformats.org/officeDocument/2006/relationships/notesMaster" Target="/ppt/notesMasters/notesMaster1.xml" Id="R5c715ea5348941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a86e8b80fb4eae" /><Relationship Type="http://schemas.openxmlformats.org/officeDocument/2006/relationships/notesMaster" Target="/ppt/notesMasters/notesMaster1.xml" Id="R71bcace0a0584b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19fa64da584fc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dc9d127e5240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768756c25e48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1614fe8b9d44b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78515a05b74e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4ae74348dc4cd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8f418aa91b45e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b1479b06eb466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7ddc3161904a0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078376afa344e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97ae75e167478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94126d192b43da" /><Relationship Type="http://schemas.openxmlformats.org/officeDocument/2006/relationships/slideLayout" Target="/ppt/slideLayouts/slideLayout1.xml" Id="R7d9c2dd354b44a52" /><Relationship Type="http://schemas.openxmlformats.org/officeDocument/2006/relationships/slideLayout" Target="/ppt/slideLayouts/slideLayout2.xml" Id="R320b5679d6fd4b0a" /><Relationship Type="http://schemas.openxmlformats.org/officeDocument/2006/relationships/slideLayout" Target="/ppt/slideLayouts/slideLayout3.xml" Id="Rfa386911054d4474" /><Relationship Type="http://schemas.openxmlformats.org/officeDocument/2006/relationships/slideLayout" Target="/ppt/slideLayouts/slideLayout4.xml" Id="R2dc31246e3b041a2" /><Relationship Type="http://schemas.openxmlformats.org/officeDocument/2006/relationships/slideLayout" Target="/ppt/slideLayouts/slideLayout5.xml" Id="R92f1c3382854462d" /><Relationship Type="http://schemas.openxmlformats.org/officeDocument/2006/relationships/slideLayout" Target="/ppt/slideLayouts/slideLayout6.xml" Id="R0fa47a9e3e7c4e8b" /><Relationship Type="http://schemas.openxmlformats.org/officeDocument/2006/relationships/slideLayout" Target="/ppt/slideLayouts/slideLayout7.xml" Id="Ra78f3475fb2a4506" /><Relationship Type="http://schemas.openxmlformats.org/officeDocument/2006/relationships/slideLayout" Target="/ppt/slideLayouts/slideLayout8.xml" Id="R2971b86c85b54ba2" /><Relationship Type="http://schemas.openxmlformats.org/officeDocument/2006/relationships/slideLayout" Target="/ppt/slideLayouts/slideLayout9.xml" Id="R5b26539c2a5448a6" /><Relationship Type="http://schemas.openxmlformats.org/officeDocument/2006/relationships/slideLayout" Target="/ppt/slideLayouts/slideLayout10.xml" Id="R40159806529345c9" /><Relationship Type="http://schemas.openxmlformats.org/officeDocument/2006/relationships/slideLayout" Target="/ppt/slideLayouts/slideLayout11.xml" Id="R66b1adc60a544c1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EDB99004-FBBF-4BCC-9BC3-88F554ADE514}" type="datetimeFigureOut">
              <a:t>09/10/2026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9c2dd354b44a52"/>
    <p:sldLayoutId xmlns:r="http://schemas.openxmlformats.org/officeDocument/2006/relationships" id="2147483650" r:id="R320b5679d6fd4b0a"/>
    <p:sldLayoutId xmlns:r="http://schemas.openxmlformats.org/officeDocument/2006/relationships" id="2147483651" r:id="Rfa386911054d4474"/>
    <p:sldLayoutId xmlns:r="http://schemas.openxmlformats.org/officeDocument/2006/relationships" id="2147483652" r:id="R2dc31246e3b041a2"/>
    <p:sldLayoutId xmlns:r="http://schemas.openxmlformats.org/officeDocument/2006/relationships" id="2147483653" r:id="R92f1c3382854462d"/>
    <p:sldLayoutId xmlns:r="http://schemas.openxmlformats.org/officeDocument/2006/relationships" id="2147483654" r:id="R0fa47a9e3e7c4e8b"/>
    <p:sldLayoutId xmlns:r="http://schemas.openxmlformats.org/officeDocument/2006/relationships" id="2147483655" r:id="Ra78f3475fb2a4506"/>
    <p:sldLayoutId xmlns:r="http://schemas.openxmlformats.org/officeDocument/2006/relationships" id="2147483656" r:id="R2971b86c85b54ba2"/>
    <p:sldLayoutId xmlns:r="http://schemas.openxmlformats.org/officeDocument/2006/relationships" id="2147483657" r:id="R5b26539c2a5448a6"/>
    <p:sldLayoutId xmlns:r="http://schemas.openxmlformats.org/officeDocument/2006/relationships" id="2147483658" r:id="R40159806529345c9"/>
    <p:sldLayoutId xmlns:r="http://schemas.openxmlformats.org/officeDocument/2006/relationships" id="2147483659" r:id="R66b1adc60a544c1f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36889aa1a4d6f" /><Relationship Type="http://schemas.openxmlformats.org/officeDocument/2006/relationships/notesSlide" Target="/ppt/notesSlides/notesSlide1.xml" Id="R01071d245bae46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3fcf44c3a7484c" /><Relationship Type="http://schemas.openxmlformats.org/officeDocument/2006/relationships/image" Target="/ppt/media/image.png" Id="R2c34366dd4a444ca" /><Relationship Type="http://schemas.openxmlformats.org/officeDocument/2006/relationships/image" Target="/ppt/media/image2.png" Id="R64af8a2af17c4aa0" /><Relationship Type="http://schemas.openxmlformats.org/officeDocument/2006/relationships/notesSlide" Target="/ppt/notesSlides/notesSlide2.xml" Id="R13d85b45ef5244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4c871e9ff34951" /><Relationship Type="http://schemas.openxmlformats.org/officeDocument/2006/relationships/image" Target="/ppt/media/image3.png" Id="R7c1805cdb3aa41b3" /><Relationship Type="http://schemas.openxmlformats.org/officeDocument/2006/relationships/image" Target="/ppt/media/image4.png" Id="R369dafd684bd408b" /><Relationship Type="http://schemas.openxmlformats.org/officeDocument/2006/relationships/notesSlide" Target="/ppt/notesSlides/notesSlide3.xml" Id="R984e8351416a48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386c987d7e4914" /><Relationship Type="http://schemas.openxmlformats.org/officeDocument/2006/relationships/image" Target="/ppt/media/image5.png" Id="Rde8e4a9ab5724f15" /><Relationship Type="http://schemas.openxmlformats.org/officeDocument/2006/relationships/image" Target="/ppt/media/image6.png" Id="R8d6949cd1b3e4547" /><Relationship Type="http://schemas.openxmlformats.org/officeDocument/2006/relationships/notesSlide" Target="/ppt/notesSlides/notesSlide4.xml" Id="R7f0d21b1586c48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ccf182e3134070" /><Relationship Type="http://schemas.openxmlformats.org/officeDocument/2006/relationships/image" Target="/ppt/media/image7.png" Id="R429ca72506ef45bd" /><Relationship Type="http://schemas.openxmlformats.org/officeDocument/2006/relationships/image" Target="/ppt/media/image8.png" Id="Rf100e3077ec448a7" /><Relationship Type="http://schemas.openxmlformats.org/officeDocument/2006/relationships/notesSlide" Target="/ppt/notesSlides/notesSlide5.xml" Id="R72134c9f3e8144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f7037062d54d05" /><Relationship Type="http://schemas.openxmlformats.org/officeDocument/2006/relationships/image" Target="/ppt/media/image9.png" Id="Rb214b74e78fd4008" /><Relationship Type="http://schemas.openxmlformats.org/officeDocument/2006/relationships/notesSlide" Target="/ppt/notesSlides/notesSlide6.xml" Id="Rd0569dcf149748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7c24b056504dc0" /><Relationship Type="http://schemas.openxmlformats.org/officeDocument/2006/relationships/notesSlide" Target="/ppt/notesSlides/notesSlide7.xml" Id="R63f530cfdbea4b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e95869457548d6" /><Relationship Type="http://schemas.openxmlformats.org/officeDocument/2006/relationships/notesSlide" Target="/ppt/notesSlides/notesSlide8.xml" Id="R56eed36f67e442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useBgFill="1"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99" cy="685736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"/>
            <a:ext cx="12192000" cy="441258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64" y="551962"/>
            <a:ext cx="10999072" cy="461854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293338"/>
            <a:ext cx="9144000" cy="3274592"/>
          </a:xfr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Βασική Μορφοποίηση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  <a:p xmlns:a="http://schemas.openxmlformats.org/drawingml/2006/main"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Υπολογιστικού Φύλλου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5514052"/>
            <a:ext cx="9144000" cy="65191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traight Connector 13">
            <a:extLst xmlns:a="http://schemas.openxmlformats.org/drawingml/2006/main"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96464" y="6354708"/>
            <a:ext cx="11000232" cy="0"/>
          </a:xfrm>
          <a:prstGeom xmlns:a="http://schemas.openxmlformats.org/drawingml/2006/main" prst="line">
            <a:avLst/>
          </a:prstGeom>
          <a:ln xmlns:a="http://schemas.openxmlformats.org/drawingml/2006/main" w="101600">
            <a:solidFill>
              <a:schemeClr val="accent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30198546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11002-FA70-4EEA-8627-6B898902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Γραμματοσειρά και μέγεθος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B1D53-1C87-4027-916E-E81D9AC8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Επιλέγουμε τα κελιά.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Home &gt; Font.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Διαλέγουμε γραμματοσειρά και μέγεθος.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4366dd4a444ca"/>
          <a:stretch xmlns:a="http://schemas.openxmlformats.org/drawingml/2006/main"/>
        </p:blipFill>
        <p:spPr>
          <a:xfrm xmlns:a="http://schemas.openxmlformats.org/drawingml/2006/main">
            <a:off x="6572250" y="2991102"/>
            <a:ext cx="2143125" cy="875796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af8a2af17c4aa0"/>
          <a:stretch xmlns:a="http://schemas.openxmlformats.org/drawingml/2006/main"/>
        </p:blipFill>
        <p:spPr>
          <a:xfrm xmlns:a="http://schemas.openxmlformats.org/drawingml/2006/main">
            <a:off x="8905875" y="2460143"/>
            <a:ext cx="2143125" cy="19377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C7E6B-7E11-4F09-B0DB-6B42702E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Έντονα, πλάγια και υπογράμμιση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78C363-8718-47F6-941E-8AD5B00E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Bold: έντονη γραφή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Italic: πλάγια γραφή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Underline: απλή ή διπλή υπογράμμιση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Επιλέγουμε πρώτα τα κελιά και μετά τη μορφοποίηση.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805cdb3aa41b3"/>
          <a:stretch xmlns:a="http://schemas.openxmlformats.org/drawingml/2006/main"/>
        </p:blipFill>
        <p:spPr>
          <a:xfrm xmlns:a="http://schemas.openxmlformats.org/drawingml/2006/main">
            <a:off x="6572250" y="2991102"/>
            <a:ext cx="2143125" cy="875796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dafd684bd408b"/>
          <a:stretch xmlns:a="http://schemas.openxmlformats.org/drawingml/2006/main"/>
        </p:blipFill>
        <p:spPr>
          <a:xfrm xmlns:a="http://schemas.openxmlformats.org/drawingml/2006/main">
            <a:off x="8905875" y="2991102"/>
            <a:ext cx="2143125" cy="87579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9374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9981-DECA-4938-8406-8316626C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Χρώμα κειμένου και γεμίσματος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481B0-8DA7-405D-805B-E133C83B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Font Color: αλλάζει το χρώμα των χαρακτήρων.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Fill Color: αλλάζει το φόντο του κελιού.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More Colors: επιλογή πρόσθετου χρώματος.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e4a9ab5724f15"/>
          <a:stretch xmlns:a="http://schemas.openxmlformats.org/drawingml/2006/main"/>
        </p:blipFill>
        <p:spPr>
          <a:xfrm xmlns:a="http://schemas.openxmlformats.org/drawingml/2006/main">
            <a:off x="6572250" y="2991102"/>
            <a:ext cx="2143125" cy="875796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949cd1b3e4547"/>
          <a:stretch xmlns:a="http://schemas.openxmlformats.org/drawingml/2006/main"/>
        </p:blipFill>
        <p:spPr>
          <a:xfrm xmlns:a="http://schemas.openxmlformats.org/drawingml/2006/main">
            <a:off x="8905875" y="2240428"/>
            <a:ext cx="2143125" cy="23771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300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B03C2B-2516-4846-9192-7A750AB7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Μορφές αριθμών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23240-6464-4B72-B31C-89E6F108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71625"/>
            <a:ext cx="54292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Από το Number Format επιλέγουμε: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Νομισματική μονάδα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Ποσοστό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Ημερομηνία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Αριθμό με δεκαδικά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Διαχωριστικό χιλιάδων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ca72506ef45bd"/>
          <a:stretch xmlns:a="http://schemas.openxmlformats.org/drawingml/2006/main"/>
        </p:blipFill>
        <p:spPr>
          <a:xfrm xmlns:a="http://schemas.openxmlformats.org/drawingml/2006/main">
            <a:off x="6634914" y="1762125"/>
            <a:ext cx="2017796" cy="3333750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00e3077ec448a7"/>
          <a:stretch xmlns:a="http://schemas.openxmlformats.org/drawingml/2006/main"/>
        </p:blipFill>
        <p:spPr>
          <a:xfrm xmlns:a="http://schemas.openxmlformats.org/drawingml/2006/main">
            <a:off x="8905875" y="2569628"/>
            <a:ext cx="2143125" cy="17187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232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63879-1E45-4F59-A319-094B639F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1038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Format Painter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85EDC0-9690-4C2A-B782-B3B1B076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Αντιγράφει μόνο τη μορφοποίηση, όχι το περιεχόμενο.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E6D6E-4452-451E-AED7-D69E7CED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5429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Επιλέγουμε το κελί με τη σωστή μορφοποίηση.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Home &gt; Format Painter.</a:t>
            </a:r>
          </a:p>
          <a:p xmlns:a="http://schemas.openxmlformats.org/drawingml/2006/main"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Κάνουμε κλικ στο κελί προορισμού.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14b74e78fd4008"/>
          <a:stretch xmlns:a="http://schemas.openxmlformats.org/drawingml/2006/main"/>
        </p:blipFill>
        <p:spPr>
          <a:xfrm xmlns:a="http://schemas.openxmlformats.org/drawingml/2006/main">
            <a:off x="6762750" y="2336800"/>
            <a:ext cx="4191000" cy="2374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</p:sld>
</file>

<file path=ppt/slides/slide7.xml><?xml version="1.0" encoding="utf-8"?>
<p:sld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0AD9AA-1329-4401-9B5E-B5F077D4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043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Εμπέδωσης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6F2773-1716-4AC2-9B89-40CE9F90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1906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686D6-4E6D-47CF-A5F8-C62219BB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955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Σελίδες 43–44</a:t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1–11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Κρυπτόλεξο.xlsx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7ED29-F91D-4F55-967F-FFBAC9E7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000625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Μορφοποίηση χαρακτήρων, αριθμών και ημερομηνιών.</a:t>
            </a:r>
          </a:p>
        </p:txBody>
      </p:sp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xmlns:a="http://schemas.openxmlformats.org/drawingml/2006/main"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0C83A-7249-4A2B-AB57-22EBD96F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907"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Αξιολόγησης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CC2EA-4A2E-441A-854A-ED8C7194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5737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C42389-747B-4256-8466-768784F3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Σελίδα 44</a:t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12–21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Κρυπτόλεξο.xlsx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79DC7-B2FB-4B36-8717-CC99837A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00625"/>
            <a:ext cx="609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Εφάρμοσε μορφοποίηση στο φύλλο Cars.</a:t>
            </a:r>
          </a:p>
        </p:txBody>
      </p:sp>
    </p:spTree>
    <p:extLst>
      <p:ext uri="{BB962C8B-B14F-4D97-AF65-F5344CB8AC3E}">
        <p14:creationId xmlns:p14="http://schemas.microsoft.com/office/powerpoint/2010/main" val="608684808"/>
      </p:ext>
    </p:extLst>
  </p:cSld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2026-09-12T06:34:17.5420000Z</dcterms:created>
  <dcterms:modified xsi:type="dcterms:W3CDTF">2026-09-12T06:34:17.5420000Z</dcterms:modified>
</coreProperties>
</file>