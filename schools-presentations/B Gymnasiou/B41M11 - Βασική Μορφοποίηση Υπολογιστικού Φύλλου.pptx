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CDDA9-E1D6-44F8-BF46-CD1693CB26CA}" v="2" dt="2026-10-21T04:27:02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00" y="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modSld">
      <pc:chgData name="Άριστος Αρέστη" userId="813aa191-2d4c-464f-9d05-0a7e494d859f" providerId="ADAL" clId="{49C7B61D-1ACF-4AFF-A04E-A3B433E32474}" dt="2026-10-21T04:27:02.825" v="6"/>
      <pc:docMkLst>
        <pc:docMk/>
      </pc:docMkLst>
      <pc:sldChg chg="modSp mod">
        <pc:chgData name="Άριστος Αρέστη" userId="813aa191-2d4c-464f-9d05-0a7e494d859f" providerId="ADAL" clId="{49C7B61D-1ACF-4AFF-A04E-A3B433E32474}" dt="2026-10-21T04:26:43.827" v="2" actId="27636"/>
        <pc:sldMkLst>
          <pc:docMk/>
          <pc:sldMk cId="3815878654" sldId="262"/>
        </pc:sldMkLst>
        <pc:spChg chg="mod">
          <ac:chgData name="Άριστος Αρέστη" userId="813aa191-2d4c-464f-9d05-0a7e494d859f" providerId="ADAL" clId="{49C7B61D-1ACF-4AFF-A04E-A3B433E32474}" dt="2026-10-21T04:26:43.827" v="2" actId="27636"/>
          <ac:spMkLst>
            <pc:docMk/>
            <pc:sldMk cId="3815878654" sldId="262"/>
            <ac:spMk id="5" creationId="{C10AD9AA-1329-4401-9B5E-B5F077D4D8B1}"/>
          </ac:spMkLst>
        </pc:spChg>
      </pc:sldChg>
      <pc:sldChg chg="modSp mod">
        <pc:chgData name="Άριστος Αρέστη" userId="813aa191-2d4c-464f-9d05-0a7e494d859f" providerId="ADAL" clId="{49C7B61D-1ACF-4AFF-A04E-A3B433E32474}" dt="2026-10-21T04:26:44.826" v="3" actId="27636"/>
        <pc:sldMkLst>
          <pc:docMk/>
          <pc:sldMk cId="608684808" sldId="263"/>
        </pc:sldMkLst>
        <pc:spChg chg="mod">
          <ac:chgData name="Άριστος Αρέστη" userId="813aa191-2d4c-464f-9d05-0a7e494d859f" providerId="ADAL" clId="{49C7B61D-1ACF-4AFF-A04E-A3B433E32474}" dt="2026-10-21T04:26:44.826" v="3" actId="27636"/>
          <ac:spMkLst>
            <pc:docMk/>
            <pc:sldMk cId="608684808" sldId="263"/>
            <ac:spMk id="5" creationId="{B5D0C83A-7249-4A2B-AB57-22EBD96F3A20}"/>
          </ac:spMkLst>
        </pc:spChg>
      </pc:sldChg>
      <pc:sldChg chg="addSp delSp modSp new mod">
        <pc:chgData name="Άριστος Αρέστη" userId="813aa191-2d4c-464f-9d05-0a7e494d859f" providerId="ADAL" clId="{49C7B61D-1ACF-4AFF-A04E-A3B433E32474}" dt="2026-10-21T04:27:02.825" v="6"/>
        <pc:sldMkLst>
          <pc:docMk/>
          <pc:sldMk cId="2425218101" sldId="264"/>
        </pc:sldMkLst>
        <pc:spChg chg="mod">
          <ac:chgData name="Άριστος Αρέστη" userId="813aa191-2d4c-464f-9d05-0a7e494d859f" providerId="ADAL" clId="{49C7B61D-1ACF-4AFF-A04E-A3B433E32474}" dt="2026-10-21T04:27:02.825" v="6"/>
          <ac:spMkLst>
            <pc:docMk/>
            <pc:sldMk cId="2425218101" sldId="264"/>
            <ac:spMk id="2" creationId="{0E96632B-1017-81E0-4FF1-F75B549ECBDA}"/>
          </ac:spMkLst>
        </pc:spChg>
        <pc:spChg chg="del">
          <ac:chgData name="Άριστος Αρέστη" userId="813aa191-2d4c-464f-9d05-0a7e494d859f" providerId="ADAL" clId="{49C7B61D-1ACF-4AFF-A04E-A3B433E32474}" dt="2026-10-21T04:26:43.718" v="1"/>
          <ac:spMkLst>
            <pc:docMk/>
            <pc:sldMk cId="2425218101" sldId="264"/>
            <ac:spMk id="3" creationId="{7260229A-7111-23AB-F51D-0F9F80B4648E}"/>
          </ac:spMkLst>
        </pc:spChg>
        <pc:picChg chg="add mod">
          <ac:chgData name="Άριστος Αρέστη" userId="813aa191-2d4c-464f-9d05-0a7e494d859f" providerId="ADAL" clId="{49C7B61D-1ACF-4AFF-A04E-A3B433E32474}" dt="2026-10-21T04:26:50.552" v="5" actId="14100"/>
          <ac:picMkLst>
            <pc:docMk/>
            <pc:sldMk cId="2425218101" sldId="264"/>
            <ac:picMk id="4" creationId="{3FB4B0F6-76FA-F07D-DA84-3DAF33735C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t>21-Oct-26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noGrp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 dirty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Βα</a:t>
            </a:r>
            <a:r>
              <a:rPr sz="3825" dirty="0" err="1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σική</a:t>
            </a:r>
            <a:r>
              <a:rPr sz="3825" dirty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sz="3825" dirty="0" err="1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Μορφο</a:t>
            </a:r>
            <a:r>
              <a:rPr sz="3825" dirty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ποίηση</a:t>
            </a:r>
            <a:endParaRPr sz="720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 dirty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Υπ</a:t>
            </a:r>
            <a:r>
              <a:rPr sz="3825" dirty="0" err="1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ολογιστικού</a:t>
            </a:r>
            <a:r>
              <a:rPr sz="3825" dirty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sz="3825" dirty="0" err="1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Φύλλου</a:t>
            </a:r>
            <a:endParaRPr sz="7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noGrp="1"/>
          </p:cNvSpPr>
          <p:nvPr/>
        </p:nv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6632B-1017-81E0-4FF1-F75B549E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rgbClr val="6B1E72"/>
                </a:solidFill>
              </a:rPr>
              <a:t>Μορφοποίηση</a:t>
            </a:r>
            <a:endParaRPr lang="en-GB" dirty="0"/>
          </a:p>
        </p:txBody>
      </p:sp>
      <p:pic>
        <p:nvPicPr>
          <p:cNvPr id="4" name="Content Placeholder 3" descr="Free Excel Spreadsheet Templates">
            <a:extLst>
              <a:ext uri="{FF2B5EF4-FFF2-40B4-BE49-F238E27FC236}">
                <a16:creationId xmlns:a16="http://schemas.microsoft.com/office/drawing/2014/main" id="{3FB4B0F6-76FA-F07D-DA84-3DAF33735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8861755" cy="487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1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C11002-FA70-4EEA-8627-6B89890279AB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Γραμματοσειρά και μέγεθος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AB1D53-1C87-4027-916E-E81D9AC87310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τα κελιά.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Home &gt; Font.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Διαλέγουμε γραμματοσειρά και μέγεθος.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991102"/>
            <a:ext cx="2143125" cy="8757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05875" y="2460143"/>
            <a:ext cx="2143125" cy="193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BC7E6B-7E11-4F09-B0DB-6B42702E9FAE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Έντονα, πλάγια και υπογράμμιση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78C363-8718-47F6-941E-8AD5B00E660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Bold: έντονη γραφή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Italic: πλάγια γραφή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Underline: απλή ή διπλή υπογράμμιση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πρώτα τα κελιά και μετά τη μορφοποίηση.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991102"/>
            <a:ext cx="2143125" cy="8757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05875" y="2991102"/>
            <a:ext cx="2143125" cy="87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359981-DECA-4938-8406-8316626C2C73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Χρώμα κειμένου και γεμίσματος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0481B0-8DA7-405D-805B-E133C83BB954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Font Color: αλλάζει το χρώμα των χαρακτήρων.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Fill Color: αλλάζει το φόντο του κελιού.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More Colors: επιλογή πρόσθετου χρώματος.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991102"/>
            <a:ext cx="2143125" cy="8757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05875" y="2240428"/>
            <a:ext cx="2143125" cy="237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B03C2B-2516-4846-9192-7A750AB786FD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Μορφές αριθμών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F23240-6464-4B72-B31C-89E6F108A4B6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το Number Format επιλέγουμε: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Νομισματική μονάδα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Ποσοστό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Ημερομηνία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Αριθμό με δεκαδικά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Διαχωριστικό χιλιάδων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34914" y="1762125"/>
            <a:ext cx="2017796" cy="3333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05875" y="2569628"/>
            <a:ext cx="2143125" cy="171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6763879-1E45-4F59-A319-094B639F079B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Format Painter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85EDC0-9690-4C2A-B782-B3B1B07661AA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Αντιγράφει μόνο τη μορφοποίηση, όχι το περιεχόμενο.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4E6D6E-4452-451E-AED7-D69E7CEDB98C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42925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το κελί με τη σωστή μορφοποίηση.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Home &gt; Format Painter.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Κάνουμε κλικ στο κελί προορισμού.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2336800"/>
            <a:ext cx="41910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0AD9AA-1329-4401-9B5E-B5F077D4D8B1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43"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6F2773-1716-4AC2-9B89-40CE9F901ABD}"/>
              </a:ext>
            </a:extLst>
          </p:cNvPr>
          <p:cNvSpPr>
            <a:spLocks noGrp="1"/>
          </p:cNvSpPr>
          <p:nvPr/>
        </p:nvSpPr>
        <p:spPr>
          <a:xfrm>
            <a:off x="5905500" y="119062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686D6-4E6D-47CF-A5F8-C62219BBDB41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619125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43–44</a:t>
            </a: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1–11</a:t>
            </a:r>
          </a:p>
          <a:p>
            <a:endParaRPr sz="2175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Κρυπτόλεξο.xlsx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7ED29-F91D-4F55-967F-FFBAC9E72EAE}"/>
              </a:ext>
            </a:extLst>
          </p:cNvPr>
          <p:cNvSpPr>
            <a:spLocks noGrp="1"/>
          </p:cNvSpPr>
          <p:nvPr/>
        </p:nvSpPr>
        <p:spPr>
          <a:xfrm>
            <a:off x="5905500" y="5000625"/>
            <a:ext cx="6096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Μορφοποίηση χαρακτήρων, αριθμών και ημερομηνιών.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D0C83A-7249-4A2B-AB57-22EBD96F3A20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407" lnSpcReduction="20000"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CC2EA-4A2E-441A-854A-ED8C7194CC23}"/>
              </a:ext>
            </a:extLst>
          </p:cNvPr>
          <p:cNvSpPr>
            <a:spLocks noGrp="1"/>
          </p:cNvSpPr>
          <p:nvPr/>
        </p:nvSpPr>
        <p:spPr>
          <a:xfrm>
            <a:off x="4762500" y="185737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C42389-747B-4256-8466-768784F351FF}"/>
              </a:ext>
            </a:extLst>
          </p:cNvPr>
          <p:cNvSpPr>
            <a:spLocks noGrp="1"/>
          </p:cNvSpPr>
          <p:nvPr/>
        </p:nvSpPr>
        <p:spPr>
          <a:xfrm>
            <a:off x="4762500" y="2857500"/>
            <a:ext cx="619125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44</a:t>
            </a: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12–21</a:t>
            </a:r>
          </a:p>
          <a:p>
            <a:endParaRPr sz="2175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Κρυπτόλεξο.xlsx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479DC7-B2FB-4B36-8717-CC99837A1D5E}"/>
              </a:ext>
            </a:extLst>
          </p:cNvPr>
          <p:cNvSpPr>
            <a:spLocks noGrp="1"/>
          </p:cNvSpPr>
          <p:nvPr/>
        </p:nvSpPr>
        <p:spPr>
          <a:xfrm>
            <a:off x="4762500" y="5000625"/>
            <a:ext cx="6096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μορφοποίηση στο φύλλο Cars.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DocSecurity>0</DocSecurity>
  <PresentationFormat>Widescreen</PresentationFormat>
  <Paragraphs>49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Βασική Μορφοποίηση Υπολογιστικού Φύλλου</vt:lpstr>
      <vt:lpstr>Μορφοποίηση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2026-09-12T06:34:17Z</dcterms:created>
  <dcterms:modified xsi:type="dcterms:W3CDTF">2026-10-21T04:27:05Z</dcterms:modified>
</cp:coreProperties>
</file>