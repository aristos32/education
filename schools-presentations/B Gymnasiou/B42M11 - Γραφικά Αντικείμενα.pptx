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0edfbc97c64d0c" /><Relationship Type="http://schemas.openxmlformats.org/officeDocument/2006/relationships/extended-properties" Target="/docProps/app.xml" Id="Re57001801e444f0e" /><Relationship Type="http://schemas.openxmlformats.org/officeDocument/2006/relationships/officeDocument" Target="/ppt/presentation.xml" Id="R290abd7f0b1040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9dfd77a3144a10"/>
  </p:sldMasterIdLst>
  <p:notesMasterIdLst>
    <p:notesMasterId xmlns:r="http://schemas.openxmlformats.org/officeDocument/2006/relationships" r:id="R59de48c4ec5e4387"/>
  </p:notesMasterIdLst>
  <p:sldIdLst>
    <p:sldId xmlns:r="http://schemas.openxmlformats.org/officeDocument/2006/relationships" id="256" r:id="R6f0a00db1d6845f1"/>
    <p:sldId xmlns:r="http://schemas.openxmlformats.org/officeDocument/2006/relationships" id="257" r:id="R74a74aaaf60b4c74"/>
    <p:sldId xmlns:r="http://schemas.openxmlformats.org/officeDocument/2006/relationships" id="258" r:id="Rdb4e73820ee84f83"/>
    <p:sldId xmlns:r="http://schemas.openxmlformats.org/officeDocument/2006/relationships" id="259" r:id="Rb3c5364ec9dc4682"/>
    <p:sldId xmlns:r="http://schemas.openxmlformats.org/officeDocument/2006/relationships" id="260" r:id="R7f6aae0bf8ab427c"/>
    <p:sldId xmlns:r="http://schemas.openxmlformats.org/officeDocument/2006/relationships" id="261" r:id="R586eb6a8c4874cca"/>
    <p:sldId xmlns:r="http://schemas.openxmlformats.org/officeDocument/2006/relationships" id="262" r:id="R507796d74d2a4ae2"/>
    <p:sldId xmlns:r="http://schemas.openxmlformats.org/officeDocument/2006/relationships" id="263" r:id="R60a48ff48b45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268dd21884d29" /><Relationship Type="http://schemas.openxmlformats.org/officeDocument/2006/relationships/slideMaster" Target="/ppt/slideMasters/slideMaster1.xml" Id="Ree9dfd77a3144a10" /><Relationship Type="http://schemas.openxmlformats.org/officeDocument/2006/relationships/notesMaster" Target="/ppt/notesMasters/notesMaster1.xml" Id="R59de48c4ec5e4387" /><Relationship Type="http://schemas.openxmlformats.org/officeDocument/2006/relationships/presProps" Target="/ppt/presProps.xml" Id="R7cc35f77f4a146a8" /><Relationship Type="http://schemas.openxmlformats.org/officeDocument/2006/relationships/viewProps" Target="/ppt/viewProps.xml" Id="R4855b312e6b04fb6" /><Relationship Type="http://schemas.openxmlformats.org/officeDocument/2006/relationships/tableStyles" Target="/ppt/tableStyles.xml" Id="Rf481f0f56394435e" /><Relationship Type="http://schemas.openxmlformats.org/officeDocument/2006/relationships/slide" Target="/ppt/slides/slide1.xml" Id="R6f0a00db1d6845f1" /><Relationship Type="http://schemas.openxmlformats.org/officeDocument/2006/relationships/slide" Target="/ppt/slides/slide2.xml" Id="R74a74aaaf60b4c74" /><Relationship Type="http://schemas.openxmlformats.org/officeDocument/2006/relationships/slide" Target="/ppt/slides/slide3.xml" Id="Rdb4e73820ee84f83" /><Relationship Type="http://schemas.openxmlformats.org/officeDocument/2006/relationships/slide" Target="/ppt/slides/slide4.xml" Id="Rb3c5364ec9dc4682" /><Relationship Type="http://schemas.openxmlformats.org/officeDocument/2006/relationships/slide" Target="/ppt/slides/slide5.xml" Id="R7f6aae0bf8ab427c" /><Relationship Type="http://schemas.openxmlformats.org/officeDocument/2006/relationships/slide" Target="/ppt/slides/slide6.xml" Id="R586eb6a8c4874cca" /><Relationship Type="http://schemas.openxmlformats.org/officeDocument/2006/relationships/slide" Target="/ppt/slides/slide7.xml" Id="R507796d74d2a4ae2" /><Relationship Type="http://schemas.openxmlformats.org/officeDocument/2006/relationships/slide" Target="/ppt/slides/slide8.xml" Id="R60a48ff48b45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75a21e79264d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fca68cbe6a4197" /><Relationship Type="http://schemas.openxmlformats.org/officeDocument/2006/relationships/notesMaster" Target="/ppt/notesMasters/notesMaster1.xml" Id="Rb79dad6f6905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5815a71c184e7e" /><Relationship Type="http://schemas.openxmlformats.org/officeDocument/2006/relationships/notesMaster" Target="/ppt/notesMasters/notesMaster1.xml" Id="R36b2217fcf1442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f9a5aef02d4511" /><Relationship Type="http://schemas.openxmlformats.org/officeDocument/2006/relationships/notesMaster" Target="/ppt/notesMasters/notesMaster1.xml" Id="Rf5f6cafbfd4a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2575cfc6f4180" /><Relationship Type="http://schemas.openxmlformats.org/officeDocument/2006/relationships/notesMaster" Target="/ppt/notesMasters/notesMaster1.xml" Id="Rc2851facc45c4e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36f21a0163469f" /><Relationship Type="http://schemas.openxmlformats.org/officeDocument/2006/relationships/notesMaster" Target="/ppt/notesMasters/notesMaster1.xml" Id="R336f6cece5bd4d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d0fe7ea1d04f00" /><Relationship Type="http://schemas.openxmlformats.org/officeDocument/2006/relationships/notesMaster" Target="/ppt/notesMasters/notesMaster1.xml" Id="R5a38c317083443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1ecb8a1d2d4694" /><Relationship Type="http://schemas.openxmlformats.org/officeDocument/2006/relationships/notesMaster" Target="/ppt/notesMasters/notesMaster1.xml" Id="R2022f903772542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9245c6887545ad" /><Relationship Type="http://schemas.openxmlformats.org/officeDocument/2006/relationships/notesMaster" Target="/ppt/notesMasters/notesMaster1.xml" Id="R8eb832407ce045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77a04b85e49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bbc0c08f249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eb4059b7041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1a2730a1b4b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0322107764f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6dc7ccf7042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1b468803945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69c69ac9843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57542183a4d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927a0dafb451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8dfb6b2b04b8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13d8bcadb40b5" /><Relationship Type="http://schemas.openxmlformats.org/officeDocument/2006/relationships/slideLayout" Target="/ppt/slideLayouts/slideLayout1.xml" Id="R806f4b19d3f44e36" /><Relationship Type="http://schemas.openxmlformats.org/officeDocument/2006/relationships/slideLayout" Target="/ppt/slideLayouts/slideLayout2.xml" Id="R600609c2f5df4ca1" /><Relationship Type="http://schemas.openxmlformats.org/officeDocument/2006/relationships/slideLayout" Target="/ppt/slideLayouts/slideLayout3.xml" Id="Rb2bf2bb07a0947fa" /><Relationship Type="http://schemas.openxmlformats.org/officeDocument/2006/relationships/slideLayout" Target="/ppt/slideLayouts/slideLayout4.xml" Id="Rfdee79ec4ad34bec" /><Relationship Type="http://schemas.openxmlformats.org/officeDocument/2006/relationships/slideLayout" Target="/ppt/slideLayouts/slideLayout5.xml" Id="R74bca740fe5b4ad2" /><Relationship Type="http://schemas.openxmlformats.org/officeDocument/2006/relationships/slideLayout" Target="/ppt/slideLayouts/slideLayout6.xml" Id="R4e5f65bee3104adb" /><Relationship Type="http://schemas.openxmlformats.org/officeDocument/2006/relationships/slideLayout" Target="/ppt/slideLayouts/slideLayout7.xml" Id="Ra55c90e4a3824b45" /><Relationship Type="http://schemas.openxmlformats.org/officeDocument/2006/relationships/slideLayout" Target="/ppt/slideLayouts/slideLayout8.xml" Id="Ra988ad134e904cdb" /><Relationship Type="http://schemas.openxmlformats.org/officeDocument/2006/relationships/slideLayout" Target="/ppt/slideLayouts/slideLayout9.xml" Id="R4a075f168c844c5b" /><Relationship Type="http://schemas.openxmlformats.org/officeDocument/2006/relationships/slideLayout" Target="/ppt/slideLayouts/slideLayout10.xml" Id="Rb8304b79a6ff4f24" /><Relationship Type="http://schemas.openxmlformats.org/officeDocument/2006/relationships/slideLayout" Target="/ppt/slideLayouts/slideLayout11.xml" Id="R9223d2a32b6148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f4b19d3f44e36"/>
    <p:sldLayoutId xmlns:r="http://schemas.openxmlformats.org/officeDocument/2006/relationships" id="2147483650" r:id="R600609c2f5df4ca1"/>
    <p:sldLayoutId xmlns:r="http://schemas.openxmlformats.org/officeDocument/2006/relationships" id="2147483651" r:id="Rb2bf2bb07a0947fa"/>
    <p:sldLayoutId xmlns:r="http://schemas.openxmlformats.org/officeDocument/2006/relationships" id="2147483652" r:id="Rfdee79ec4ad34bec"/>
    <p:sldLayoutId xmlns:r="http://schemas.openxmlformats.org/officeDocument/2006/relationships" id="2147483653" r:id="R74bca740fe5b4ad2"/>
    <p:sldLayoutId xmlns:r="http://schemas.openxmlformats.org/officeDocument/2006/relationships" id="2147483654" r:id="R4e5f65bee3104adb"/>
    <p:sldLayoutId xmlns:r="http://schemas.openxmlformats.org/officeDocument/2006/relationships" id="2147483655" r:id="Ra55c90e4a3824b45"/>
    <p:sldLayoutId xmlns:r="http://schemas.openxmlformats.org/officeDocument/2006/relationships" id="2147483656" r:id="Ra988ad134e904cdb"/>
    <p:sldLayoutId xmlns:r="http://schemas.openxmlformats.org/officeDocument/2006/relationships" id="2147483657" r:id="R4a075f168c844c5b"/>
    <p:sldLayoutId xmlns:r="http://schemas.openxmlformats.org/officeDocument/2006/relationships" id="2147483658" r:id="Rb8304b79a6ff4f24"/>
    <p:sldLayoutId xmlns:r="http://schemas.openxmlformats.org/officeDocument/2006/relationships" id="2147483659" r:id="R9223d2a32b61483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76a5813364ebd" /><Relationship Type="http://schemas.openxmlformats.org/officeDocument/2006/relationships/notesSlide" Target="/ppt/notesSlides/notesSlide1.xml" Id="R3f05e48d7c6042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49c297cd5146a9" /><Relationship Type="http://schemas.openxmlformats.org/officeDocument/2006/relationships/image" Target="/ppt/media/image.png" Id="R41ef8999f3c84b52" /><Relationship Type="http://schemas.openxmlformats.org/officeDocument/2006/relationships/notesSlide" Target="/ppt/notesSlides/notesSlide2.xml" Id="R3600abaf42b6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2bf98c132948a4" /><Relationship Type="http://schemas.openxmlformats.org/officeDocument/2006/relationships/image" Target="/ppt/media/image2.png" Id="Rb0720c3a3f7e4b8f" /><Relationship Type="http://schemas.openxmlformats.org/officeDocument/2006/relationships/notesSlide" Target="/ppt/notesSlides/notesSlide3.xml" Id="R6dfe20a45d5e4e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5d0c194ed4e54" /><Relationship Type="http://schemas.openxmlformats.org/officeDocument/2006/relationships/image" Target="/ppt/media/image3.png" Id="Rccbe343963994b65" /><Relationship Type="http://schemas.openxmlformats.org/officeDocument/2006/relationships/notesSlide" Target="/ppt/notesSlides/notesSlide4.xml" Id="Rd3c77676ccfb4b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77866aa6b14d2a" /><Relationship Type="http://schemas.openxmlformats.org/officeDocument/2006/relationships/image" Target="/ppt/media/image4.png" Id="Re716e2610a694b4e" /><Relationship Type="http://schemas.openxmlformats.org/officeDocument/2006/relationships/notesSlide" Target="/ppt/notesSlides/notesSlide5.xml" Id="Ra9e2aee144c94a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3397768a944145" /><Relationship Type="http://schemas.openxmlformats.org/officeDocument/2006/relationships/image" Target="/ppt/media/image5.png" Id="Rd6df5d91957841e6" /><Relationship Type="http://schemas.openxmlformats.org/officeDocument/2006/relationships/notesSlide" Target="/ppt/notesSlides/notesSlide6.xml" Id="R6e394f8be23241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325fe0a054644" /><Relationship Type="http://schemas.openxmlformats.org/officeDocument/2006/relationships/notesSlide" Target="/ppt/notesSlides/notesSlide7.xml" Id="Ra4e0b1952cd042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f371b1ade24bc6" /><Relationship Type="http://schemas.openxmlformats.org/officeDocument/2006/relationships/notesSlide" Target="/ppt/notesSlides/notesSlide8.xml" Id="Rbf11fe7e4e8b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Μορφοποίηση Γραφικών Αντικειμένων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41517-FD67-4F3F-8AF5-0D86677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Εφέ σκιάς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0D8EA-4BB3-4D90-A2CF-45124274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Shape Format &gt; Shape Effects &gt; Shadow.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έτοιμη σκιά ή Shadow Options για λεπτομερείς ρυθμίσεις.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f8999f3c84b52"/>
          <a:stretch xmlns:a="http://schemas.openxmlformats.org/drawingml/2006/main"/>
        </p:blipFill>
        <p:spPr>
          <a:xfrm xmlns:a="http://schemas.openxmlformats.org/drawingml/2006/main">
            <a:off x="8491507" y="1571625"/>
            <a:ext cx="733486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403EC-F203-4433-843F-3134D426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Ομαδοποίηση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05943-2286-474F-834C-F4BF6E04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πολλά αντικείμενα με Ctrl+κλικ.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Shape Format &gt; Group &gt;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Ungroup τα επεξεργαζόμαστε ξανά χωριστά.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20c3a3f7e4b8f"/>
          <a:stretch xmlns:a="http://schemas.openxmlformats.org/drawingml/2006/main"/>
        </p:blipFill>
        <p:spPr>
          <a:xfrm xmlns:a="http://schemas.openxmlformats.org/drawingml/2006/main">
            <a:off x="6762750" y="2501305"/>
            <a:ext cx="4191000" cy="18553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E4718-E59B-4B24-9512-E2A1E943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Σειρά αντικειμένων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04430-7BE2-446F-80EA-786D8B1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Bring to Front φέρνει μπροστά.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Send to Back στέλνει πίσω.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Bring Forward και Send Backward αλλάζουν μία θέση κάθε φορά.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e343963994b65"/>
          <a:stretch xmlns:a="http://schemas.openxmlformats.org/drawingml/2006/main"/>
        </p:blipFill>
        <p:spPr>
          <a:xfrm xmlns:a="http://schemas.openxmlformats.org/drawingml/2006/main">
            <a:off x="6762750" y="2501305"/>
            <a:ext cx="4191000" cy="18553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ABF8E-77B8-41E8-9E11-D10304A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Ευθυγράμμιση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29FA9-08D1-4585-BE9C-F6781DD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Align Left, Center ή Right για οριζόντια ευθυγράμμιση.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Align Top, Middle ή Bottom για κάθετη ευθυγράμμιση.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6e2610a694b4e"/>
          <a:stretch xmlns:a="http://schemas.openxmlformats.org/drawingml/2006/main"/>
        </p:blipFill>
        <p:spPr>
          <a:xfrm xmlns:a="http://schemas.openxmlformats.org/drawingml/2006/main">
            <a:off x="7731842" y="1571625"/>
            <a:ext cx="2252816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19807-1FEE-455A-A19A-64F23AB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Περιστροφή και αναστροφή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DCB60-7E7E-4673-A73B-9413FC8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Rotate Right ή Left για περιστροφή 90 μοιρών.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Flip Horizontal ή Vertical για αναστροφή του αντικειμένου.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f5d91957841e6"/>
          <a:stretch xmlns:a="http://schemas.openxmlformats.org/drawingml/2006/main"/>
        </p:blipFill>
        <p:spPr>
          <a:xfrm xmlns:a="http://schemas.openxmlformats.org/drawingml/2006/main">
            <a:off x="7832862" y="1571625"/>
            <a:ext cx="2050776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B458B-5750-425F-9418-FD026EF2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83D61-71EF-47BA-A216-18DB6EB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C7983-F567-4AEA-BDFA-DBB41786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103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CPU.pptx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A7348-CE0B-4D88-91CB-AC2D7CB6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Σκιά, ομαδοποίηση, σειρά και ευθυγράμμιση αντικειμένων.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5DE18-483A-4A0F-BE80-04ADF1FA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10E98-57F6-45DB-81C6-9ACF62F1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D73B-57D4-4E04-B51B-B0B57FA7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104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9-13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Shapes2.pptx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897DC-11C6-49B2-AF2D-CED60A81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τις ζητούμενες μορφοποιήσεις και αποθήκευσε.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2026-09-12T06:53:06.5430000Z</dcterms:created>
  <dcterms:modified xsi:type="dcterms:W3CDTF">2026-09-12T06:53:06.5430000Z</dcterms:modified>
</coreProperties>
</file>