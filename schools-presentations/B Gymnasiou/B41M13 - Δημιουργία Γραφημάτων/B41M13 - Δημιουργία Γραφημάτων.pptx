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modSld">
      <pc:chgData name="Άριστος Αρέστη" userId="813aa191-2d4c-464f-9d05-0a7e494d859f" providerId="ADAL" clId="{49C7B61D-1ACF-4AFF-A04E-A3B433E32474}" dt="2026-10-26T15:28:18.982" v="3" actId="1076"/>
      <pc:docMkLst>
        <pc:docMk/>
      </pc:docMkLst>
      <pc:sldChg chg="addSp delSp modSp mod">
        <pc:chgData name="Άριστος Αρέστη" userId="813aa191-2d4c-464f-9d05-0a7e494d859f" providerId="ADAL" clId="{49C7B61D-1ACF-4AFF-A04E-A3B433E32474}" dt="2026-10-26T15:28:18.982" v="3" actId="1076"/>
        <pc:sldMkLst>
          <pc:docMk/>
          <pc:sldMk cId="1872502496" sldId="258"/>
        </pc:sldMkLst>
        <pc:spChg chg="del">
          <ac:chgData name="Άριστος Αρέστη" userId="813aa191-2d4c-464f-9d05-0a7e494d859f" providerId="ADAL" clId="{49C7B61D-1ACF-4AFF-A04E-A3B433E32474}" dt="2026-10-26T15:28:16.786" v="2" actId="478"/>
          <ac:spMkLst>
            <pc:docMk/>
            <pc:sldMk cId="1872502496" sldId="258"/>
            <ac:spMk id="17" creationId="{0189A7CD-A903-4054-AC5B-477AF000DD47}"/>
          </ac:spMkLst>
        </pc:spChg>
        <pc:picChg chg="del">
          <ac:chgData name="Άριστος Αρέστη" userId="813aa191-2d4c-464f-9d05-0a7e494d859f" providerId="ADAL" clId="{49C7B61D-1ACF-4AFF-A04E-A3B433E32474}" dt="2026-10-26T15:28:12.182" v="0" actId="478"/>
          <ac:picMkLst>
            <pc:docMk/>
            <pc:sldMk cId="1872502496" sldId="258"/>
            <ac:picMk id="18" creationId="{95E89F4D-EF0E-44E1-BBEB-7F109EC00D8D}"/>
          </ac:picMkLst>
        </pc:picChg>
        <pc:picChg chg="add mod">
          <ac:chgData name="Άριστος Αρέστη" userId="813aa191-2d4c-464f-9d05-0a7e494d859f" providerId="ADAL" clId="{49C7B61D-1ACF-4AFF-A04E-A3B433E32474}" dt="2026-10-26T15:28:18.982" v="3" actId="1076"/>
          <ac:picMkLst>
            <pc:docMk/>
            <pc:sldMk cId="1872502496" sldId="258"/>
            <ac:picMk id="23" creationId="{0B24DF50-2FB3-F066-9C1B-58A2294DA3C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7C6BB21-5789-49E4-B589-D7DD84B3E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26DA927-3FDC-40F3-8544-5C175B594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7262C14-2D69-4E4D-9F95-6A74F92C1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47770BC-C75F-4AFE-832B-25F165E31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911E377-A588-4C54-81C7-F14BF221B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922587E-AFC1-4197-804C-F66CE4F47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0629943-3E95-47B5-A387-771F7AEDD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C488A84-90CC-457F-A2D3-4688045E5D5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0CCD9A-E3EC-4016-926B-9760181EA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D15976F-8483-45E3-AE60-AC91BCBFD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1E25EA-3106-479F-AF6D-45E28BE9FF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381500" cy="6858000"/>
          </a:xfrm>
          <a:prstGeom prst="rect">
            <a:avLst/>
          </a:prstGeom>
          <a:solidFill>
            <a:srgbClr val="2C6EB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FDC3E9-867B-49DC-92F0-019B8D648B97}"/>
              </a:ext>
            </a:extLst>
          </p:cNvPr>
          <p:cNvSpPr>
            <a:spLocks noGrp="1"/>
          </p:cNvSpPr>
          <p:nvPr/>
        </p:nvSpPr>
        <p:spPr>
          <a:xfrm>
            <a:off x="666750" y="762000"/>
            <a:ext cx="295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D9EAF8"/>
                </a:solidFill>
              </a:defRPr>
            </a:defPPr>
            <a:lvl1pPr algn="l">
              <a:defRPr sz="1350" b="1">
                <a:solidFill>
                  <a:srgbClr val="D9EAF8"/>
                </a:solidFill>
              </a:defRPr>
            </a:lvl1pPr>
            <a:lvl2pPr algn="l">
              <a:defRPr sz="1350" b="1">
                <a:solidFill>
                  <a:srgbClr val="D9EAF8"/>
                </a:solidFill>
              </a:defRPr>
            </a:lvl2pPr>
            <a:lvl3pPr algn="l">
              <a:defRPr sz="1350" b="1">
                <a:solidFill>
                  <a:srgbClr val="D9EAF8"/>
                </a:solidFill>
              </a:defRPr>
            </a:lvl3pPr>
            <a:lvl4pPr algn="l">
              <a:defRPr sz="1350" b="1">
                <a:solidFill>
                  <a:srgbClr val="D9EAF8"/>
                </a:solidFill>
              </a:defRPr>
            </a:lvl4pPr>
            <a:lvl5pPr algn="l">
              <a:defRPr sz="1350" b="1">
                <a:solidFill>
                  <a:srgbClr val="D9EAF8"/>
                </a:solidFill>
              </a:defRPr>
            </a:lvl5pPr>
            <a:lvl6pPr algn="l">
              <a:defRPr sz="1350" b="1">
                <a:solidFill>
                  <a:srgbClr val="D9EAF8"/>
                </a:solidFill>
              </a:defRPr>
            </a:lvl6pPr>
            <a:lvl7pPr algn="l">
              <a:defRPr sz="1350" b="1">
                <a:solidFill>
                  <a:srgbClr val="D9EAF8"/>
                </a:solidFill>
              </a:defRPr>
            </a:lvl7pPr>
            <a:lvl8pPr algn="l">
              <a:defRPr sz="1350" b="1">
                <a:solidFill>
                  <a:srgbClr val="D9EAF8"/>
                </a:solidFill>
              </a:defRPr>
            </a:lvl8pPr>
            <a:lvl9pPr algn="l">
              <a:defRPr sz="1350" b="1">
                <a:solidFill>
                  <a:srgbClr val="D9EAF8"/>
                </a:solidFill>
              </a:defRPr>
            </a:lvl9pPr>
          </a:lstStyle>
          <a:p>
            <a:pPr algn="l">
              <a:defRPr sz="1350" b="1">
                <a:solidFill>
                  <a:srgbClr val="D9EAF8"/>
                </a:solidFill>
              </a:defRPr>
            </a:pPr>
            <a:r>
              <a:rPr sz="1350" b="1">
                <a:solidFill>
                  <a:srgbClr val="D9EAF8"/>
                </a:solidFill>
              </a:rPr>
              <a:t>B.4.1.M13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079014-48D6-48B8-8C91-E8966A3A0505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3238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150" b="1">
                <a:solidFill>
                  <a:srgbClr val="FFFFFF"/>
                </a:solidFill>
              </a:defRPr>
            </a:defPPr>
            <a:lvl1pPr algn="l">
              <a:defRPr sz="3150" b="1">
                <a:solidFill>
                  <a:srgbClr val="FFFFFF"/>
                </a:solidFill>
              </a:defRPr>
            </a:lvl1pPr>
            <a:lvl2pPr algn="l">
              <a:defRPr sz="3150" b="1">
                <a:solidFill>
                  <a:srgbClr val="FFFFFF"/>
                </a:solidFill>
              </a:defRPr>
            </a:lvl2pPr>
            <a:lvl3pPr algn="l">
              <a:defRPr sz="3150" b="1">
                <a:solidFill>
                  <a:srgbClr val="FFFFFF"/>
                </a:solidFill>
              </a:defRPr>
            </a:lvl3pPr>
            <a:lvl4pPr algn="l">
              <a:defRPr sz="3150" b="1">
                <a:solidFill>
                  <a:srgbClr val="FFFFFF"/>
                </a:solidFill>
              </a:defRPr>
            </a:lvl4pPr>
            <a:lvl5pPr algn="l">
              <a:defRPr sz="3150" b="1">
                <a:solidFill>
                  <a:srgbClr val="FFFFFF"/>
                </a:solidFill>
              </a:defRPr>
            </a:lvl5pPr>
            <a:lvl6pPr algn="l">
              <a:defRPr sz="3150" b="1">
                <a:solidFill>
                  <a:srgbClr val="FFFFFF"/>
                </a:solidFill>
              </a:defRPr>
            </a:lvl6pPr>
            <a:lvl7pPr algn="l">
              <a:defRPr sz="3150" b="1">
                <a:solidFill>
                  <a:srgbClr val="FFFFFF"/>
                </a:solidFill>
              </a:defRPr>
            </a:lvl7pPr>
            <a:lvl8pPr algn="l">
              <a:defRPr sz="3150" b="1">
                <a:solidFill>
                  <a:srgbClr val="FFFFFF"/>
                </a:solidFill>
              </a:defRPr>
            </a:lvl8pPr>
            <a:lvl9pPr algn="l">
              <a:defRPr sz="3150" b="1">
                <a:solidFill>
                  <a:srgbClr val="FFFFFF"/>
                </a:solidFill>
              </a:defRPr>
            </a:lvl9pPr>
          </a:lstStyle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Δημιουργία</a:t>
            </a:r>
          </a:p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Γραφημάτων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A54087-0C41-47AD-BAF4-826172E558A1}"/>
              </a:ext>
            </a:extLst>
          </p:cNvPr>
          <p:cNvSpPr>
            <a:spLocks noGrp="1"/>
          </p:cNvSpPr>
          <p:nvPr/>
        </p:nvSpPr>
        <p:spPr>
          <a:xfrm>
            <a:off x="666750" y="3638550"/>
            <a:ext cx="304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EAF3FA"/>
                </a:solidFill>
              </a:defRPr>
            </a:defPPr>
            <a:lvl1pPr algn="l">
              <a:defRPr sz="1350" b="0">
                <a:solidFill>
                  <a:srgbClr val="EAF3FA"/>
                </a:solidFill>
              </a:defRPr>
            </a:lvl1pPr>
            <a:lvl2pPr algn="l">
              <a:defRPr sz="1350" b="0">
                <a:solidFill>
                  <a:srgbClr val="EAF3FA"/>
                </a:solidFill>
              </a:defRPr>
            </a:lvl2pPr>
            <a:lvl3pPr algn="l">
              <a:defRPr sz="1350" b="0">
                <a:solidFill>
                  <a:srgbClr val="EAF3FA"/>
                </a:solidFill>
              </a:defRPr>
            </a:lvl3pPr>
            <a:lvl4pPr algn="l">
              <a:defRPr sz="1350" b="0">
                <a:solidFill>
                  <a:srgbClr val="EAF3FA"/>
                </a:solidFill>
              </a:defRPr>
            </a:lvl4pPr>
            <a:lvl5pPr algn="l">
              <a:defRPr sz="1350" b="0">
                <a:solidFill>
                  <a:srgbClr val="EAF3FA"/>
                </a:solidFill>
              </a:defRPr>
            </a:lvl5pPr>
            <a:lvl6pPr algn="l">
              <a:defRPr sz="1350" b="0">
                <a:solidFill>
                  <a:srgbClr val="EAF3FA"/>
                </a:solidFill>
              </a:defRPr>
            </a:lvl6pPr>
            <a:lvl7pPr algn="l">
              <a:defRPr sz="1350" b="0">
                <a:solidFill>
                  <a:srgbClr val="EAF3FA"/>
                </a:solidFill>
              </a:defRPr>
            </a:lvl7pPr>
            <a:lvl8pPr algn="l">
              <a:defRPr sz="1350" b="0">
                <a:solidFill>
                  <a:srgbClr val="EAF3FA"/>
                </a:solidFill>
              </a:defRPr>
            </a:lvl8pPr>
            <a:lvl9pPr algn="l">
              <a:defRPr sz="1350" b="0">
                <a:solidFill>
                  <a:srgbClr val="EAF3FA"/>
                </a:solidFill>
              </a:defRPr>
            </a:lvl9pPr>
          </a:lstStyle>
          <a:p>
            <a:pPr algn="l">
              <a:defRPr sz="1350" b="0">
                <a:solidFill>
                  <a:srgbClr val="EAF3FA"/>
                </a:solidFill>
              </a:defRPr>
            </a:pPr>
            <a:r>
              <a:rPr sz="1350" b="0">
                <a:solidFill>
                  <a:srgbClr val="EAF3FA"/>
                </a:solidFill>
              </a:rPr>
              <a:t>Από τα δεδομένα σε μια καθαρή οπτική παρουσίαση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2D65EB-0FE9-44A7-99A3-1E6F358293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45" r="4845"/>
          <a:stretch>
            <a:fillRect/>
          </a:stretch>
        </p:blipFill>
        <p:spPr>
          <a:xfrm>
            <a:off x="4905375" y="1047750"/>
            <a:ext cx="6572250" cy="4095750"/>
          </a:xfrm>
          <a:prstGeom prst="roundRect">
            <a:avLst>
              <a:gd name="adj" fmla="val 2791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FF7931-E690-4830-918C-4B21DE89D163}"/>
              </a:ext>
            </a:extLst>
          </p:cNvPr>
          <p:cNvSpPr>
            <a:spLocks noGrp="1"/>
          </p:cNvSpPr>
          <p:nvPr/>
        </p:nvSpPr>
        <p:spPr>
          <a:xfrm>
            <a:off x="5429250" y="5334000"/>
            <a:ext cx="533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425" b="0">
                <a:solidFill>
                  <a:srgbClr val="53677A"/>
                </a:solidFill>
              </a:defRPr>
            </a:defPPr>
            <a:lvl1pPr algn="ctr">
              <a:defRPr sz="1425" b="0">
                <a:solidFill>
                  <a:srgbClr val="53677A"/>
                </a:solidFill>
              </a:defRPr>
            </a:lvl1pPr>
            <a:lvl2pPr algn="ctr">
              <a:defRPr sz="1425" b="0">
                <a:solidFill>
                  <a:srgbClr val="53677A"/>
                </a:solidFill>
              </a:defRPr>
            </a:lvl2pPr>
            <a:lvl3pPr algn="ctr">
              <a:defRPr sz="1425" b="0">
                <a:solidFill>
                  <a:srgbClr val="53677A"/>
                </a:solidFill>
              </a:defRPr>
            </a:lvl3pPr>
            <a:lvl4pPr algn="ctr">
              <a:defRPr sz="1425" b="0">
                <a:solidFill>
                  <a:srgbClr val="53677A"/>
                </a:solidFill>
              </a:defRPr>
            </a:lvl4pPr>
            <a:lvl5pPr algn="ctr">
              <a:defRPr sz="1425" b="0">
                <a:solidFill>
                  <a:srgbClr val="53677A"/>
                </a:solidFill>
              </a:defRPr>
            </a:lvl5pPr>
            <a:lvl6pPr algn="ctr">
              <a:defRPr sz="1425" b="0">
                <a:solidFill>
                  <a:srgbClr val="53677A"/>
                </a:solidFill>
              </a:defRPr>
            </a:lvl6pPr>
            <a:lvl7pPr algn="ctr">
              <a:defRPr sz="1425" b="0">
                <a:solidFill>
                  <a:srgbClr val="53677A"/>
                </a:solidFill>
              </a:defRPr>
            </a:lvl7pPr>
            <a:lvl8pPr algn="ctr">
              <a:defRPr sz="1425" b="0">
                <a:solidFill>
                  <a:srgbClr val="53677A"/>
                </a:solidFill>
              </a:defRPr>
            </a:lvl8pPr>
            <a:lvl9pPr algn="ctr">
              <a:defRPr sz="1425" b="0">
                <a:solidFill>
                  <a:srgbClr val="53677A"/>
                </a:solidFill>
              </a:defRPr>
            </a:lvl9pPr>
          </a:lstStyle>
          <a:p>
            <a:pPr algn="ctr">
              <a:defRPr sz="1425" b="0">
                <a:solidFill>
                  <a:srgbClr val="53677A"/>
                </a:solidFill>
              </a:defRPr>
            </a:pPr>
            <a:r>
              <a:rPr sz="1425" b="0">
                <a:solidFill>
                  <a:srgbClr val="53677A"/>
                </a:solidFill>
              </a:rPr>
              <a:t>Τα γραφήματα βοηθούν στη σύγκριση και στην κατανόηση των δεδομένων.</a:t>
            </a:r>
          </a:p>
        </p:txBody>
      </p:sp>
    </p:spTree>
    <p:extLst>
      <p:ext uri="{BB962C8B-B14F-4D97-AF65-F5344CB8AC3E}">
        <p14:creationId xmlns:p14="http://schemas.microsoft.com/office/powerpoint/2010/main" val="1959624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C6FDD4C-C10C-4D54-9B11-9210E597AC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C6EB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5A19A9-6BAF-4E4B-A83A-F96DAE4D581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250" b="1">
                <a:solidFill>
                  <a:srgbClr val="17324D"/>
                </a:solidFill>
              </a:defRPr>
            </a:defPPr>
            <a:lvl1pPr algn="l">
              <a:defRPr sz="2250" b="1">
                <a:solidFill>
                  <a:srgbClr val="17324D"/>
                </a:solidFill>
              </a:defRPr>
            </a:lvl1pPr>
            <a:lvl2pPr algn="l">
              <a:defRPr sz="2250" b="1">
                <a:solidFill>
                  <a:srgbClr val="17324D"/>
                </a:solidFill>
              </a:defRPr>
            </a:lvl2pPr>
            <a:lvl3pPr algn="l">
              <a:defRPr sz="2250" b="1">
                <a:solidFill>
                  <a:srgbClr val="17324D"/>
                </a:solidFill>
              </a:defRPr>
            </a:lvl3pPr>
            <a:lvl4pPr algn="l">
              <a:defRPr sz="2250" b="1">
                <a:solidFill>
                  <a:srgbClr val="17324D"/>
                </a:solidFill>
              </a:defRPr>
            </a:lvl4pPr>
            <a:lvl5pPr algn="l">
              <a:defRPr sz="2250" b="1">
                <a:solidFill>
                  <a:srgbClr val="17324D"/>
                </a:solidFill>
              </a:defRPr>
            </a:lvl5pPr>
            <a:lvl6pPr algn="l">
              <a:defRPr sz="2250" b="1">
                <a:solidFill>
                  <a:srgbClr val="17324D"/>
                </a:solidFill>
              </a:defRPr>
            </a:lvl6pPr>
            <a:lvl7pPr algn="l">
              <a:defRPr sz="2250" b="1">
                <a:solidFill>
                  <a:srgbClr val="17324D"/>
                </a:solidFill>
              </a:defRPr>
            </a:lvl7pPr>
            <a:lvl8pPr algn="l">
              <a:defRPr sz="2250" b="1">
                <a:solidFill>
                  <a:srgbClr val="17324D"/>
                </a:solidFill>
              </a:defRPr>
            </a:lvl8pPr>
            <a:lvl9pPr algn="l">
              <a:defRPr sz="2250" b="1">
                <a:solidFill>
                  <a:srgbClr val="17324D"/>
                </a:solidFill>
              </a:defRPr>
            </a:lvl9pPr>
          </a:lstStyle>
          <a:p>
            <a:pPr algn="l">
              <a:defRPr sz="2250" b="1">
                <a:solidFill>
                  <a:srgbClr val="17324D"/>
                </a:solidFill>
              </a:defRPr>
            </a:pPr>
            <a:r>
              <a:rPr sz="2250" b="1">
                <a:solidFill>
                  <a:srgbClr val="17324D"/>
                </a:solidFill>
              </a:rPr>
              <a:t>Επιλογή τύπου γραφήματος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A380E9-B837-4AD9-98DF-264C6A29A44E}"/>
              </a:ext>
            </a:extLst>
          </p:cNvPr>
          <p:cNvSpPr>
            <a:spLocks noGrp="1"/>
          </p:cNvSpPr>
          <p:nvPr/>
        </p:nvSpPr>
        <p:spPr>
          <a:xfrm>
            <a:off x="10810875" y="409575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350" b="1">
                <a:solidFill>
                  <a:srgbClr val="2C6EBA"/>
                </a:solidFill>
              </a:defRPr>
            </a:defPPr>
            <a:lvl1pPr algn="r">
              <a:defRPr sz="1350" b="1">
                <a:solidFill>
                  <a:srgbClr val="2C6EBA"/>
                </a:solidFill>
              </a:defRPr>
            </a:lvl1pPr>
            <a:lvl2pPr algn="r">
              <a:defRPr sz="1350" b="1">
                <a:solidFill>
                  <a:srgbClr val="2C6EBA"/>
                </a:solidFill>
              </a:defRPr>
            </a:lvl2pPr>
            <a:lvl3pPr algn="r">
              <a:defRPr sz="1350" b="1">
                <a:solidFill>
                  <a:srgbClr val="2C6EBA"/>
                </a:solidFill>
              </a:defRPr>
            </a:lvl3pPr>
            <a:lvl4pPr algn="r">
              <a:defRPr sz="1350" b="1">
                <a:solidFill>
                  <a:srgbClr val="2C6EBA"/>
                </a:solidFill>
              </a:defRPr>
            </a:lvl4pPr>
            <a:lvl5pPr algn="r">
              <a:defRPr sz="1350" b="1">
                <a:solidFill>
                  <a:srgbClr val="2C6EBA"/>
                </a:solidFill>
              </a:defRPr>
            </a:lvl5pPr>
            <a:lvl6pPr algn="r">
              <a:defRPr sz="1350" b="1">
                <a:solidFill>
                  <a:srgbClr val="2C6EBA"/>
                </a:solidFill>
              </a:defRPr>
            </a:lvl6pPr>
            <a:lvl7pPr algn="r">
              <a:defRPr sz="1350" b="1">
                <a:solidFill>
                  <a:srgbClr val="2C6EBA"/>
                </a:solidFill>
              </a:defRPr>
            </a:lvl7pPr>
            <a:lvl8pPr algn="r">
              <a:defRPr sz="1350" b="1">
                <a:solidFill>
                  <a:srgbClr val="2C6EBA"/>
                </a:solidFill>
              </a:defRPr>
            </a:lvl8pPr>
            <a:lvl9pPr algn="r">
              <a:defRPr sz="1350" b="1">
                <a:solidFill>
                  <a:srgbClr val="2C6EBA"/>
                </a:solidFill>
              </a:defRPr>
            </a:lvl9pPr>
          </a:lstStyle>
          <a:p>
            <a:pPr algn="r">
              <a:defRPr sz="1350" b="1">
                <a:solidFill>
                  <a:srgbClr val="2C6EBA"/>
                </a:solidFill>
              </a:defRPr>
            </a:pPr>
            <a:r>
              <a:rPr sz="1350" b="1">
                <a:solidFill>
                  <a:srgbClr val="2C6EBA"/>
                </a:solidFill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F9A611-4F1A-4841-B20E-D6130B44205D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34700" cy="19050"/>
          </a:xfrm>
          <a:prstGeom prst="rect">
            <a:avLst/>
          </a:prstGeom>
          <a:solidFill>
            <a:srgbClr val="D7E3E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D4FEB43-6722-4412-B6E3-FDB93F67A286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361950" cy="361950"/>
          </a:xfrm>
          <a:prstGeom prst="ellipse">
            <a:avLst/>
          </a:prstGeom>
          <a:solidFill>
            <a:srgbClr val="2C6EB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03D8C3-0F6D-4E0A-924E-3783F15AC41B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FFFFFF"/>
                </a:solidFill>
              </a:defRPr>
            </a:defPPr>
            <a:lvl1pPr algn="ctr">
              <a:defRPr sz="1200" b="1">
                <a:solidFill>
                  <a:srgbClr val="FFFFFF"/>
                </a:solidFill>
              </a:defRPr>
            </a:lvl1pPr>
            <a:lvl2pPr algn="ctr">
              <a:defRPr sz="1200" b="1">
                <a:solidFill>
                  <a:srgbClr val="FFFFFF"/>
                </a:solidFill>
              </a:defRPr>
            </a:lvl2pPr>
            <a:lvl3pPr algn="ctr">
              <a:defRPr sz="1200" b="1">
                <a:solidFill>
                  <a:srgbClr val="FFFFFF"/>
                </a:solidFill>
              </a:defRPr>
            </a:lvl3pPr>
            <a:lvl4pPr algn="ctr">
              <a:defRPr sz="1200" b="1">
                <a:solidFill>
                  <a:srgbClr val="FFFFFF"/>
                </a:solidFill>
              </a:defRPr>
            </a:lvl4pPr>
            <a:lvl5pPr algn="ctr">
              <a:defRPr sz="1200" b="1">
                <a:solidFill>
                  <a:srgbClr val="FFFFFF"/>
                </a:solidFill>
              </a:defRPr>
            </a:lvl5pPr>
            <a:lvl6pPr algn="ctr">
              <a:defRPr sz="1200" b="1">
                <a:solidFill>
                  <a:srgbClr val="FFFFFF"/>
                </a:solidFill>
              </a:defRPr>
            </a:lvl6pPr>
            <a:lvl7pPr algn="ctr">
              <a:defRPr sz="1200" b="1">
                <a:solidFill>
                  <a:srgbClr val="FFFFFF"/>
                </a:solidFill>
              </a:defRPr>
            </a:lvl7pPr>
            <a:lvl8pPr algn="ctr">
              <a:defRPr sz="1200" b="1">
                <a:solidFill>
                  <a:srgbClr val="FFFFFF"/>
                </a:solidFill>
              </a:defRPr>
            </a:lvl8pPr>
            <a:lvl9pPr algn="ctr">
              <a:defRPr sz="1200" b="1">
                <a:solidFill>
                  <a:srgbClr val="FFFFFF"/>
                </a:solidFill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CA697B-3DC8-4F2A-BEE6-115AD0088A0D}"/>
              </a:ext>
            </a:extLst>
          </p:cNvPr>
          <p:cNvSpPr>
            <a:spLocks noGrp="1"/>
          </p:cNvSpPr>
          <p:nvPr/>
        </p:nvSpPr>
        <p:spPr>
          <a:xfrm>
            <a:off x="1200150" y="146685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17324D"/>
                </a:solidFill>
              </a:defRPr>
            </a:defPPr>
            <a:lvl1pPr algn="l">
              <a:defRPr sz="1500" b="1">
                <a:solidFill>
                  <a:srgbClr val="17324D"/>
                </a:solidFill>
              </a:defRPr>
            </a:lvl1pPr>
            <a:lvl2pPr algn="l">
              <a:defRPr sz="1500" b="1">
                <a:solidFill>
                  <a:srgbClr val="17324D"/>
                </a:solidFill>
              </a:defRPr>
            </a:lvl2pPr>
            <a:lvl3pPr algn="l">
              <a:defRPr sz="1500" b="1">
                <a:solidFill>
                  <a:srgbClr val="17324D"/>
                </a:solidFill>
              </a:defRPr>
            </a:lvl3pPr>
            <a:lvl4pPr algn="l">
              <a:defRPr sz="1500" b="1">
                <a:solidFill>
                  <a:srgbClr val="17324D"/>
                </a:solidFill>
              </a:defRPr>
            </a:lvl4pPr>
            <a:lvl5pPr algn="l">
              <a:defRPr sz="1500" b="1">
                <a:solidFill>
                  <a:srgbClr val="17324D"/>
                </a:solidFill>
              </a:defRPr>
            </a:lvl5pPr>
            <a:lvl6pPr algn="l">
              <a:defRPr sz="1500" b="1">
                <a:solidFill>
                  <a:srgbClr val="17324D"/>
                </a:solidFill>
              </a:defRPr>
            </a:lvl6pPr>
            <a:lvl7pPr algn="l">
              <a:defRPr sz="1500" b="1">
                <a:solidFill>
                  <a:srgbClr val="17324D"/>
                </a:solidFill>
              </a:defRPr>
            </a:lvl7pPr>
            <a:lvl8pPr algn="l">
              <a:defRPr sz="1500" b="1">
                <a:solidFill>
                  <a:srgbClr val="17324D"/>
                </a:solidFill>
              </a:defRPr>
            </a:lvl8pPr>
            <a:lvl9pPr algn="l">
              <a:defRPr sz="1500" b="1">
                <a:solidFill>
                  <a:srgbClr val="17324D"/>
                </a:solidFill>
              </a:defRPr>
            </a:lvl9pPr>
          </a:lstStyle>
          <a:p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Στήλη ή ράβδος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787693-732E-4953-8AB3-A021A6FF0F16}"/>
              </a:ext>
            </a:extLst>
          </p:cNvPr>
          <p:cNvSpPr>
            <a:spLocks noGrp="1"/>
          </p:cNvSpPr>
          <p:nvPr/>
        </p:nvSpPr>
        <p:spPr>
          <a:xfrm>
            <a:off x="1200150" y="1828800"/>
            <a:ext cx="447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3677A"/>
                </a:solidFill>
              </a:defRPr>
            </a:defPPr>
            <a:lvl1pPr algn="l">
              <a:defRPr sz="1200" b="0">
                <a:solidFill>
                  <a:srgbClr val="53677A"/>
                </a:solidFill>
              </a:defRPr>
            </a:lvl1pPr>
            <a:lvl2pPr algn="l">
              <a:defRPr sz="1200" b="0">
                <a:solidFill>
                  <a:srgbClr val="53677A"/>
                </a:solidFill>
              </a:defRPr>
            </a:lvl2pPr>
            <a:lvl3pPr algn="l">
              <a:defRPr sz="1200" b="0">
                <a:solidFill>
                  <a:srgbClr val="53677A"/>
                </a:solidFill>
              </a:defRPr>
            </a:lvl3pPr>
            <a:lvl4pPr algn="l">
              <a:defRPr sz="1200" b="0">
                <a:solidFill>
                  <a:srgbClr val="53677A"/>
                </a:solidFill>
              </a:defRPr>
            </a:lvl4pPr>
            <a:lvl5pPr algn="l">
              <a:defRPr sz="1200" b="0">
                <a:solidFill>
                  <a:srgbClr val="53677A"/>
                </a:solidFill>
              </a:defRPr>
            </a:lvl5pPr>
            <a:lvl6pPr algn="l">
              <a:defRPr sz="1200" b="0">
                <a:solidFill>
                  <a:srgbClr val="53677A"/>
                </a:solidFill>
              </a:defRPr>
            </a:lvl6pPr>
            <a:lvl7pPr algn="l">
              <a:defRPr sz="1200" b="0">
                <a:solidFill>
                  <a:srgbClr val="53677A"/>
                </a:solidFill>
              </a:defRPr>
            </a:lvl7pPr>
            <a:lvl8pPr algn="l">
              <a:defRPr sz="1200" b="0">
                <a:solidFill>
                  <a:srgbClr val="53677A"/>
                </a:solidFill>
              </a:defRPr>
            </a:lvl8pPr>
            <a:lvl9pPr algn="l">
              <a:defRPr sz="1200" b="0">
                <a:solidFill>
                  <a:srgbClr val="53677A"/>
                </a:solidFill>
              </a:defRPr>
            </a:lvl9pPr>
          </a:lstStyle>
          <a:p>
            <a:pPr algn="l">
              <a:defRPr sz="1200" b="0">
                <a:solidFill>
                  <a:srgbClr val="53677A"/>
                </a:solidFill>
              </a:defRPr>
            </a:pPr>
            <a:r>
              <a:rPr sz="1200" b="0">
                <a:solidFill>
                  <a:srgbClr val="53677A"/>
                </a:solidFill>
              </a:rPr>
              <a:t>Σύγκριση τιμών μεταξύ κατηγοριών.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D64BEBC-0484-49B5-8685-A43223721048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361950" cy="361950"/>
          </a:xfrm>
          <a:prstGeom prst="ellipse">
            <a:avLst/>
          </a:prstGeom>
          <a:solidFill>
            <a:srgbClr val="1A8D83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6814D2-A67A-42F4-A7FF-5FF823C72FD4}"/>
              </a:ext>
            </a:extLst>
          </p:cNvPr>
          <p:cNvSpPr>
            <a:spLocks noGrp="1"/>
          </p:cNvSpPr>
          <p:nvPr/>
        </p:nvSpPr>
        <p:spPr>
          <a:xfrm>
            <a:off x="685800" y="256222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FFFFFF"/>
                </a:solidFill>
              </a:defRPr>
            </a:defPPr>
            <a:lvl1pPr algn="ctr">
              <a:defRPr sz="1200" b="1">
                <a:solidFill>
                  <a:srgbClr val="FFFFFF"/>
                </a:solidFill>
              </a:defRPr>
            </a:lvl1pPr>
            <a:lvl2pPr algn="ctr">
              <a:defRPr sz="1200" b="1">
                <a:solidFill>
                  <a:srgbClr val="FFFFFF"/>
                </a:solidFill>
              </a:defRPr>
            </a:lvl2pPr>
            <a:lvl3pPr algn="ctr">
              <a:defRPr sz="1200" b="1">
                <a:solidFill>
                  <a:srgbClr val="FFFFFF"/>
                </a:solidFill>
              </a:defRPr>
            </a:lvl3pPr>
            <a:lvl4pPr algn="ctr">
              <a:defRPr sz="1200" b="1">
                <a:solidFill>
                  <a:srgbClr val="FFFFFF"/>
                </a:solidFill>
              </a:defRPr>
            </a:lvl4pPr>
            <a:lvl5pPr algn="ctr">
              <a:defRPr sz="1200" b="1">
                <a:solidFill>
                  <a:srgbClr val="FFFFFF"/>
                </a:solidFill>
              </a:defRPr>
            </a:lvl5pPr>
            <a:lvl6pPr algn="ctr">
              <a:defRPr sz="1200" b="1">
                <a:solidFill>
                  <a:srgbClr val="FFFFFF"/>
                </a:solidFill>
              </a:defRPr>
            </a:lvl6pPr>
            <a:lvl7pPr algn="ctr">
              <a:defRPr sz="1200" b="1">
                <a:solidFill>
                  <a:srgbClr val="FFFFFF"/>
                </a:solidFill>
              </a:defRPr>
            </a:lvl7pPr>
            <a:lvl8pPr algn="ctr">
              <a:defRPr sz="1200" b="1">
                <a:solidFill>
                  <a:srgbClr val="FFFFFF"/>
                </a:solidFill>
              </a:defRPr>
            </a:lvl8pPr>
            <a:lvl9pPr algn="ctr">
              <a:defRPr sz="1200" b="1">
                <a:solidFill>
                  <a:srgbClr val="FFFFFF"/>
                </a:solidFill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4430F2-B0E1-437D-A7A9-D8DA00012D88}"/>
              </a:ext>
            </a:extLst>
          </p:cNvPr>
          <p:cNvSpPr>
            <a:spLocks noGrp="1"/>
          </p:cNvSpPr>
          <p:nvPr/>
        </p:nvSpPr>
        <p:spPr>
          <a:xfrm>
            <a:off x="1200150" y="25527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17324D"/>
                </a:solidFill>
              </a:defRPr>
            </a:defPPr>
            <a:lvl1pPr algn="l">
              <a:defRPr sz="1500" b="1">
                <a:solidFill>
                  <a:srgbClr val="17324D"/>
                </a:solidFill>
              </a:defRPr>
            </a:lvl1pPr>
            <a:lvl2pPr algn="l">
              <a:defRPr sz="1500" b="1">
                <a:solidFill>
                  <a:srgbClr val="17324D"/>
                </a:solidFill>
              </a:defRPr>
            </a:lvl2pPr>
            <a:lvl3pPr algn="l">
              <a:defRPr sz="1500" b="1">
                <a:solidFill>
                  <a:srgbClr val="17324D"/>
                </a:solidFill>
              </a:defRPr>
            </a:lvl3pPr>
            <a:lvl4pPr algn="l">
              <a:defRPr sz="1500" b="1">
                <a:solidFill>
                  <a:srgbClr val="17324D"/>
                </a:solidFill>
              </a:defRPr>
            </a:lvl4pPr>
            <a:lvl5pPr algn="l">
              <a:defRPr sz="1500" b="1">
                <a:solidFill>
                  <a:srgbClr val="17324D"/>
                </a:solidFill>
              </a:defRPr>
            </a:lvl5pPr>
            <a:lvl6pPr algn="l">
              <a:defRPr sz="1500" b="1">
                <a:solidFill>
                  <a:srgbClr val="17324D"/>
                </a:solidFill>
              </a:defRPr>
            </a:lvl6pPr>
            <a:lvl7pPr algn="l">
              <a:defRPr sz="1500" b="1">
                <a:solidFill>
                  <a:srgbClr val="17324D"/>
                </a:solidFill>
              </a:defRPr>
            </a:lvl7pPr>
            <a:lvl8pPr algn="l">
              <a:defRPr sz="1500" b="1">
                <a:solidFill>
                  <a:srgbClr val="17324D"/>
                </a:solidFill>
              </a:defRPr>
            </a:lvl8pPr>
            <a:lvl9pPr algn="l">
              <a:defRPr sz="1500" b="1">
                <a:solidFill>
                  <a:srgbClr val="17324D"/>
                </a:solidFill>
              </a:defRPr>
            </a:lvl9pPr>
          </a:lstStyle>
          <a:p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Γραμμή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28F2D4-2CD4-4AA5-97B4-34739E5D06D5}"/>
              </a:ext>
            </a:extLst>
          </p:cNvPr>
          <p:cNvSpPr>
            <a:spLocks noGrp="1"/>
          </p:cNvSpPr>
          <p:nvPr/>
        </p:nvSpPr>
        <p:spPr>
          <a:xfrm>
            <a:off x="1200150" y="2914650"/>
            <a:ext cx="447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3677A"/>
                </a:solidFill>
              </a:defRPr>
            </a:defPPr>
            <a:lvl1pPr algn="l">
              <a:defRPr sz="1200" b="0">
                <a:solidFill>
                  <a:srgbClr val="53677A"/>
                </a:solidFill>
              </a:defRPr>
            </a:lvl1pPr>
            <a:lvl2pPr algn="l">
              <a:defRPr sz="1200" b="0">
                <a:solidFill>
                  <a:srgbClr val="53677A"/>
                </a:solidFill>
              </a:defRPr>
            </a:lvl2pPr>
            <a:lvl3pPr algn="l">
              <a:defRPr sz="1200" b="0">
                <a:solidFill>
                  <a:srgbClr val="53677A"/>
                </a:solidFill>
              </a:defRPr>
            </a:lvl3pPr>
            <a:lvl4pPr algn="l">
              <a:defRPr sz="1200" b="0">
                <a:solidFill>
                  <a:srgbClr val="53677A"/>
                </a:solidFill>
              </a:defRPr>
            </a:lvl4pPr>
            <a:lvl5pPr algn="l">
              <a:defRPr sz="1200" b="0">
                <a:solidFill>
                  <a:srgbClr val="53677A"/>
                </a:solidFill>
              </a:defRPr>
            </a:lvl5pPr>
            <a:lvl6pPr algn="l">
              <a:defRPr sz="1200" b="0">
                <a:solidFill>
                  <a:srgbClr val="53677A"/>
                </a:solidFill>
              </a:defRPr>
            </a:lvl6pPr>
            <a:lvl7pPr algn="l">
              <a:defRPr sz="1200" b="0">
                <a:solidFill>
                  <a:srgbClr val="53677A"/>
                </a:solidFill>
              </a:defRPr>
            </a:lvl7pPr>
            <a:lvl8pPr algn="l">
              <a:defRPr sz="1200" b="0">
                <a:solidFill>
                  <a:srgbClr val="53677A"/>
                </a:solidFill>
              </a:defRPr>
            </a:lvl8pPr>
            <a:lvl9pPr algn="l">
              <a:defRPr sz="1200" b="0">
                <a:solidFill>
                  <a:srgbClr val="53677A"/>
                </a:solidFill>
              </a:defRPr>
            </a:lvl9pPr>
          </a:lstStyle>
          <a:p>
            <a:pPr algn="l">
              <a:defRPr sz="1200" b="0">
                <a:solidFill>
                  <a:srgbClr val="53677A"/>
                </a:solidFill>
              </a:defRPr>
            </a:pPr>
            <a:r>
              <a:rPr sz="1200" b="0">
                <a:solidFill>
                  <a:srgbClr val="53677A"/>
                </a:solidFill>
              </a:rPr>
              <a:t>Μεταβολή των τιμών στον χρόνο.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4AC8958-8349-4A85-B7EA-3EFB5F8D50D8}"/>
              </a:ext>
            </a:extLst>
          </p:cNvPr>
          <p:cNvSpPr>
            <a:spLocks noGrp="1"/>
          </p:cNvSpPr>
          <p:nvPr/>
        </p:nvSpPr>
        <p:spPr>
          <a:xfrm>
            <a:off x="685800" y="3657600"/>
            <a:ext cx="361950" cy="361950"/>
          </a:xfrm>
          <a:prstGeom prst="ellipse">
            <a:avLst/>
          </a:prstGeom>
          <a:solidFill>
            <a:srgbClr val="F28C45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4BC6E4-0C18-44E5-B32C-1ABD25F41038}"/>
              </a:ext>
            </a:extLst>
          </p:cNvPr>
          <p:cNvSpPr>
            <a:spLocks noGrp="1"/>
          </p:cNvSpPr>
          <p:nvPr/>
        </p:nvSpPr>
        <p:spPr>
          <a:xfrm>
            <a:off x="685800" y="364807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FFFFFF"/>
                </a:solidFill>
              </a:defRPr>
            </a:defPPr>
            <a:lvl1pPr algn="ctr">
              <a:defRPr sz="1200" b="1">
                <a:solidFill>
                  <a:srgbClr val="FFFFFF"/>
                </a:solidFill>
              </a:defRPr>
            </a:lvl1pPr>
            <a:lvl2pPr algn="ctr">
              <a:defRPr sz="1200" b="1">
                <a:solidFill>
                  <a:srgbClr val="FFFFFF"/>
                </a:solidFill>
              </a:defRPr>
            </a:lvl2pPr>
            <a:lvl3pPr algn="ctr">
              <a:defRPr sz="1200" b="1">
                <a:solidFill>
                  <a:srgbClr val="FFFFFF"/>
                </a:solidFill>
              </a:defRPr>
            </a:lvl3pPr>
            <a:lvl4pPr algn="ctr">
              <a:defRPr sz="1200" b="1">
                <a:solidFill>
                  <a:srgbClr val="FFFFFF"/>
                </a:solidFill>
              </a:defRPr>
            </a:lvl4pPr>
            <a:lvl5pPr algn="ctr">
              <a:defRPr sz="1200" b="1">
                <a:solidFill>
                  <a:srgbClr val="FFFFFF"/>
                </a:solidFill>
              </a:defRPr>
            </a:lvl5pPr>
            <a:lvl6pPr algn="ctr">
              <a:defRPr sz="1200" b="1">
                <a:solidFill>
                  <a:srgbClr val="FFFFFF"/>
                </a:solidFill>
              </a:defRPr>
            </a:lvl6pPr>
            <a:lvl7pPr algn="ctr">
              <a:defRPr sz="1200" b="1">
                <a:solidFill>
                  <a:srgbClr val="FFFFFF"/>
                </a:solidFill>
              </a:defRPr>
            </a:lvl7pPr>
            <a:lvl8pPr algn="ctr">
              <a:defRPr sz="1200" b="1">
                <a:solidFill>
                  <a:srgbClr val="FFFFFF"/>
                </a:solidFill>
              </a:defRPr>
            </a:lvl8pPr>
            <a:lvl9pPr algn="ctr">
              <a:defRPr sz="1200" b="1">
                <a:solidFill>
                  <a:srgbClr val="FFFFFF"/>
                </a:solidFill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D2EFB1-213E-4B8D-8A27-7A0798EECE32}"/>
              </a:ext>
            </a:extLst>
          </p:cNvPr>
          <p:cNvSpPr>
            <a:spLocks noGrp="1"/>
          </p:cNvSpPr>
          <p:nvPr/>
        </p:nvSpPr>
        <p:spPr>
          <a:xfrm>
            <a:off x="1200150" y="363855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17324D"/>
                </a:solidFill>
              </a:defRPr>
            </a:defPPr>
            <a:lvl1pPr algn="l">
              <a:defRPr sz="1500" b="1">
                <a:solidFill>
                  <a:srgbClr val="17324D"/>
                </a:solidFill>
              </a:defRPr>
            </a:lvl1pPr>
            <a:lvl2pPr algn="l">
              <a:defRPr sz="1500" b="1">
                <a:solidFill>
                  <a:srgbClr val="17324D"/>
                </a:solidFill>
              </a:defRPr>
            </a:lvl2pPr>
            <a:lvl3pPr algn="l">
              <a:defRPr sz="1500" b="1">
                <a:solidFill>
                  <a:srgbClr val="17324D"/>
                </a:solidFill>
              </a:defRPr>
            </a:lvl3pPr>
            <a:lvl4pPr algn="l">
              <a:defRPr sz="1500" b="1">
                <a:solidFill>
                  <a:srgbClr val="17324D"/>
                </a:solidFill>
              </a:defRPr>
            </a:lvl4pPr>
            <a:lvl5pPr algn="l">
              <a:defRPr sz="1500" b="1">
                <a:solidFill>
                  <a:srgbClr val="17324D"/>
                </a:solidFill>
              </a:defRPr>
            </a:lvl5pPr>
            <a:lvl6pPr algn="l">
              <a:defRPr sz="1500" b="1">
                <a:solidFill>
                  <a:srgbClr val="17324D"/>
                </a:solidFill>
              </a:defRPr>
            </a:lvl6pPr>
            <a:lvl7pPr algn="l">
              <a:defRPr sz="1500" b="1">
                <a:solidFill>
                  <a:srgbClr val="17324D"/>
                </a:solidFill>
              </a:defRPr>
            </a:lvl7pPr>
            <a:lvl8pPr algn="l">
              <a:defRPr sz="1500" b="1">
                <a:solidFill>
                  <a:srgbClr val="17324D"/>
                </a:solidFill>
              </a:defRPr>
            </a:lvl8pPr>
            <a:lvl9pPr algn="l">
              <a:defRPr sz="1500" b="1">
                <a:solidFill>
                  <a:srgbClr val="17324D"/>
                </a:solidFill>
              </a:defRPr>
            </a:lvl9pPr>
          </a:lstStyle>
          <a:p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Πίτα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D8CDEB-8912-42CB-BDFD-FE204AF57AD6}"/>
              </a:ext>
            </a:extLst>
          </p:cNvPr>
          <p:cNvSpPr>
            <a:spLocks noGrp="1"/>
          </p:cNvSpPr>
          <p:nvPr/>
        </p:nvSpPr>
        <p:spPr>
          <a:xfrm>
            <a:off x="1200150" y="4000500"/>
            <a:ext cx="447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3677A"/>
                </a:solidFill>
              </a:defRPr>
            </a:defPPr>
            <a:lvl1pPr algn="l">
              <a:defRPr sz="1200" b="0">
                <a:solidFill>
                  <a:srgbClr val="53677A"/>
                </a:solidFill>
              </a:defRPr>
            </a:lvl1pPr>
            <a:lvl2pPr algn="l">
              <a:defRPr sz="1200" b="0">
                <a:solidFill>
                  <a:srgbClr val="53677A"/>
                </a:solidFill>
              </a:defRPr>
            </a:lvl2pPr>
            <a:lvl3pPr algn="l">
              <a:defRPr sz="1200" b="0">
                <a:solidFill>
                  <a:srgbClr val="53677A"/>
                </a:solidFill>
              </a:defRPr>
            </a:lvl3pPr>
            <a:lvl4pPr algn="l">
              <a:defRPr sz="1200" b="0">
                <a:solidFill>
                  <a:srgbClr val="53677A"/>
                </a:solidFill>
              </a:defRPr>
            </a:lvl4pPr>
            <a:lvl5pPr algn="l">
              <a:defRPr sz="1200" b="0">
                <a:solidFill>
                  <a:srgbClr val="53677A"/>
                </a:solidFill>
              </a:defRPr>
            </a:lvl5pPr>
            <a:lvl6pPr algn="l">
              <a:defRPr sz="1200" b="0">
                <a:solidFill>
                  <a:srgbClr val="53677A"/>
                </a:solidFill>
              </a:defRPr>
            </a:lvl6pPr>
            <a:lvl7pPr algn="l">
              <a:defRPr sz="1200" b="0">
                <a:solidFill>
                  <a:srgbClr val="53677A"/>
                </a:solidFill>
              </a:defRPr>
            </a:lvl7pPr>
            <a:lvl8pPr algn="l">
              <a:defRPr sz="1200" b="0">
                <a:solidFill>
                  <a:srgbClr val="53677A"/>
                </a:solidFill>
              </a:defRPr>
            </a:lvl8pPr>
            <a:lvl9pPr algn="l">
              <a:defRPr sz="1200" b="0">
                <a:solidFill>
                  <a:srgbClr val="53677A"/>
                </a:solidFill>
              </a:defRPr>
            </a:lvl9pPr>
          </a:lstStyle>
          <a:p>
            <a:pPr algn="l">
              <a:defRPr sz="1200" b="0">
                <a:solidFill>
                  <a:srgbClr val="53677A"/>
                </a:solidFill>
              </a:defRPr>
            </a:pPr>
            <a:r>
              <a:rPr sz="1200" b="0">
                <a:solidFill>
                  <a:srgbClr val="53677A"/>
                </a:solidFill>
              </a:rPr>
              <a:t>Ποσοστά ενός συνολικού ποσού.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A06D58-7573-4A4C-AD94-DBF36C8F28BB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4953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744F9A"/>
                </a:solidFill>
              </a:defRPr>
            </a:defPPr>
            <a:lvl1pPr algn="l">
              <a:defRPr sz="1425" b="1">
                <a:solidFill>
                  <a:srgbClr val="744F9A"/>
                </a:solidFill>
              </a:defRPr>
            </a:lvl1pPr>
            <a:lvl2pPr algn="l">
              <a:defRPr sz="1425" b="1">
                <a:solidFill>
                  <a:srgbClr val="744F9A"/>
                </a:solidFill>
              </a:defRPr>
            </a:lvl2pPr>
            <a:lvl3pPr algn="l">
              <a:defRPr sz="1425" b="1">
                <a:solidFill>
                  <a:srgbClr val="744F9A"/>
                </a:solidFill>
              </a:defRPr>
            </a:lvl3pPr>
            <a:lvl4pPr algn="l">
              <a:defRPr sz="1425" b="1">
                <a:solidFill>
                  <a:srgbClr val="744F9A"/>
                </a:solidFill>
              </a:defRPr>
            </a:lvl4pPr>
            <a:lvl5pPr algn="l">
              <a:defRPr sz="1425" b="1">
                <a:solidFill>
                  <a:srgbClr val="744F9A"/>
                </a:solidFill>
              </a:defRPr>
            </a:lvl5pPr>
            <a:lvl6pPr algn="l">
              <a:defRPr sz="1425" b="1">
                <a:solidFill>
                  <a:srgbClr val="744F9A"/>
                </a:solidFill>
              </a:defRPr>
            </a:lvl6pPr>
            <a:lvl7pPr algn="l">
              <a:defRPr sz="1425" b="1">
                <a:solidFill>
                  <a:srgbClr val="744F9A"/>
                </a:solidFill>
              </a:defRPr>
            </a:lvl7pPr>
            <a:lvl8pPr algn="l">
              <a:defRPr sz="1425" b="1">
                <a:solidFill>
                  <a:srgbClr val="744F9A"/>
                </a:solidFill>
              </a:defRPr>
            </a:lvl8pPr>
            <a:lvl9pPr algn="l">
              <a:defRPr sz="1425" b="1">
                <a:solidFill>
                  <a:srgbClr val="744F9A"/>
                </a:solidFill>
              </a:defRPr>
            </a:lvl9pPr>
          </a:lstStyle>
          <a:p>
            <a:pPr algn="l">
              <a:defRPr sz="1425" b="1">
                <a:solidFill>
                  <a:srgbClr val="744F9A"/>
                </a:solidFill>
              </a:defRPr>
            </a:pPr>
            <a:r>
              <a:rPr sz="1425" b="1">
                <a:solidFill>
                  <a:srgbClr val="744F9A"/>
                </a:solidFill>
              </a:rPr>
              <a:t>Επιλέγουμε τον τύπο που παρουσιάζει καθαρότερα τα δεδομένα.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3D937CE-115E-4634-9A60-0C29D87741B1}"/>
              </a:ext>
            </a:extLst>
          </p:cNvPr>
          <p:cNvSpPr>
            <a:spLocks noGrp="1"/>
          </p:cNvSpPr>
          <p:nvPr/>
        </p:nvSpPr>
        <p:spPr>
          <a:xfrm>
            <a:off x="6419850" y="1371600"/>
            <a:ext cx="4210050" cy="3924300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9525">
            <a:solidFill>
              <a:srgbClr val="D7E3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70F8844-9E40-42F0-8331-8AF80312F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81775" y="1524000"/>
            <a:ext cx="38862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114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8A3F25B-2904-41FB-94E9-3A75D94B3C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C6EB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7FC64D-F354-4D08-B004-71D1A6B0000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250" b="1">
                <a:solidFill>
                  <a:srgbClr val="17324D"/>
                </a:solidFill>
              </a:defRPr>
            </a:defPPr>
            <a:lvl1pPr algn="l">
              <a:defRPr sz="2250" b="1">
                <a:solidFill>
                  <a:srgbClr val="17324D"/>
                </a:solidFill>
              </a:defRPr>
            </a:lvl1pPr>
            <a:lvl2pPr algn="l">
              <a:defRPr sz="2250" b="1">
                <a:solidFill>
                  <a:srgbClr val="17324D"/>
                </a:solidFill>
              </a:defRPr>
            </a:lvl2pPr>
            <a:lvl3pPr algn="l">
              <a:defRPr sz="2250" b="1">
                <a:solidFill>
                  <a:srgbClr val="17324D"/>
                </a:solidFill>
              </a:defRPr>
            </a:lvl3pPr>
            <a:lvl4pPr algn="l">
              <a:defRPr sz="2250" b="1">
                <a:solidFill>
                  <a:srgbClr val="17324D"/>
                </a:solidFill>
              </a:defRPr>
            </a:lvl4pPr>
            <a:lvl5pPr algn="l">
              <a:defRPr sz="2250" b="1">
                <a:solidFill>
                  <a:srgbClr val="17324D"/>
                </a:solidFill>
              </a:defRPr>
            </a:lvl5pPr>
            <a:lvl6pPr algn="l">
              <a:defRPr sz="2250" b="1">
                <a:solidFill>
                  <a:srgbClr val="17324D"/>
                </a:solidFill>
              </a:defRPr>
            </a:lvl6pPr>
            <a:lvl7pPr algn="l">
              <a:defRPr sz="2250" b="1">
                <a:solidFill>
                  <a:srgbClr val="17324D"/>
                </a:solidFill>
              </a:defRPr>
            </a:lvl7pPr>
            <a:lvl8pPr algn="l">
              <a:defRPr sz="2250" b="1">
                <a:solidFill>
                  <a:srgbClr val="17324D"/>
                </a:solidFill>
              </a:defRPr>
            </a:lvl8pPr>
            <a:lvl9pPr algn="l">
              <a:defRPr sz="2250" b="1">
                <a:solidFill>
                  <a:srgbClr val="17324D"/>
                </a:solidFill>
              </a:defRPr>
            </a:lvl9pPr>
          </a:lstStyle>
          <a:p>
            <a:pPr algn="l">
              <a:defRPr sz="2250" b="1">
                <a:solidFill>
                  <a:srgbClr val="17324D"/>
                </a:solidFill>
              </a:defRPr>
            </a:pPr>
            <a:r>
              <a:rPr sz="2250" b="1">
                <a:solidFill>
                  <a:srgbClr val="17324D"/>
                </a:solidFill>
              </a:rPr>
              <a:t>Δημιουργία γραφήματος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505FEC-14CF-4241-AF16-D0EDE995C180}"/>
              </a:ext>
            </a:extLst>
          </p:cNvPr>
          <p:cNvSpPr>
            <a:spLocks noGrp="1"/>
          </p:cNvSpPr>
          <p:nvPr/>
        </p:nvSpPr>
        <p:spPr>
          <a:xfrm>
            <a:off x="10810875" y="409575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350" b="1">
                <a:solidFill>
                  <a:srgbClr val="2C6EBA"/>
                </a:solidFill>
              </a:defRPr>
            </a:defPPr>
            <a:lvl1pPr algn="r">
              <a:defRPr sz="1350" b="1">
                <a:solidFill>
                  <a:srgbClr val="2C6EBA"/>
                </a:solidFill>
              </a:defRPr>
            </a:lvl1pPr>
            <a:lvl2pPr algn="r">
              <a:defRPr sz="1350" b="1">
                <a:solidFill>
                  <a:srgbClr val="2C6EBA"/>
                </a:solidFill>
              </a:defRPr>
            </a:lvl2pPr>
            <a:lvl3pPr algn="r">
              <a:defRPr sz="1350" b="1">
                <a:solidFill>
                  <a:srgbClr val="2C6EBA"/>
                </a:solidFill>
              </a:defRPr>
            </a:lvl3pPr>
            <a:lvl4pPr algn="r">
              <a:defRPr sz="1350" b="1">
                <a:solidFill>
                  <a:srgbClr val="2C6EBA"/>
                </a:solidFill>
              </a:defRPr>
            </a:lvl4pPr>
            <a:lvl5pPr algn="r">
              <a:defRPr sz="1350" b="1">
                <a:solidFill>
                  <a:srgbClr val="2C6EBA"/>
                </a:solidFill>
              </a:defRPr>
            </a:lvl5pPr>
            <a:lvl6pPr algn="r">
              <a:defRPr sz="1350" b="1">
                <a:solidFill>
                  <a:srgbClr val="2C6EBA"/>
                </a:solidFill>
              </a:defRPr>
            </a:lvl6pPr>
            <a:lvl7pPr algn="r">
              <a:defRPr sz="1350" b="1">
                <a:solidFill>
                  <a:srgbClr val="2C6EBA"/>
                </a:solidFill>
              </a:defRPr>
            </a:lvl7pPr>
            <a:lvl8pPr algn="r">
              <a:defRPr sz="1350" b="1">
                <a:solidFill>
                  <a:srgbClr val="2C6EBA"/>
                </a:solidFill>
              </a:defRPr>
            </a:lvl8pPr>
            <a:lvl9pPr algn="r">
              <a:defRPr sz="1350" b="1">
                <a:solidFill>
                  <a:srgbClr val="2C6EBA"/>
                </a:solidFill>
              </a:defRPr>
            </a:lvl9pPr>
          </a:lstStyle>
          <a:p>
            <a:pPr algn="r">
              <a:defRPr sz="1350" b="1">
                <a:solidFill>
                  <a:srgbClr val="2C6EBA"/>
                </a:solidFill>
              </a:defRPr>
            </a:pPr>
            <a:r>
              <a:rPr sz="1350" b="1">
                <a:solidFill>
                  <a:srgbClr val="2C6EBA"/>
                </a:solidFill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99D2D1-5BB3-4930-8EAF-F6222BD72EE1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34700" cy="19050"/>
          </a:xfrm>
          <a:prstGeom prst="rect">
            <a:avLst/>
          </a:prstGeom>
          <a:solidFill>
            <a:srgbClr val="D7E3E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3D8515F-BCFA-45F8-A174-961A63EEAED8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361950" cy="361950"/>
          </a:xfrm>
          <a:prstGeom prst="ellipse">
            <a:avLst/>
          </a:prstGeom>
          <a:solidFill>
            <a:srgbClr val="2C6EB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E2557B-0874-4010-A912-75F88DDAC46C}"/>
              </a:ext>
            </a:extLst>
          </p:cNvPr>
          <p:cNvSpPr>
            <a:spLocks noGrp="1"/>
          </p:cNvSpPr>
          <p:nvPr/>
        </p:nvSpPr>
        <p:spPr>
          <a:xfrm>
            <a:off x="685800" y="153352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FFFFFF"/>
                </a:solidFill>
              </a:defRPr>
            </a:defPPr>
            <a:lvl1pPr algn="ctr">
              <a:defRPr sz="1200" b="1">
                <a:solidFill>
                  <a:srgbClr val="FFFFFF"/>
                </a:solidFill>
              </a:defRPr>
            </a:lvl1pPr>
            <a:lvl2pPr algn="ctr">
              <a:defRPr sz="1200" b="1">
                <a:solidFill>
                  <a:srgbClr val="FFFFFF"/>
                </a:solidFill>
              </a:defRPr>
            </a:lvl2pPr>
            <a:lvl3pPr algn="ctr">
              <a:defRPr sz="1200" b="1">
                <a:solidFill>
                  <a:srgbClr val="FFFFFF"/>
                </a:solidFill>
              </a:defRPr>
            </a:lvl3pPr>
            <a:lvl4pPr algn="ctr">
              <a:defRPr sz="1200" b="1">
                <a:solidFill>
                  <a:srgbClr val="FFFFFF"/>
                </a:solidFill>
              </a:defRPr>
            </a:lvl4pPr>
            <a:lvl5pPr algn="ctr">
              <a:defRPr sz="1200" b="1">
                <a:solidFill>
                  <a:srgbClr val="FFFFFF"/>
                </a:solidFill>
              </a:defRPr>
            </a:lvl5pPr>
            <a:lvl6pPr algn="ctr">
              <a:defRPr sz="1200" b="1">
                <a:solidFill>
                  <a:srgbClr val="FFFFFF"/>
                </a:solidFill>
              </a:defRPr>
            </a:lvl6pPr>
            <a:lvl7pPr algn="ctr">
              <a:defRPr sz="1200" b="1">
                <a:solidFill>
                  <a:srgbClr val="FFFFFF"/>
                </a:solidFill>
              </a:defRPr>
            </a:lvl7pPr>
            <a:lvl8pPr algn="ctr">
              <a:defRPr sz="1200" b="1">
                <a:solidFill>
                  <a:srgbClr val="FFFFFF"/>
                </a:solidFill>
              </a:defRPr>
            </a:lvl8pPr>
            <a:lvl9pPr algn="ctr">
              <a:defRPr sz="1200" b="1">
                <a:solidFill>
                  <a:srgbClr val="FFFFFF"/>
                </a:solidFill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A79C98-97A3-40AE-BD12-BEAC42E747AC}"/>
              </a:ext>
            </a:extLst>
          </p:cNvPr>
          <p:cNvSpPr>
            <a:spLocks noGrp="1"/>
          </p:cNvSpPr>
          <p:nvPr/>
        </p:nvSpPr>
        <p:spPr>
          <a:xfrm>
            <a:off x="1200150" y="15240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17324D"/>
                </a:solidFill>
              </a:defRPr>
            </a:defPPr>
            <a:lvl1pPr algn="l">
              <a:defRPr sz="1500" b="1">
                <a:solidFill>
                  <a:srgbClr val="17324D"/>
                </a:solidFill>
              </a:defRPr>
            </a:lvl1pPr>
            <a:lvl2pPr algn="l">
              <a:defRPr sz="1500" b="1">
                <a:solidFill>
                  <a:srgbClr val="17324D"/>
                </a:solidFill>
              </a:defRPr>
            </a:lvl2pPr>
            <a:lvl3pPr algn="l">
              <a:defRPr sz="1500" b="1">
                <a:solidFill>
                  <a:srgbClr val="17324D"/>
                </a:solidFill>
              </a:defRPr>
            </a:lvl3pPr>
            <a:lvl4pPr algn="l">
              <a:defRPr sz="1500" b="1">
                <a:solidFill>
                  <a:srgbClr val="17324D"/>
                </a:solidFill>
              </a:defRPr>
            </a:lvl4pPr>
            <a:lvl5pPr algn="l">
              <a:defRPr sz="1500" b="1">
                <a:solidFill>
                  <a:srgbClr val="17324D"/>
                </a:solidFill>
              </a:defRPr>
            </a:lvl5pPr>
            <a:lvl6pPr algn="l">
              <a:defRPr sz="1500" b="1">
                <a:solidFill>
                  <a:srgbClr val="17324D"/>
                </a:solidFill>
              </a:defRPr>
            </a:lvl6pPr>
            <a:lvl7pPr algn="l">
              <a:defRPr sz="1500" b="1">
                <a:solidFill>
                  <a:srgbClr val="17324D"/>
                </a:solidFill>
              </a:defRPr>
            </a:lvl7pPr>
            <a:lvl8pPr algn="l">
              <a:defRPr sz="1500" b="1">
                <a:solidFill>
                  <a:srgbClr val="17324D"/>
                </a:solidFill>
              </a:defRPr>
            </a:lvl8pPr>
            <a:lvl9pPr algn="l">
              <a:defRPr sz="1500" b="1">
                <a:solidFill>
                  <a:srgbClr val="17324D"/>
                </a:solidFill>
              </a:defRPr>
            </a:lvl9pPr>
          </a:lstStyle>
          <a:p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Επιλογή δεδομένων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7E5CC-DB0E-44D8-A54D-70CE6BB70B0C}"/>
              </a:ext>
            </a:extLst>
          </p:cNvPr>
          <p:cNvSpPr>
            <a:spLocks noGrp="1"/>
          </p:cNvSpPr>
          <p:nvPr/>
        </p:nvSpPr>
        <p:spPr>
          <a:xfrm>
            <a:off x="1200150" y="1885950"/>
            <a:ext cx="447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3677A"/>
                </a:solidFill>
              </a:defRPr>
            </a:defPPr>
            <a:lvl1pPr algn="l">
              <a:defRPr sz="1200" b="0">
                <a:solidFill>
                  <a:srgbClr val="53677A"/>
                </a:solidFill>
              </a:defRPr>
            </a:lvl1pPr>
            <a:lvl2pPr algn="l">
              <a:defRPr sz="1200" b="0">
                <a:solidFill>
                  <a:srgbClr val="53677A"/>
                </a:solidFill>
              </a:defRPr>
            </a:lvl2pPr>
            <a:lvl3pPr algn="l">
              <a:defRPr sz="1200" b="0">
                <a:solidFill>
                  <a:srgbClr val="53677A"/>
                </a:solidFill>
              </a:defRPr>
            </a:lvl3pPr>
            <a:lvl4pPr algn="l">
              <a:defRPr sz="1200" b="0">
                <a:solidFill>
                  <a:srgbClr val="53677A"/>
                </a:solidFill>
              </a:defRPr>
            </a:lvl4pPr>
            <a:lvl5pPr algn="l">
              <a:defRPr sz="1200" b="0">
                <a:solidFill>
                  <a:srgbClr val="53677A"/>
                </a:solidFill>
              </a:defRPr>
            </a:lvl5pPr>
            <a:lvl6pPr algn="l">
              <a:defRPr sz="1200" b="0">
                <a:solidFill>
                  <a:srgbClr val="53677A"/>
                </a:solidFill>
              </a:defRPr>
            </a:lvl6pPr>
            <a:lvl7pPr algn="l">
              <a:defRPr sz="1200" b="0">
                <a:solidFill>
                  <a:srgbClr val="53677A"/>
                </a:solidFill>
              </a:defRPr>
            </a:lvl7pPr>
            <a:lvl8pPr algn="l">
              <a:defRPr sz="1200" b="0">
                <a:solidFill>
                  <a:srgbClr val="53677A"/>
                </a:solidFill>
              </a:defRPr>
            </a:lvl8pPr>
            <a:lvl9pPr algn="l">
              <a:defRPr sz="1200" b="0">
                <a:solidFill>
                  <a:srgbClr val="53677A"/>
                </a:solidFill>
              </a:defRPr>
            </a:lvl9pPr>
          </a:lstStyle>
          <a:p>
            <a:pPr algn="l">
              <a:defRPr sz="1200" b="0">
                <a:solidFill>
                  <a:srgbClr val="53677A"/>
                </a:solidFill>
              </a:defRPr>
            </a:pPr>
            <a:r>
              <a:rPr sz="1200" b="0">
                <a:solidFill>
                  <a:srgbClr val="53677A"/>
                </a:solidFill>
              </a:rPr>
              <a:t>Επιλέγουμε τα κελιά που θα εμφανιστούν στο γράφημα.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E1701B-5813-41E9-82C2-47349909184D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361950" cy="361950"/>
          </a:xfrm>
          <a:prstGeom prst="ellipse">
            <a:avLst/>
          </a:prstGeom>
          <a:solidFill>
            <a:srgbClr val="1A8D83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17604D-2F45-4CE8-8697-589A10916DA7}"/>
              </a:ext>
            </a:extLst>
          </p:cNvPr>
          <p:cNvSpPr>
            <a:spLocks noGrp="1"/>
          </p:cNvSpPr>
          <p:nvPr/>
        </p:nvSpPr>
        <p:spPr>
          <a:xfrm>
            <a:off x="685800" y="273367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FFFFFF"/>
                </a:solidFill>
              </a:defRPr>
            </a:defPPr>
            <a:lvl1pPr algn="ctr">
              <a:defRPr sz="1200" b="1">
                <a:solidFill>
                  <a:srgbClr val="FFFFFF"/>
                </a:solidFill>
              </a:defRPr>
            </a:lvl1pPr>
            <a:lvl2pPr algn="ctr">
              <a:defRPr sz="1200" b="1">
                <a:solidFill>
                  <a:srgbClr val="FFFFFF"/>
                </a:solidFill>
              </a:defRPr>
            </a:lvl2pPr>
            <a:lvl3pPr algn="ctr">
              <a:defRPr sz="1200" b="1">
                <a:solidFill>
                  <a:srgbClr val="FFFFFF"/>
                </a:solidFill>
              </a:defRPr>
            </a:lvl3pPr>
            <a:lvl4pPr algn="ctr">
              <a:defRPr sz="1200" b="1">
                <a:solidFill>
                  <a:srgbClr val="FFFFFF"/>
                </a:solidFill>
              </a:defRPr>
            </a:lvl4pPr>
            <a:lvl5pPr algn="ctr">
              <a:defRPr sz="1200" b="1">
                <a:solidFill>
                  <a:srgbClr val="FFFFFF"/>
                </a:solidFill>
              </a:defRPr>
            </a:lvl5pPr>
            <a:lvl6pPr algn="ctr">
              <a:defRPr sz="1200" b="1">
                <a:solidFill>
                  <a:srgbClr val="FFFFFF"/>
                </a:solidFill>
              </a:defRPr>
            </a:lvl6pPr>
            <a:lvl7pPr algn="ctr">
              <a:defRPr sz="1200" b="1">
                <a:solidFill>
                  <a:srgbClr val="FFFFFF"/>
                </a:solidFill>
              </a:defRPr>
            </a:lvl7pPr>
            <a:lvl8pPr algn="ctr">
              <a:defRPr sz="1200" b="1">
                <a:solidFill>
                  <a:srgbClr val="FFFFFF"/>
                </a:solidFill>
              </a:defRPr>
            </a:lvl8pPr>
            <a:lvl9pPr algn="ctr">
              <a:defRPr sz="1200" b="1">
                <a:solidFill>
                  <a:srgbClr val="FFFFFF"/>
                </a:solidFill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E56DA7-A952-404D-A9FE-AD21B9446D99}"/>
              </a:ext>
            </a:extLst>
          </p:cNvPr>
          <p:cNvSpPr>
            <a:spLocks noGrp="1"/>
          </p:cNvSpPr>
          <p:nvPr/>
        </p:nvSpPr>
        <p:spPr>
          <a:xfrm>
            <a:off x="1200150" y="272415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17324D"/>
                </a:solidFill>
              </a:defRPr>
            </a:defPPr>
            <a:lvl1pPr algn="l">
              <a:defRPr sz="1500" b="1">
                <a:solidFill>
                  <a:srgbClr val="17324D"/>
                </a:solidFill>
              </a:defRPr>
            </a:lvl1pPr>
            <a:lvl2pPr algn="l">
              <a:defRPr sz="1500" b="1">
                <a:solidFill>
                  <a:srgbClr val="17324D"/>
                </a:solidFill>
              </a:defRPr>
            </a:lvl2pPr>
            <a:lvl3pPr algn="l">
              <a:defRPr sz="1500" b="1">
                <a:solidFill>
                  <a:srgbClr val="17324D"/>
                </a:solidFill>
              </a:defRPr>
            </a:lvl3pPr>
            <a:lvl4pPr algn="l">
              <a:defRPr sz="1500" b="1">
                <a:solidFill>
                  <a:srgbClr val="17324D"/>
                </a:solidFill>
              </a:defRPr>
            </a:lvl4pPr>
            <a:lvl5pPr algn="l">
              <a:defRPr sz="1500" b="1">
                <a:solidFill>
                  <a:srgbClr val="17324D"/>
                </a:solidFill>
              </a:defRPr>
            </a:lvl5pPr>
            <a:lvl6pPr algn="l">
              <a:defRPr sz="1500" b="1">
                <a:solidFill>
                  <a:srgbClr val="17324D"/>
                </a:solidFill>
              </a:defRPr>
            </a:lvl6pPr>
            <a:lvl7pPr algn="l">
              <a:defRPr sz="1500" b="1">
                <a:solidFill>
                  <a:srgbClr val="17324D"/>
                </a:solidFill>
              </a:defRPr>
            </a:lvl7pPr>
            <a:lvl8pPr algn="l">
              <a:defRPr sz="1500" b="1">
                <a:solidFill>
                  <a:srgbClr val="17324D"/>
                </a:solidFill>
              </a:defRPr>
            </a:lvl8pPr>
            <a:lvl9pPr algn="l">
              <a:defRPr sz="1500" b="1">
                <a:solidFill>
                  <a:srgbClr val="17324D"/>
                </a:solidFill>
              </a:defRPr>
            </a:lvl9pPr>
          </a:lstStyle>
          <a:p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Insert &gt; Charts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92251C-81C7-4C7F-998D-A4445F763120}"/>
              </a:ext>
            </a:extLst>
          </p:cNvPr>
          <p:cNvSpPr>
            <a:spLocks noGrp="1"/>
          </p:cNvSpPr>
          <p:nvPr/>
        </p:nvSpPr>
        <p:spPr>
          <a:xfrm>
            <a:off x="1200150" y="3086100"/>
            <a:ext cx="447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3677A"/>
                </a:solidFill>
              </a:defRPr>
            </a:defPPr>
            <a:lvl1pPr algn="l">
              <a:defRPr sz="1200" b="0">
                <a:solidFill>
                  <a:srgbClr val="53677A"/>
                </a:solidFill>
              </a:defRPr>
            </a:lvl1pPr>
            <a:lvl2pPr algn="l">
              <a:defRPr sz="1200" b="0">
                <a:solidFill>
                  <a:srgbClr val="53677A"/>
                </a:solidFill>
              </a:defRPr>
            </a:lvl2pPr>
            <a:lvl3pPr algn="l">
              <a:defRPr sz="1200" b="0">
                <a:solidFill>
                  <a:srgbClr val="53677A"/>
                </a:solidFill>
              </a:defRPr>
            </a:lvl3pPr>
            <a:lvl4pPr algn="l">
              <a:defRPr sz="1200" b="0">
                <a:solidFill>
                  <a:srgbClr val="53677A"/>
                </a:solidFill>
              </a:defRPr>
            </a:lvl4pPr>
            <a:lvl5pPr algn="l">
              <a:defRPr sz="1200" b="0">
                <a:solidFill>
                  <a:srgbClr val="53677A"/>
                </a:solidFill>
              </a:defRPr>
            </a:lvl5pPr>
            <a:lvl6pPr algn="l">
              <a:defRPr sz="1200" b="0">
                <a:solidFill>
                  <a:srgbClr val="53677A"/>
                </a:solidFill>
              </a:defRPr>
            </a:lvl6pPr>
            <a:lvl7pPr algn="l">
              <a:defRPr sz="1200" b="0">
                <a:solidFill>
                  <a:srgbClr val="53677A"/>
                </a:solidFill>
              </a:defRPr>
            </a:lvl7pPr>
            <a:lvl8pPr algn="l">
              <a:defRPr sz="1200" b="0">
                <a:solidFill>
                  <a:srgbClr val="53677A"/>
                </a:solidFill>
              </a:defRPr>
            </a:lvl8pPr>
            <a:lvl9pPr algn="l">
              <a:defRPr sz="1200" b="0">
                <a:solidFill>
                  <a:srgbClr val="53677A"/>
                </a:solidFill>
              </a:defRPr>
            </a:lvl9pPr>
          </a:lstStyle>
          <a:p>
            <a:pPr algn="l">
              <a:defRPr sz="1200" b="0">
                <a:solidFill>
                  <a:srgbClr val="53677A"/>
                </a:solidFill>
              </a:defRPr>
            </a:pPr>
            <a:r>
              <a:rPr sz="1200" b="0">
                <a:solidFill>
                  <a:srgbClr val="53677A"/>
                </a:solidFill>
              </a:rPr>
              <a:t>Ανοίγουμε την ομάδα Charts από την καρτέλα Insert.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B19C824-6E98-4D2B-B61F-11F6C89F443D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361950" cy="361950"/>
          </a:xfrm>
          <a:prstGeom prst="ellipse">
            <a:avLst/>
          </a:prstGeom>
          <a:solidFill>
            <a:srgbClr val="F28C45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0364C5-02CA-4545-A74B-94E35BFCDA9B}"/>
              </a:ext>
            </a:extLst>
          </p:cNvPr>
          <p:cNvSpPr>
            <a:spLocks noGrp="1"/>
          </p:cNvSpPr>
          <p:nvPr/>
        </p:nvSpPr>
        <p:spPr>
          <a:xfrm>
            <a:off x="685800" y="393382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FFFFFF"/>
                </a:solidFill>
              </a:defRPr>
            </a:defPPr>
            <a:lvl1pPr algn="ctr">
              <a:defRPr sz="1200" b="1">
                <a:solidFill>
                  <a:srgbClr val="FFFFFF"/>
                </a:solidFill>
              </a:defRPr>
            </a:lvl1pPr>
            <a:lvl2pPr algn="ctr">
              <a:defRPr sz="1200" b="1">
                <a:solidFill>
                  <a:srgbClr val="FFFFFF"/>
                </a:solidFill>
              </a:defRPr>
            </a:lvl2pPr>
            <a:lvl3pPr algn="ctr">
              <a:defRPr sz="1200" b="1">
                <a:solidFill>
                  <a:srgbClr val="FFFFFF"/>
                </a:solidFill>
              </a:defRPr>
            </a:lvl3pPr>
            <a:lvl4pPr algn="ctr">
              <a:defRPr sz="1200" b="1">
                <a:solidFill>
                  <a:srgbClr val="FFFFFF"/>
                </a:solidFill>
              </a:defRPr>
            </a:lvl4pPr>
            <a:lvl5pPr algn="ctr">
              <a:defRPr sz="1200" b="1">
                <a:solidFill>
                  <a:srgbClr val="FFFFFF"/>
                </a:solidFill>
              </a:defRPr>
            </a:lvl5pPr>
            <a:lvl6pPr algn="ctr">
              <a:defRPr sz="1200" b="1">
                <a:solidFill>
                  <a:srgbClr val="FFFFFF"/>
                </a:solidFill>
              </a:defRPr>
            </a:lvl6pPr>
            <a:lvl7pPr algn="ctr">
              <a:defRPr sz="1200" b="1">
                <a:solidFill>
                  <a:srgbClr val="FFFFFF"/>
                </a:solidFill>
              </a:defRPr>
            </a:lvl7pPr>
            <a:lvl8pPr algn="ctr">
              <a:defRPr sz="1200" b="1">
                <a:solidFill>
                  <a:srgbClr val="FFFFFF"/>
                </a:solidFill>
              </a:defRPr>
            </a:lvl8pPr>
            <a:lvl9pPr algn="ctr">
              <a:defRPr sz="1200" b="1">
                <a:solidFill>
                  <a:srgbClr val="FFFFFF"/>
                </a:solidFill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5B9FFE-258E-43F0-B273-82F470F21873}"/>
              </a:ext>
            </a:extLst>
          </p:cNvPr>
          <p:cNvSpPr>
            <a:spLocks noGrp="1"/>
          </p:cNvSpPr>
          <p:nvPr/>
        </p:nvSpPr>
        <p:spPr>
          <a:xfrm>
            <a:off x="1200150" y="39243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17324D"/>
                </a:solidFill>
              </a:defRPr>
            </a:defPPr>
            <a:lvl1pPr algn="l">
              <a:defRPr sz="1500" b="1">
                <a:solidFill>
                  <a:srgbClr val="17324D"/>
                </a:solidFill>
              </a:defRPr>
            </a:lvl1pPr>
            <a:lvl2pPr algn="l">
              <a:defRPr sz="1500" b="1">
                <a:solidFill>
                  <a:srgbClr val="17324D"/>
                </a:solidFill>
              </a:defRPr>
            </a:lvl2pPr>
            <a:lvl3pPr algn="l">
              <a:defRPr sz="1500" b="1">
                <a:solidFill>
                  <a:srgbClr val="17324D"/>
                </a:solidFill>
              </a:defRPr>
            </a:lvl3pPr>
            <a:lvl4pPr algn="l">
              <a:defRPr sz="1500" b="1">
                <a:solidFill>
                  <a:srgbClr val="17324D"/>
                </a:solidFill>
              </a:defRPr>
            </a:lvl4pPr>
            <a:lvl5pPr algn="l">
              <a:defRPr sz="1500" b="1">
                <a:solidFill>
                  <a:srgbClr val="17324D"/>
                </a:solidFill>
              </a:defRPr>
            </a:lvl5pPr>
            <a:lvl6pPr algn="l">
              <a:defRPr sz="1500" b="1">
                <a:solidFill>
                  <a:srgbClr val="17324D"/>
                </a:solidFill>
              </a:defRPr>
            </a:lvl6pPr>
            <a:lvl7pPr algn="l">
              <a:defRPr sz="1500" b="1">
                <a:solidFill>
                  <a:srgbClr val="17324D"/>
                </a:solidFill>
              </a:defRPr>
            </a:lvl7pPr>
            <a:lvl8pPr algn="l">
              <a:defRPr sz="1500" b="1">
                <a:solidFill>
                  <a:srgbClr val="17324D"/>
                </a:solidFill>
              </a:defRPr>
            </a:lvl8pPr>
            <a:lvl9pPr algn="l">
              <a:defRPr sz="1500" b="1">
                <a:solidFill>
                  <a:srgbClr val="17324D"/>
                </a:solidFill>
              </a:defRPr>
            </a:lvl9pPr>
          </a:lstStyle>
          <a:p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Επιλογή τύπου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DB807E-E0D1-409C-91C7-49393C173CAB}"/>
              </a:ext>
            </a:extLst>
          </p:cNvPr>
          <p:cNvSpPr>
            <a:spLocks noGrp="1"/>
          </p:cNvSpPr>
          <p:nvPr/>
        </p:nvSpPr>
        <p:spPr>
          <a:xfrm>
            <a:off x="1200150" y="4286250"/>
            <a:ext cx="447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3677A"/>
                </a:solidFill>
              </a:defRPr>
            </a:defPPr>
            <a:lvl1pPr algn="l">
              <a:defRPr sz="1200" b="0">
                <a:solidFill>
                  <a:srgbClr val="53677A"/>
                </a:solidFill>
              </a:defRPr>
            </a:lvl1pPr>
            <a:lvl2pPr algn="l">
              <a:defRPr sz="1200" b="0">
                <a:solidFill>
                  <a:srgbClr val="53677A"/>
                </a:solidFill>
              </a:defRPr>
            </a:lvl2pPr>
            <a:lvl3pPr algn="l">
              <a:defRPr sz="1200" b="0">
                <a:solidFill>
                  <a:srgbClr val="53677A"/>
                </a:solidFill>
              </a:defRPr>
            </a:lvl3pPr>
            <a:lvl4pPr algn="l">
              <a:defRPr sz="1200" b="0">
                <a:solidFill>
                  <a:srgbClr val="53677A"/>
                </a:solidFill>
              </a:defRPr>
            </a:lvl4pPr>
            <a:lvl5pPr algn="l">
              <a:defRPr sz="1200" b="0">
                <a:solidFill>
                  <a:srgbClr val="53677A"/>
                </a:solidFill>
              </a:defRPr>
            </a:lvl5pPr>
            <a:lvl6pPr algn="l">
              <a:defRPr sz="1200" b="0">
                <a:solidFill>
                  <a:srgbClr val="53677A"/>
                </a:solidFill>
              </a:defRPr>
            </a:lvl6pPr>
            <a:lvl7pPr algn="l">
              <a:defRPr sz="1200" b="0">
                <a:solidFill>
                  <a:srgbClr val="53677A"/>
                </a:solidFill>
              </a:defRPr>
            </a:lvl7pPr>
            <a:lvl8pPr algn="l">
              <a:defRPr sz="1200" b="0">
                <a:solidFill>
                  <a:srgbClr val="53677A"/>
                </a:solidFill>
              </a:defRPr>
            </a:lvl8pPr>
            <a:lvl9pPr algn="l">
              <a:defRPr sz="1200" b="0">
                <a:solidFill>
                  <a:srgbClr val="53677A"/>
                </a:solidFill>
              </a:defRPr>
            </a:lvl9pPr>
          </a:lstStyle>
          <a:p>
            <a:pPr algn="l">
              <a:defRPr sz="1200" b="0">
                <a:solidFill>
                  <a:srgbClr val="53677A"/>
                </a:solidFill>
              </a:defRPr>
            </a:pPr>
            <a:r>
              <a:rPr sz="1200" b="0">
                <a:solidFill>
                  <a:srgbClr val="53677A"/>
                </a:solidFill>
              </a:rPr>
              <a:t>Διαλέγουμε τον κατάλληλο τύπο και υπότυπο.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BC511D-B438-4F92-900B-57EA323BACFF}"/>
              </a:ext>
            </a:extLst>
          </p:cNvPr>
          <p:cNvSpPr>
            <a:spLocks noGrp="1"/>
          </p:cNvSpPr>
          <p:nvPr/>
        </p:nvSpPr>
        <p:spPr>
          <a:xfrm>
            <a:off x="6667500" y="3905250"/>
            <a:ext cx="400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800" b="1">
                <a:solidFill>
                  <a:srgbClr val="2C6EBA"/>
                </a:solidFill>
              </a:defRPr>
            </a:defPPr>
            <a:lvl1pPr algn="ctr">
              <a:defRPr sz="1800" b="1">
                <a:solidFill>
                  <a:srgbClr val="2C6EBA"/>
                </a:solidFill>
              </a:defRPr>
            </a:lvl1pPr>
            <a:lvl2pPr algn="ctr">
              <a:defRPr sz="1800" b="1">
                <a:solidFill>
                  <a:srgbClr val="2C6EBA"/>
                </a:solidFill>
              </a:defRPr>
            </a:lvl2pPr>
            <a:lvl3pPr algn="ctr">
              <a:defRPr sz="1800" b="1">
                <a:solidFill>
                  <a:srgbClr val="2C6EBA"/>
                </a:solidFill>
              </a:defRPr>
            </a:lvl3pPr>
            <a:lvl4pPr algn="ctr">
              <a:defRPr sz="1800" b="1">
                <a:solidFill>
                  <a:srgbClr val="2C6EBA"/>
                </a:solidFill>
              </a:defRPr>
            </a:lvl4pPr>
            <a:lvl5pPr algn="ctr">
              <a:defRPr sz="1800" b="1">
                <a:solidFill>
                  <a:srgbClr val="2C6EBA"/>
                </a:solidFill>
              </a:defRPr>
            </a:lvl5pPr>
            <a:lvl6pPr algn="ctr">
              <a:defRPr sz="1800" b="1">
                <a:solidFill>
                  <a:srgbClr val="2C6EBA"/>
                </a:solidFill>
              </a:defRPr>
            </a:lvl6pPr>
            <a:lvl7pPr algn="ctr">
              <a:defRPr sz="1800" b="1">
                <a:solidFill>
                  <a:srgbClr val="2C6EBA"/>
                </a:solidFill>
              </a:defRPr>
            </a:lvl7pPr>
            <a:lvl8pPr algn="ctr">
              <a:defRPr sz="1800" b="1">
                <a:solidFill>
                  <a:srgbClr val="2C6EBA"/>
                </a:solidFill>
              </a:defRPr>
            </a:lvl8pPr>
            <a:lvl9pPr algn="ctr">
              <a:defRPr sz="1800" b="1">
                <a:solidFill>
                  <a:srgbClr val="2C6EBA"/>
                </a:solidFill>
              </a:defRPr>
            </a:lvl9pPr>
          </a:lstStyle>
          <a:p>
            <a:pPr algn="ctr">
              <a:defRPr sz="1800" b="1">
                <a:solidFill>
                  <a:srgbClr val="2C6EBA"/>
                </a:solidFill>
              </a:defRPr>
            </a:pPr>
            <a:r>
              <a:rPr sz="1800" b="1">
                <a:solidFill>
                  <a:srgbClr val="2C6EBA"/>
                </a:solidFill>
              </a:rPr>
              <a:t>Πρώτα τα δεδομένα, μετά το γράφημα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A69875-C164-4CA0-A756-8C3ED0F5D3D7}"/>
              </a:ext>
            </a:extLst>
          </p:cNvPr>
          <p:cNvSpPr>
            <a:spLocks noGrp="1"/>
          </p:cNvSpPr>
          <p:nvPr/>
        </p:nvSpPr>
        <p:spPr>
          <a:xfrm>
            <a:off x="6762750" y="4572000"/>
            <a:ext cx="3810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75" b="0">
                <a:solidFill>
                  <a:srgbClr val="53677A"/>
                </a:solidFill>
              </a:defRPr>
            </a:defPPr>
            <a:lvl1pPr algn="ctr">
              <a:defRPr sz="1275" b="0">
                <a:solidFill>
                  <a:srgbClr val="53677A"/>
                </a:solidFill>
              </a:defRPr>
            </a:lvl1pPr>
            <a:lvl2pPr algn="ctr">
              <a:defRPr sz="1275" b="0">
                <a:solidFill>
                  <a:srgbClr val="53677A"/>
                </a:solidFill>
              </a:defRPr>
            </a:lvl2pPr>
            <a:lvl3pPr algn="ctr">
              <a:defRPr sz="1275" b="0">
                <a:solidFill>
                  <a:srgbClr val="53677A"/>
                </a:solidFill>
              </a:defRPr>
            </a:lvl3pPr>
            <a:lvl4pPr algn="ctr">
              <a:defRPr sz="1275" b="0">
                <a:solidFill>
                  <a:srgbClr val="53677A"/>
                </a:solidFill>
              </a:defRPr>
            </a:lvl4pPr>
            <a:lvl5pPr algn="ctr">
              <a:defRPr sz="1275" b="0">
                <a:solidFill>
                  <a:srgbClr val="53677A"/>
                </a:solidFill>
              </a:defRPr>
            </a:lvl5pPr>
            <a:lvl6pPr algn="ctr">
              <a:defRPr sz="1275" b="0">
                <a:solidFill>
                  <a:srgbClr val="53677A"/>
                </a:solidFill>
              </a:defRPr>
            </a:lvl6pPr>
            <a:lvl7pPr algn="ctr">
              <a:defRPr sz="1275" b="0">
                <a:solidFill>
                  <a:srgbClr val="53677A"/>
                </a:solidFill>
              </a:defRPr>
            </a:lvl7pPr>
            <a:lvl8pPr algn="ctr">
              <a:defRPr sz="1275" b="0">
                <a:solidFill>
                  <a:srgbClr val="53677A"/>
                </a:solidFill>
              </a:defRPr>
            </a:lvl8pPr>
            <a:lvl9pPr algn="ctr">
              <a:defRPr sz="1275" b="0">
                <a:solidFill>
                  <a:srgbClr val="53677A"/>
                </a:solidFill>
              </a:defRPr>
            </a:lvl9pPr>
          </a:lstStyle>
          <a:p>
            <a:pPr algn="ctr">
              <a:defRPr sz="1275" b="0">
                <a:solidFill>
                  <a:srgbClr val="53677A"/>
                </a:solidFill>
              </a:defRPr>
            </a:pPr>
            <a:r>
              <a:rPr sz="1275" b="0">
                <a:solidFill>
                  <a:srgbClr val="53677A"/>
                </a:solidFill>
              </a:rPr>
              <a:t>Η σωστή περιοχή δεδομένων καθορίζει τις κατηγορίες και τις σειρές του γραφήματος.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B24DF50-2FB3-F066-9C1B-58A2294DA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900" y="1663600"/>
            <a:ext cx="5182171" cy="18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502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6B045A0-3BD2-4D43-A8D3-10BC30269A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C6EB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2BCCBD-86C1-41F6-AE54-A6227C0B626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250" b="1">
                <a:solidFill>
                  <a:srgbClr val="17324D"/>
                </a:solidFill>
              </a:defRPr>
            </a:defPPr>
            <a:lvl1pPr algn="l">
              <a:defRPr sz="2250" b="1">
                <a:solidFill>
                  <a:srgbClr val="17324D"/>
                </a:solidFill>
              </a:defRPr>
            </a:lvl1pPr>
            <a:lvl2pPr algn="l">
              <a:defRPr sz="2250" b="1">
                <a:solidFill>
                  <a:srgbClr val="17324D"/>
                </a:solidFill>
              </a:defRPr>
            </a:lvl2pPr>
            <a:lvl3pPr algn="l">
              <a:defRPr sz="2250" b="1">
                <a:solidFill>
                  <a:srgbClr val="17324D"/>
                </a:solidFill>
              </a:defRPr>
            </a:lvl3pPr>
            <a:lvl4pPr algn="l">
              <a:defRPr sz="2250" b="1">
                <a:solidFill>
                  <a:srgbClr val="17324D"/>
                </a:solidFill>
              </a:defRPr>
            </a:lvl4pPr>
            <a:lvl5pPr algn="l">
              <a:defRPr sz="2250" b="1">
                <a:solidFill>
                  <a:srgbClr val="17324D"/>
                </a:solidFill>
              </a:defRPr>
            </a:lvl5pPr>
            <a:lvl6pPr algn="l">
              <a:defRPr sz="2250" b="1">
                <a:solidFill>
                  <a:srgbClr val="17324D"/>
                </a:solidFill>
              </a:defRPr>
            </a:lvl6pPr>
            <a:lvl7pPr algn="l">
              <a:defRPr sz="2250" b="1">
                <a:solidFill>
                  <a:srgbClr val="17324D"/>
                </a:solidFill>
              </a:defRPr>
            </a:lvl7pPr>
            <a:lvl8pPr algn="l">
              <a:defRPr sz="2250" b="1">
                <a:solidFill>
                  <a:srgbClr val="17324D"/>
                </a:solidFill>
              </a:defRPr>
            </a:lvl8pPr>
            <a:lvl9pPr algn="l">
              <a:defRPr sz="2250" b="1">
                <a:solidFill>
                  <a:srgbClr val="17324D"/>
                </a:solidFill>
              </a:defRPr>
            </a:lvl9pPr>
          </a:lstStyle>
          <a:p>
            <a:pPr algn="l">
              <a:defRPr sz="2250" b="1">
                <a:solidFill>
                  <a:srgbClr val="17324D"/>
                </a:solidFill>
              </a:defRPr>
            </a:pPr>
            <a:r>
              <a:rPr sz="2250" b="1">
                <a:solidFill>
                  <a:srgbClr val="17324D"/>
                </a:solidFill>
              </a:rPr>
              <a:t>Στοιχεία ενός γραφήματος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509454-F244-4877-9C83-3625262D2B8C}"/>
              </a:ext>
            </a:extLst>
          </p:cNvPr>
          <p:cNvSpPr>
            <a:spLocks noGrp="1"/>
          </p:cNvSpPr>
          <p:nvPr/>
        </p:nvSpPr>
        <p:spPr>
          <a:xfrm>
            <a:off x="10810875" y="409575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350" b="1">
                <a:solidFill>
                  <a:srgbClr val="2C6EBA"/>
                </a:solidFill>
              </a:defRPr>
            </a:defPPr>
            <a:lvl1pPr algn="r">
              <a:defRPr sz="1350" b="1">
                <a:solidFill>
                  <a:srgbClr val="2C6EBA"/>
                </a:solidFill>
              </a:defRPr>
            </a:lvl1pPr>
            <a:lvl2pPr algn="r">
              <a:defRPr sz="1350" b="1">
                <a:solidFill>
                  <a:srgbClr val="2C6EBA"/>
                </a:solidFill>
              </a:defRPr>
            </a:lvl2pPr>
            <a:lvl3pPr algn="r">
              <a:defRPr sz="1350" b="1">
                <a:solidFill>
                  <a:srgbClr val="2C6EBA"/>
                </a:solidFill>
              </a:defRPr>
            </a:lvl3pPr>
            <a:lvl4pPr algn="r">
              <a:defRPr sz="1350" b="1">
                <a:solidFill>
                  <a:srgbClr val="2C6EBA"/>
                </a:solidFill>
              </a:defRPr>
            </a:lvl4pPr>
            <a:lvl5pPr algn="r">
              <a:defRPr sz="1350" b="1">
                <a:solidFill>
                  <a:srgbClr val="2C6EBA"/>
                </a:solidFill>
              </a:defRPr>
            </a:lvl5pPr>
            <a:lvl6pPr algn="r">
              <a:defRPr sz="1350" b="1">
                <a:solidFill>
                  <a:srgbClr val="2C6EBA"/>
                </a:solidFill>
              </a:defRPr>
            </a:lvl6pPr>
            <a:lvl7pPr algn="r">
              <a:defRPr sz="1350" b="1">
                <a:solidFill>
                  <a:srgbClr val="2C6EBA"/>
                </a:solidFill>
              </a:defRPr>
            </a:lvl7pPr>
            <a:lvl8pPr algn="r">
              <a:defRPr sz="1350" b="1">
                <a:solidFill>
                  <a:srgbClr val="2C6EBA"/>
                </a:solidFill>
              </a:defRPr>
            </a:lvl8pPr>
            <a:lvl9pPr algn="r">
              <a:defRPr sz="1350" b="1">
                <a:solidFill>
                  <a:srgbClr val="2C6EBA"/>
                </a:solidFill>
              </a:defRPr>
            </a:lvl9pPr>
          </a:lstStyle>
          <a:p>
            <a:pPr algn="r">
              <a:defRPr sz="1350" b="1">
                <a:solidFill>
                  <a:srgbClr val="2C6EBA"/>
                </a:solidFill>
              </a:defRPr>
            </a:pPr>
            <a:r>
              <a:rPr sz="1350" b="1">
                <a:solidFill>
                  <a:srgbClr val="2C6EBA"/>
                </a:solidFill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493F91-373A-4EE6-A98B-84C689D320D1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34700" cy="19050"/>
          </a:xfrm>
          <a:prstGeom prst="rect">
            <a:avLst/>
          </a:prstGeom>
          <a:solidFill>
            <a:srgbClr val="D7E3E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D113722-7FEA-4A35-B46A-0F39B21C4414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5638800" cy="4362450"/>
          </a:xfrm>
          <a:prstGeom prst="roundRect">
            <a:avLst>
              <a:gd name="adj" fmla="val 2620"/>
            </a:avLst>
          </a:prstGeom>
          <a:solidFill>
            <a:srgbClr val="FFFFFF"/>
          </a:solidFill>
          <a:ln w="9525">
            <a:solidFill>
              <a:srgbClr val="D7E3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E97B31-9842-43FB-8406-C4759608E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2036" y="1543050"/>
            <a:ext cx="5328227" cy="40576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469D4C1-8746-49D4-8E54-F7D5AB192C34}"/>
              </a:ext>
            </a:extLst>
          </p:cNvPr>
          <p:cNvSpPr>
            <a:spLocks noGrp="1"/>
          </p:cNvSpPr>
          <p:nvPr/>
        </p:nvSpPr>
        <p:spPr>
          <a:xfrm>
            <a:off x="6953250" y="15049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2C6EBA"/>
                </a:solidFill>
              </a:defRPr>
            </a:defPPr>
            <a:lvl1pPr algn="l">
              <a:defRPr sz="1425" b="1">
                <a:solidFill>
                  <a:srgbClr val="2C6EBA"/>
                </a:solidFill>
              </a:defRPr>
            </a:lvl1pPr>
            <a:lvl2pPr algn="l">
              <a:defRPr sz="1425" b="1">
                <a:solidFill>
                  <a:srgbClr val="2C6EBA"/>
                </a:solidFill>
              </a:defRPr>
            </a:lvl2pPr>
            <a:lvl3pPr algn="l">
              <a:defRPr sz="1425" b="1">
                <a:solidFill>
                  <a:srgbClr val="2C6EBA"/>
                </a:solidFill>
              </a:defRPr>
            </a:lvl3pPr>
            <a:lvl4pPr algn="l">
              <a:defRPr sz="1425" b="1">
                <a:solidFill>
                  <a:srgbClr val="2C6EBA"/>
                </a:solidFill>
              </a:defRPr>
            </a:lvl4pPr>
            <a:lvl5pPr algn="l">
              <a:defRPr sz="1425" b="1">
                <a:solidFill>
                  <a:srgbClr val="2C6EBA"/>
                </a:solidFill>
              </a:defRPr>
            </a:lvl5pPr>
            <a:lvl6pPr algn="l">
              <a:defRPr sz="1425" b="1">
                <a:solidFill>
                  <a:srgbClr val="2C6EBA"/>
                </a:solidFill>
              </a:defRPr>
            </a:lvl6pPr>
            <a:lvl7pPr algn="l">
              <a:defRPr sz="1425" b="1">
                <a:solidFill>
                  <a:srgbClr val="2C6EBA"/>
                </a:solidFill>
              </a:defRPr>
            </a:lvl7pPr>
            <a:lvl8pPr algn="l">
              <a:defRPr sz="1425" b="1">
                <a:solidFill>
                  <a:srgbClr val="2C6EBA"/>
                </a:solidFill>
              </a:defRPr>
            </a:lvl8pPr>
            <a:lvl9pPr algn="l">
              <a:defRPr sz="1425" b="1">
                <a:solidFill>
                  <a:srgbClr val="2C6EBA"/>
                </a:solidFill>
              </a:defRPr>
            </a:lvl9pPr>
          </a:lstStyle>
          <a:p>
            <a:pPr algn="l">
              <a:defRPr sz="1425" b="1">
                <a:solidFill>
                  <a:srgbClr val="2C6EBA"/>
                </a:solidFill>
              </a:defRPr>
            </a:pPr>
            <a:r>
              <a:rPr sz="1425" b="1">
                <a:solidFill>
                  <a:srgbClr val="2C6EBA"/>
                </a:solidFill>
              </a:rPr>
              <a:t>Chart 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7A40B3-DBD8-4F74-A4B5-ABEF2A95EB50}"/>
              </a:ext>
            </a:extLst>
          </p:cNvPr>
          <p:cNvSpPr>
            <a:spLocks noGrp="1"/>
          </p:cNvSpPr>
          <p:nvPr/>
        </p:nvSpPr>
        <p:spPr>
          <a:xfrm>
            <a:off x="8572500" y="15049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53677A"/>
                </a:solidFill>
              </a:defRPr>
            </a:defPPr>
            <a:lvl1pPr algn="l">
              <a:defRPr sz="1275" b="0">
                <a:solidFill>
                  <a:srgbClr val="53677A"/>
                </a:solidFill>
              </a:defRPr>
            </a:lvl1pPr>
            <a:lvl2pPr algn="l">
              <a:defRPr sz="1275" b="0">
                <a:solidFill>
                  <a:srgbClr val="53677A"/>
                </a:solidFill>
              </a:defRPr>
            </a:lvl2pPr>
            <a:lvl3pPr algn="l">
              <a:defRPr sz="1275" b="0">
                <a:solidFill>
                  <a:srgbClr val="53677A"/>
                </a:solidFill>
              </a:defRPr>
            </a:lvl3pPr>
            <a:lvl4pPr algn="l">
              <a:defRPr sz="1275" b="0">
                <a:solidFill>
                  <a:srgbClr val="53677A"/>
                </a:solidFill>
              </a:defRPr>
            </a:lvl4pPr>
            <a:lvl5pPr algn="l">
              <a:defRPr sz="1275" b="0">
                <a:solidFill>
                  <a:srgbClr val="53677A"/>
                </a:solidFill>
              </a:defRPr>
            </a:lvl5pPr>
            <a:lvl6pPr algn="l">
              <a:defRPr sz="1275" b="0">
                <a:solidFill>
                  <a:srgbClr val="53677A"/>
                </a:solidFill>
              </a:defRPr>
            </a:lvl6pPr>
            <a:lvl7pPr algn="l">
              <a:defRPr sz="1275" b="0">
                <a:solidFill>
                  <a:srgbClr val="53677A"/>
                </a:solidFill>
              </a:defRPr>
            </a:lvl7pPr>
            <a:lvl8pPr algn="l">
              <a:defRPr sz="1275" b="0">
                <a:solidFill>
                  <a:srgbClr val="53677A"/>
                </a:solidFill>
              </a:defRPr>
            </a:lvl8pPr>
            <a:lvl9pPr algn="l">
              <a:defRPr sz="1275" b="0">
                <a:solidFill>
                  <a:srgbClr val="53677A"/>
                </a:solidFill>
              </a:defRPr>
            </a:lvl9pPr>
          </a:lstStyle>
          <a:p>
            <a:pPr algn="l">
              <a:defRPr sz="1275" b="0">
                <a:solidFill>
                  <a:srgbClr val="53677A"/>
                </a:solidFill>
              </a:defRPr>
            </a:pPr>
            <a:r>
              <a:rPr sz="1275" b="0">
                <a:solidFill>
                  <a:srgbClr val="53677A"/>
                </a:solidFill>
              </a:rPr>
              <a:t>ολόκληρο το γράφημα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4B85A9-8D7F-4826-8895-2CF2E07005B6}"/>
              </a:ext>
            </a:extLst>
          </p:cNvPr>
          <p:cNvSpPr>
            <a:spLocks noGrp="1"/>
          </p:cNvSpPr>
          <p:nvPr/>
        </p:nvSpPr>
        <p:spPr>
          <a:xfrm>
            <a:off x="6953250" y="21907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1A8D83"/>
                </a:solidFill>
              </a:defRPr>
            </a:defPPr>
            <a:lvl1pPr algn="l">
              <a:defRPr sz="1425" b="1">
                <a:solidFill>
                  <a:srgbClr val="1A8D83"/>
                </a:solidFill>
              </a:defRPr>
            </a:lvl1pPr>
            <a:lvl2pPr algn="l">
              <a:defRPr sz="1425" b="1">
                <a:solidFill>
                  <a:srgbClr val="1A8D83"/>
                </a:solidFill>
              </a:defRPr>
            </a:lvl2pPr>
            <a:lvl3pPr algn="l">
              <a:defRPr sz="1425" b="1">
                <a:solidFill>
                  <a:srgbClr val="1A8D83"/>
                </a:solidFill>
              </a:defRPr>
            </a:lvl3pPr>
            <a:lvl4pPr algn="l">
              <a:defRPr sz="1425" b="1">
                <a:solidFill>
                  <a:srgbClr val="1A8D83"/>
                </a:solidFill>
              </a:defRPr>
            </a:lvl4pPr>
            <a:lvl5pPr algn="l">
              <a:defRPr sz="1425" b="1">
                <a:solidFill>
                  <a:srgbClr val="1A8D83"/>
                </a:solidFill>
              </a:defRPr>
            </a:lvl5pPr>
            <a:lvl6pPr algn="l">
              <a:defRPr sz="1425" b="1">
                <a:solidFill>
                  <a:srgbClr val="1A8D83"/>
                </a:solidFill>
              </a:defRPr>
            </a:lvl6pPr>
            <a:lvl7pPr algn="l">
              <a:defRPr sz="1425" b="1">
                <a:solidFill>
                  <a:srgbClr val="1A8D83"/>
                </a:solidFill>
              </a:defRPr>
            </a:lvl7pPr>
            <a:lvl8pPr algn="l">
              <a:defRPr sz="1425" b="1">
                <a:solidFill>
                  <a:srgbClr val="1A8D83"/>
                </a:solidFill>
              </a:defRPr>
            </a:lvl8pPr>
            <a:lvl9pPr algn="l">
              <a:defRPr sz="1425" b="1">
                <a:solidFill>
                  <a:srgbClr val="1A8D83"/>
                </a:solidFill>
              </a:defRPr>
            </a:lvl9pPr>
          </a:lstStyle>
          <a:p>
            <a:pPr algn="l">
              <a:defRPr sz="1425" b="1">
                <a:solidFill>
                  <a:srgbClr val="1A8D83"/>
                </a:solidFill>
              </a:defRPr>
            </a:pPr>
            <a:r>
              <a:rPr sz="1425" b="1">
                <a:solidFill>
                  <a:srgbClr val="1A8D83"/>
                </a:solidFill>
              </a:rPr>
              <a:t>Plot Area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69A0DB-660B-4C80-AF8A-1B4200FCBF73}"/>
              </a:ext>
            </a:extLst>
          </p:cNvPr>
          <p:cNvSpPr>
            <a:spLocks noGrp="1"/>
          </p:cNvSpPr>
          <p:nvPr/>
        </p:nvSpPr>
        <p:spPr>
          <a:xfrm>
            <a:off x="8572500" y="21907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53677A"/>
                </a:solidFill>
              </a:defRPr>
            </a:defPPr>
            <a:lvl1pPr algn="l">
              <a:defRPr sz="1275" b="0">
                <a:solidFill>
                  <a:srgbClr val="53677A"/>
                </a:solidFill>
              </a:defRPr>
            </a:lvl1pPr>
            <a:lvl2pPr algn="l">
              <a:defRPr sz="1275" b="0">
                <a:solidFill>
                  <a:srgbClr val="53677A"/>
                </a:solidFill>
              </a:defRPr>
            </a:lvl2pPr>
            <a:lvl3pPr algn="l">
              <a:defRPr sz="1275" b="0">
                <a:solidFill>
                  <a:srgbClr val="53677A"/>
                </a:solidFill>
              </a:defRPr>
            </a:lvl3pPr>
            <a:lvl4pPr algn="l">
              <a:defRPr sz="1275" b="0">
                <a:solidFill>
                  <a:srgbClr val="53677A"/>
                </a:solidFill>
              </a:defRPr>
            </a:lvl4pPr>
            <a:lvl5pPr algn="l">
              <a:defRPr sz="1275" b="0">
                <a:solidFill>
                  <a:srgbClr val="53677A"/>
                </a:solidFill>
              </a:defRPr>
            </a:lvl5pPr>
            <a:lvl6pPr algn="l">
              <a:defRPr sz="1275" b="0">
                <a:solidFill>
                  <a:srgbClr val="53677A"/>
                </a:solidFill>
              </a:defRPr>
            </a:lvl6pPr>
            <a:lvl7pPr algn="l">
              <a:defRPr sz="1275" b="0">
                <a:solidFill>
                  <a:srgbClr val="53677A"/>
                </a:solidFill>
              </a:defRPr>
            </a:lvl7pPr>
            <a:lvl8pPr algn="l">
              <a:defRPr sz="1275" b="0">
                <a:solidFill>
                  <a:srgbClr val="53677A"/>
                </a:solidFill>
              </a:defRPr>
            </a:lvl8pPr>
            <a:lvl9pPr algn="l">
              <a:defRPr sz="1275" b="0">
                <a:solidFill>
                  <a:srgbClr val="53677A"/>
                </a:solidFill>
              </a:defRPr>
            </a:lvl9pPr>
          </a:lstStyle>
          <a:p>
            <a:pPr algn="l">
              <a:defRPr sz="1275" b="0">
                <a:solidFill>
                  <a:srgbClr val="53677A"/>
                </a:solidFill>
              </a:defRPr>
            </a:pPr>
            <a:r>
              <a:rPr sz="1275" b="0">
                <a:solidFill>
                  <a:srgbClr val="53677A"/>
                </a:solidFill>
              </a:rPr>
              <a:t>περιοχή σχεδίασης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BBB559-E8DC-4787-BD8A-6442B2AE9E01}"/>
              </a:ext>
            </a:extLst>
          </p:cNvPr>
          <p:cNvSpPr>
            <a:spLocks noGrp="1"/>
          </p:cNvSpPr>
          <p:nvPr/>
        </p:nvSpPr>
        <p:spPr>
          <a:xfrm>
            <a:off x="6953250" y="28765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2C6EBA"/>
                </a:solidFill>
              </a:defRPr>
            </a:defPPr>
            <a:lvl1pPr algn="l">
              <a:defRPr sz="1425" b="1">
                <a:solidFill>
                  <a:srgbClr val="2C6EBA"/>
                </a:solidFill>
              </a:defRPr>
            </a:lvl1pPr>
            <a:lvl2pPr algn="l">
              <a:defRPr sz="1425" b="1">
                <a:solidFill>
                  <a:srgbClr val="2C6EBA"/>
                </a:solidFill>
              </a:defRPr>
            </a:lvl2pPr>
            <a:lvl3pPr algn="l">
              <a:defRPr sz="1425" b="1">
                <a:solidFill>
                  <a:srgbClr val="2C6EBA"/>
                </a:solidFill>
              </a:defRPr>
            </a:lvl3pPr>
            <a:lvl4pPr algn="l">
              <a:defRPr sz="1425" b="1">
                <a:solidFill>
                  <a:srgbClr val="2C6EBA"/>
                </a:solidFill>
              </a:defRPr>
            </a:lvl4pPr>
            <a:lvl5pPr algn="l">
              <a:defRPr sz="1425" b="1">
                <a:solidFill>
                  <a:srgbClr val="2C6EBA"/>
                </a:solidFill>
              </a:defRPr>
            </a:lvl5pPr>
            <a:lvl6pPr algn="l">
              <a:defRPr sz="1425" b="1">
                <a:solidFill>
                  <a:srgbClr val="2C6EBA"/>
                </a:solidFill>
              </a:defRPr>
            </a:lvl6pPr>
            <a:lvl7pPr algn="l">
              <a:defRPr sz="1425" b="1">
                <a:solidFill>
                  <a:srgbClr val="2C6EBA"/>
                </a:solidFill>
              </a:defRPr>
            </a:lvl7pPr>
            <a:lvl8pPr algn="l">
              <a:defRPr sz="1425" b="1">
                <a:solidFill>
                  <a:srgbClr val="2C6EBA"/>
                </a:solidFill>
              </a:defRPr>
            </a:lvl8pPr>
            <a:lvl9pPr algn="l">
              <a:defRPr sz="1425" b="1">
                <a:solidFill>
                  <a:srgbClr val="2C6EBA"/>
                </a:solidFill>
              </a:defRPr>
            </a:lvl9pPr>
          </a:lstStyle>
          <a:p>
            <a:pPr algn="l">
              <a:defRPr sz="1425" b="1">
                <a:solidFill>
                  <a:srgbClr val="2C6EBA"/>
                </a:solidFill>
              </a:defRPr>
            </a:pPr>
            <a:r>
              <a:rPr sz="1425" b="1">
                <a:solidFill>
                  <a:srgbClr val="2C6EBA"/>
                </a:solidFill>
              </a:rPr>
              <a:t>Series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C38DC5-4FB2-47E7-8BC5-0136C629DAD5}"/>
              </a:ext>
            </a:extLst>
          </p:cNvPr>
          <p:cNvSpPr>
            <a:spLocks noGrp="1"/>
          </p:cNvSpPr>
          <p:nvPr/>
        </p:nvSpPr>
        <p:spPr>
          <a:xfrm>
            <a:off x="8572500" y="28765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53677A"/>
                </a:solidFill>
              </a:defRPr>
            </a:defPPr>
            <a:lvl1pPr algn="l">
              <a:defRPr sz="1275" b="0">
                <a:solidFill>
                  <a:srgbClr val="53677A"/>
                </a:solidFill>
              </a:defRPr>
            </a:lvl1pPr>
            <a:lvl2pPr algn="l">
              <a:defRPr sz="1275" b="0">
                <a:solidFill>
                  <a:srgbClr val="53677A"/>
                </a:solidFill>
              </a:defRPr>
            </a:lvl2pPr>
            <a:lvl3pPr algn="l">
              <a:defRPr sz="1275" b="0">
                <a:solidFill>
                  <a:srgbClr val="53677A"/>
                </a:solidFill>
              </a:defRPr>
            </a:lvl3pPr>
            <a:lvl4pPr algn="l">
              <a:defRPr sz="1275" b="0">
                <a:solidFill>
                  <a:srgbClr val="53677A"/>
                </a:solidFill>
              </a:defRPr>
            </a:lvl4pPr>
            <a:lvl5pPr algn="l">
              <a:defRPr sz="1275" b="0">
                <a:solidFill>
                  <a:srgbClr val="53677A"/>
                </a:solidFill>
              </a:defRPr>
            </a:lvl5pPr>
            <a:lvl6pPr algn="l">
              <a:defRPr sz="1275" b="0">
                <a:solidFill>
                  <a:srgbClr val="53677A"/>
                </a:solidFill>
              </a:defRPr>
            </a:lvl6pPr>
            <a:lvl7pPr algn="l">
              <a:defRPr sz="1275" b="0">
                <a:solidFill>
                  <a:srgbClr val="53677A"/>
                </a:solidFill>
              </a:defRPr>
            </a:lvl7pPr>
            <a:lvl8pPr algn="l">
              <a:defRPr sz="1275" b="0">
                <a:solidFill>
                  <a:srgbClr val="53677A"/>
                </a:solidFill>
              </a:defRPr>
            </a:lvl8pPr>
            <a:lvl9pPr algn="l">
              <a:defRPr sz="1275" b="0">
                <a:solidFill>
                  <a:srgbClr val="53677A"/>
                </a:solidFill>
              </a:defRPr>
            </a:lvl9pPr>
          </a:lstStyle>
          <a:p>
            <a:pPr algn="l">
              <a:defRPr sz="1275" b="0">
                <a:solidFill>
                  <a:srgbClr val="53677A"/>
                </a:solidFill>
              </a:defRPr>
            </a:pPr>
            <a:r>
              <a:rPr sz="1275" b="0">
                <a:solidFill>
                  <a:srgbClr val="53677A"/>
                </a:solidFill>
              </a:rPr>
              <a:t>σειρές δεδομένων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D705BE-15EB-4D5C-B8D6-8047F17E6462}"/>
              </a:ext>
            </a:extLst>
          </p:cNvPr>
          <p:cNvSpPr>
            <a:spLocks noGrp="1"/>
          </p:cNvSpPr>
          <p:nvPr/>
        </p:nvSpPr>
        <p:spPr>
          <a:xfrm>
            <a:off x="6953250" y="35623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1A8D83"/>
                </a:solidFill>
              </a:defRPr>
            </a:defPPr>
            <a:lvl1pPr algn="l">
              <a:defRPr sz="1425" b="1">
                <a:solidFill>
                  <a:srgbClr val="1A8D83"/>
                </a:solidFill>
              </a:defRPr>
            </a:lvl1pPr>
            <a:lvl2pPr algn="l">
              <a:defRPr sz="1425" b="1">
                <a:solidFill>
                  <a:srgbClr val="1A8D83"/>
                </a:solidFill>
              </a:defRPr>
            </a:lvl2pPr>
            <a:lvl3pPr algn="l">
              <a:defRPr sz="1425" b="1">
                <a:solidFill>
                  <a:srgbClr val="1A8D83"/>
                </a:solidFill>
              </a:defRPr>
            </a:lvl3pPr>
            <a:lvl4pPr algn="l">
              <a:defRPr sz="1425" b="1">
                <a:solidFill>
                  <a:srgbClr val="1A8D83"/>
                </a:solidFill>
              </a:defRPr>
            </a:lvl4pPr>
            <a:lvl5pPr algn="l">
              <a:defRPr sz="1425" b="1">
                <a:solidFill>
                  <a:srgbClr val="1A8D83"/>
                </a:solidFill>
              </a:defRPr>
            </a:lvl5pPr>
            <a:lvl6pPr algn="l">
              <a:defRPr sz="1425" b="1">
                <a:solidFill>
                  <a:srgbClr val="1A8D83"/>
                </a:solidFill>
              </a:defRPr>
            </a:lvl6pPr>
            <a:lvl7pPr algn="l">
              <a:defRPr sz="1425" b="1">
                <a:solidFill>
                  <a:srgbClr val="1A8D83"/>
                </a:solidFill>
              </a:defRPr>
            </a:lvl7pPr>
            <a:lvl8pPr algn="l">
              <a:defRPr sz="1425" b="1">
                <a:solidFill>
                  <a:srgbClr val="1A8D83"/>
                </a:solidFill>
              </a:defRPr>
            </a:lvl8pPr>
            <a:lvl9pPr algn="l">
              <a:defRPr sz="1425" b="1">
                <a:solidFill>
                  <a:srgbClr val="1A8D83"/>
                </a:solidFill>
              </a:defRPr>
            </a:lvl9pPr>
          </a:lstStyle>
          <a:p>
            <a:pPr algn="l">
              <a:defRPr sz="1425" b="1">
                <a:solidFill>
                  <a:srgbClr val="1A8D83"/>
                </a:solidFill>
              </a:defRPr>
            </a:pPr>
            <a:r>
              <a:rPr sz="1425" b="1">
                <a:solidFill>
                  <a:srgbClr val="1A8D83"/>
                </a:solidFill>
              </a:rPr>
              <a:t>Axes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7B632A-B864-46F8-A5EA-E8A02C5BEE86}"/>
              </a:ext>
            </a:extLst>
          </p:cNvPr>
          <p:cNvSpPr>
            <a:spLocks noGrp="1"/>
          </p:cNvSpPr>
          <p:nvPr/>
        </p:nvSpPr>
        <p:spPr>
          <a:xfrm>
            <a:off x="8572500" y="35623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53677A"/>
                </a:solidFill>
              </a:defRPr>
            </a:defPPr>
            <a:lvl1pPr algn="l">
              <a:defRPr sz="1275" b="0">
                <a:solidFill>
                  <a:srgbClr val="53677A"/>
                </a:solidFill>
              </a:defRPr>
            </a:lvl1pPr>
            <a:lvl2pPr algn="l">
              <a:defRPr sz="1275" b="0">
                <a:solidFill>
                  <a:srgbClr val="53677A"/>
                </a:solidFill>
              </a:defRPr>
            </a:lvl2pPr>
            <a:lvl3pPr algn="l">
              <a:defRPr sz="1275" b="0">
                <a:solidFill>
                  <a:srgbClr val="53677A"/>
                </a:solidFill>
              </a:defRPr>
            </a:lvl3pPr>
            <a:lvl4pPr algn="l">
              <a:defRPr sz="1275" b="0">
                <a:solidFill>
                  <a:srgbClr val="53677A"/>
                </a:solidFill>
              </a:defRPr>
            </a:lvl4pPr>
            <a:lvl5pPr algn="l">
              <a:defRPr sz="1275" b="0">
                <a:solidFill>
                  <a:srgbClr val="53677A"/>
                </a:solidFill>
              </a:defRPr>
            </a:lvl5pPr>
            <a:lvl6pPr algn="l">
              <a:defRPr sz="1275" b="0">
                <a:solidFill>
                  <a:srgbClr val="53677A"/>
                </a:solidFill>
              </a:defRPr>
            </a:lvl6pPr>
            <a:lvl7pPr algn="l">
              <a:defRPr sz="1275" b="0">
                <a:solidFill>
                  <a:srgbClr val="53677A"/>
                </a:solidFill>
              </a:defRPr>
            </a:lvl7pPr>
            <a:lvl8pPr algn="l">
              <a:defRPr sz="1275" b="0">
                <a:solidFill>
                  <a:srgbClr val="53677A"/>
                </a:solidFill>
              </a:defRPr>
            </a:lvl8pPr>
            <a:lvl9pPr algn="l">
              <a:defRPr sz="1275" b="0">
                <a:solidFill>
                  <a:srgbClr val="53677A"/>
                </a:solidFill>
              </a:defRPr>
            </a:lvl9pPr>
          </a:lstStyle>
          <a:p>
            <a:pPr algn="l">
              <a:defRPr sz="1275" b="0">
                <a:solidFill>
                  <a:srgbClr val="53677A"/>
                </a:solidFill>
              </a:defRPr>
            </a:pPr>
            <a:r>
              <a:rPr sz="1275" b="0">
                <a:solidFill>
                  <a:srgbClr val="53677A"/>
                </a:solidFill>
              </a:rPr>
              <a:t>άξονες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999643-53DA-4549-98AB-C201E7015177}"/>
              </a:ext>
            </a:extLst>
          </p:cNvPr>
          <p:cNvSpPr>
            <a:spLocks noGrp="1"/>
          </p:cNvSpPr>
          <p:nvPr/>
        </p:nvSpPr>
        <p:spPr>
          <a:xfrm>
            <a:off x="6953250" y="42481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2C6EBA"/>
                </a:solidFill>
              </a:defRPr>
            </a:defPPr>
            <a:lvl1pPr algn="l">
              <a:defRPr sz="1425" b="1">
                <a:solidFill>
                  <a:srgbClr val="2C6EBA"/>
                </a:solidFill>
              </a:defRPr>
            </a:lvl1pPr>
            <a:lvl2pPr algn="l">
              <a:defRPr sz="1425" b="1">
                <a:solidFill>
                  <a:srgbClr val="2C6EBA"/>
                </a:solidFill>
              </a:defRPr>
            </a:lvl2pPr>
            <a:lvl3pPr algn="l">
              <a:defRPr sz="1425" b="1">
                <a:solidFill>
                  <a:srgbClr val="2C6EBA"/>
                </a:solidFill>
              </a:defRPr>
            </a:lvl3pPr>
            <a:lvl4pPr algn="l">
              <a:defRPr sz="1425" b="1">
                <a:solidFill>
                  <a:srgbClr val="2C6EBA"/>
                </a:solidFill>
              </a:defRPr>
            </a:lvl4pPr>
            <a:lvl5pPr algn="l">
              <a:defRPr sz="1425" b="1">
                <a:solidFill>
                  <a:srgbClr val="2C6EBA"/>
                </a:solidFill>
              </a:defRPr>
            </a:lvl5pPr>
            <a:lvl6pPr algn="l">
              <a:defRPr sz="1425" b="1">
                <a:solidFill>
                  <a:srgbClr val="2C6EBA"/>
                </a:solidFill>
              </a:defRPr>
            </a:lvl6pPr>
            <a:lvl7pPr algn="l">
              <a:defRPr sz="1425" b="1">
                <a:solidFill>
                  <a:srgbClr val="2C6EBA"/>
                </a:solidFill>
              </a:defRPr>
            </a:lvl7pPr>
            <a:lvl8pPr algn="l">
              <a:defRPr sz="1425" b="1">
                <a:solidFill>
                  <a:srgbClr val="2C6EBA"/>
                </a:solidFill>
              </a:defRPr>
            </a:lvl8pPr>
            <a:lvl9pPr algn="l">
              <a:defRPr sz="1425" b="1">
                <a:solidFill>
                  <a:srgbClr val="2C6EBA"/>
                </a:solidFill>
              </a:defRPr>
            </a:lvl9pPr>
          </a:lstStyle>
          <a:p>
            <a:pPr algn="l">
              <a:defRPr sz="1425" b="1">
                <a:solidFill>
                  <a:srgbClr val="2C6EBA"/>
                </a:solidFill>
              </a:defRPr>
            </a:pPr>
            <a:r>
              <a:rPr sz="1425" b="1">
                <a:solidFill>
                  <a:srgbClr val="2C6EBA"/>
                </a:solidFill>
              </a:rPr>
              <a:t>Legend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CFF1D6-0AE7-43DB-ADF1-CE4EBE3E91A6}"/>
              </a:ext>
            </a:extLst>
          </p:cNvPr>
          <p:cNvSpPr>
            <a:spLocks noGrp="1"/>
          </p:cNvSpPr>
          <p:nvPr/>
        </p:nvSpPr>
        <p:spPr>
          <a:xfrm>
            <a:off x="8572500" y="42481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53677A"/>
                </a:solidFill>
              </a:defRPr>
            </a:defPPr>
            <a:lvl1pPr algn="l">
              <a:defRPr sz="1275" b="0">
                <a:solidFill>
                  <a:srgbClr val="53677A"/>
                </a:solidFill>
              </a:defRPr>
            </a:lvl1pPr>
            <a:lvl2pPr algn="l">
              <a:defRPr sz="1275" b="0">
                <a:solidFill>
                  <a:srgbClr val="53677A"/>
                </a:solidFill>
              </a:defRPr>
            </a:lvl2pPr>
            <a:lvl3pPr algn="l">
              <a:defRPr sz="1275" b="0">
                <a:solidFill>
                  <a:srgbClr val="53677A"/>
                </a:solidFill>
              </a:defRPr>
            </a:lvl3pPr>
            <a:lvl4pPr algn="l">
              <a:defRPr sz="1275" b="0">
                <a:solidFill>
                  <a:srgbClr val="53677A"/>
                </a:solidFill>
              </a:defRPr>
            </a:lvl4pPr>
            <a:lvl5pPr algn="l">
              <a:defRPr sz="1275" b="0">
                <a:solidFill>
                  <a:srgbClr val="53677A"/>
                </a:solidFill>
              </a:defRPr>
            </a:lvl5pPr>
            <a:lvl6pPr algn="l">
              <a:defRPr sz="1275" b="0">
                <a:solidFill>
                  <a:srgbClr val="53677A"/>
                </a:solidFill>
              </a:defRPr>
            </a:lvl6pPr>
            <a:lvl7pPr algn="l">
              <a:defRPr sz="1275" b="0">
                <a:solidFill>
                  <a:srgbClr val="53677A"/>
                </a:solidFill>
              </a:defRPr>
            </a:lvl7pPr>
            <a:lvl8pPr algn="l">
              <a:defRPr sz="1275" b="0">
                <a:solidFill>
                  <a:srgbClr val="53677A"/>
                </a:solidFill>
              </a:defRPr>
            </a:lvl8pPr>
            <a:lvl9pPr algn="l">
              <a:defRPr sz="1275" b="0">
                <a:solidFill>
                  <a:srgbClr val="53677A"/>
                </a:solidFill>
              </a:defRPr>
            </a:lvl9pPr>
          </a:lstStyle>
          <a:p>
            <a:pPr algn="l">
              <a:defRPr sz="1275" b="0">
                <a:solidFill>
                  <a:srgbClr val="53677A"/>
                </a:solidFill>
              </a:defRPr>
            </a:pPr>
            <a:r>
              <a:rPr sz="1275" b="0">
                <a:solidFill>
                  <a:srgbClr val="53677A"/>
                </a:solidFill>
              </a:rPr>
              <a:t>υπόμνημα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634AF9-0B8A-4867-A4DD-53108E5CA531}"/>
              </a:ext>
            </a:extLst>
          </p:cNvPr>
          <p:cNvSpPr>
            <a:spLocks noGrp="1"/>
          </p:cNvSpPr>
          <p:nvPr/>
        </p:nvSpPr>
        <p:spPr>
          <a:xfrm>
            <a:off x="6953250" y="49339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1A8D83"/>
                </a:solidFill>
              </a:defRPr>
            </a:defPPr>
            <a:lvl1pPr algn="l">
              <a:defRPr sz="1425" b="1">
                <a:solidFill>
                  <a:srgbClr val="1A8D83"/>
                </a:solidFill>
              </a:defRPr>
            </a:lvl1pPr>
            <a:lvl2pPr algn="l">
              <a:defRPr sz="1425" b="1">
                <a:solidFill>
                  <a:srgbClr val="1A8D83"/>
                </a:solidFill>
              </a:defRPr>
            </a:lvl2pPr>
            <a:lvl3pPr algn="l">
              <a:defRPr sz="1425" b="1">
                <a:solidFill>
                  <a:srgbClr val="1A8D83"/>
                </a:solidFill>
              </a:defRPr>
            </a:lvl3pPr>
            <a:lvl4pPr algn="l">
              <a:defRPr sz="1425" b="1">
                <a:solidFill>
                  <a:srgbClr val="1A8D83"/>
                </a:solidFill>
              </a:defRPr>
            </a:lvl4pPr>
            <a:lvl5pPr algn="l">
              <a:defRPr sz="1425" b="1">
                <a:solidFill>
                  <a:srgbClr val="1A8D83"/>
                </a:solidFill>
              </a:defRPr>
            </a:lvl5pPr>
            <a:lvl6pPr algn="l">
              <a:defRPr sz="1425" b="1">
                <a:solidFill>
                  <a:srgbClr val="1A8D83"/>
                </a:solidFill>
              </a:defRPr>
            </a:lvl6pPr>
            <a:lvl7pPr algn="l">
              <a:defRPr sz="1425" b="1">
                <a:solidFill>
                  <a:srgbClr val="1A8D83"/>
                </a:solidFill>
              </a:defRPr>
            </a:lvl7pPr>
            <a:lvl8pPr algn="l">
              <a:defRPr sz="1425" b="1">
                <a:solidFill>
                  <a:srgbClr val="1A8D83"/>
                </a:solidFill>
              </a:defRPr>
            </a:lvl8pPr>
            <a:lvl9pPr algn="l">
              <a:defRPr sz="1425" b="1">
                <a:solidFill>
                  <a:srgbClr val="1A8D83"/>
                </a:solidFill>
              </a:defRPr>
            </a:lvl9pPr>
          </a:lstStyle>
          <a:p>
            <a:pPr algn="l">
              <a:defRPr sz="1425" b="1">
                <a:solidFill>
                  <a:srgbClr val="1A8D83"/>
                </a:solidFill>
              </a:defRPr>
            </a:pPr>
            <a:r>
              <a:rPr sz="1425" b="1">
                <a:solidFill>
                  <a:srgbClr val="1A8D83"/>
                </a:solidFill>
              </a:rPr>
              <a:t>Title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4553E0-88BC-4927-AF18-DB31EE19D91D}"/>
              </a:ext>
            </a:extLst>
          </p:cNvPr>
          <p:cNvSpPr>
            <a:spLocks noGrp="1"/>
          </p:cNvSpPr>
          <p:nvPr/>
        </p:nvSpPr>
        <p:spPr>
          <a:xfrm>
            <a:off x="8572500" y="49339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53677A"/>
                </a:solidFill>
              </a:defRPr>
            </a:defPPr>
            <a:lvl1pPr algn="l">
              <a:defRPr sz="1275" b="0">
                <a:solidFill>
                  <a:srgbClr val="53677A"/>
                </a:solidFill>
              </a:defRPr>
            </a:lvl1pPr>
            <a:lvl2pPr algn="l">
              <a:defRPr sz="1275" b="0">
                <a:solidFill>
                  <a:srgbClr val="53677A"/>
                </a:solidFill>
              </a:defRPr>
            </a:lvl2pPr>
            <a:lvl3pPr algn="l">
              <a:defRPr sz="1275" b="0">
                <a:solidFill>
                  <a:srgbClr val="53677A"/>
                </a:solidFill>
              </a:defRPr>
            </a:lvl3pPr>
            <a:lvl4pPr algn="l">
              <a:defRPr sz="1275" b="0">
                <a:solidFill>
                  <a:srgbClr val="53677A"/>
                </a:solidFill>
              </a:defRPr>
            </a:lvl4pPr>
            <a:lvl5pPr algn="l">
              <a:defRPr sz="1275" b="0">
                <a:solidFill>
                  <a:srgbClr val="53677A"/>
                </a:solidFill>
              </a:defRPr>
            </a:lvl5pPr>
            <a:lvl6pPr algn="l">
              <a:defRPr sz="1275" b="0">
                <a:solidFill>
                  <a:srgbClr val="53677A"/>
                </a:solidFill>
              </a:defRPr>
            </a:lvl6pPr>
            <a:lvl7pPr algn="l">
              <a:defRPr sz="1275" b="0">
                <a:solidFill>
                  <a:srgbClr val="53677A"/>
                </a:solidFill>
              </a:defRPr>
            </a:lvl7pPr>
            <a:lvl8pPr algn="l">
              <a:defRPr sz="1275" b="0">
                <a:solidFill>
                  <a:srgbClr val="53677A"/>
                </a:solidFill>
              </a:defRPr>
            </a:lvl8pPr>
            <a:lvl9pPr algn="l">
              <a:defRPr sz="1275" b="0">
                <a:solidFill>
                  <a:srgbClr val="53677A"/>
                </a:solidFill>
              </a:defRPr>
            </a:lvl9pPr>
          </a:lstStyle>
          <a:p>
            <a:pPr algn="l">
              <a:defRPr sz="1275" b="0">
                <a:solidFill>
                  <a:srgbClr val="53677A"/>
                </a:solidFill>
              </a:defRPr>
            </a:pPr>
            <a:r>
              <a:rPr sz="1275" b="0">
                <a:solidFill>
                  <a:srgbClr val="53677A"/>
                </a:solidFill>
              </a:rPr>
              <a:t>τίτλος και ετικέτες</a:t>
            </a:r>
          </a:p>
        </p:txBody>
      </p:sp>
    </p:spTree>
    <p:extLst>
      <p:ext uri="{BB962C8B-B14F-4D97-AF65-F5344CB8AC3E}">
        <p14:creationId xmlns:p14="http://schemas.microsoft.com/office/powerpoint/2010/main" val="971891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B8E07D5-031B-4091-9E9C-3BDB468AB9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C6EB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625B3D-AFFF-47A3-AA19-264264ADD13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250" b="1">
                <a:solidFill>
                  <a:srgbClr val="17324D"/>
                </a:solidFill>
              </a:defRPr>
            </a:defPPr>
            <a:lvl1pPr algn="l">
              <a:defRPr sz="2250" b="1">
                <a:solidFill>
                  <a:srgbClr val="17324D"/>
                </a:solidFill>
              </a:defRPr>
            </a:lvl1pPr>
            <a:lvl2pPr algn="l">
              <a:defRPr sz="2250" b="1">
                <a:solidFill>
                  <a:srgbClr val="17324D"/>
                </a:solidFill>
              </a:defRPr>
            </a:lvl2pPr>
            <a:lvl3pPr algn="l">
              <a:defRPr sz="2250" b="1">
                <a:solidFill>
                  <a:srgbClr val="17324D"/>
                </a:solidFill>
              </a:defRPr>
            </a:lvl3pPr>
            <a:lvl4pPr algn="l">
              <a:defRPr sz="2250" b="1">
                <a:solidFill>
                  <a:srgbClr val="17324D"/>
                </a:solidFill>
              </a:defRPr>
            </a:lvl4pPr>
            <a:lvl5pPr algn="l">
              <a:defRPr sz="2250" b="1">
                <a:solidFill>
                  <a:srgbClr val="17324D"/>
                </a:solidFill>
              </a:defRPr>
            </a:lvl5pPr>
            <a:lvl6pPr algn="l">
              <a:defRPr sz="2250" b="1">
                <a:solidFill>
                  <a:srgbClr val="17324D"/>
                </a:solidFill>
              </a:defRPr>
            </a:lvl6pPr>
            <a:lvl7pPr algn="l">
              <a:defRPr sz="2250" b="1">
                <a:solidFill>
                  <a:srgbClr val="17324D"/>
                </a:solidFill>
              </a:defRPr>
            </a:lvl7pPr>
            <a:lvl8pPr algn="l">
              <a:defRPr sz="2250" b="1">
                <a:solidFill>
                  <a:srgbClr val="17324D"/>
                </a:solidFill>
              </a:defRPr>
            </a:lvl8pPr>
            <a:lvl9pPr algn="l">
              <a:defRPr sz="2250" b="1">
                <a:solidFill>
                  <a:srgbClr val="17324D"/>
                </a:solidFill>
              </a:defRPr>
            </a:lvl9pPr>
          </a:lstStyle>
          <a:p>
            <a:pPr algn="l">
              <a:defRPr sz="2250" b="1">
                <a:solidFill>
                  <a:srgbClr val="17324D"/>
                </a:solidFill>
              </a:defRPr>
            </a:pPr>
            <a:r>
              <a:rPr sz="2250" b="1">
                <a:solidFill>
                  <a:srgbClr val="17324D"/>
                </a:solidFill>
              </a:rPr>
              <a:t>Μετακίνηση και αλλαγή μεγέθους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CBF2A1-C734-4A5E-89C6-A7738CDA2ADD}"/>
              </a:ext>
            </a:extLst>
          </p:cNvPr>
          <p:cNvSpPr>
            <a:spLocks noGrp="1"/>
          </p:cNvSpPr>
          <p:nvPr/>
        </p:nvSpPr>
        <p:spPr>
          <a:xfrm>
            <a:off x="10810875" y="409575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350" b="1">
                <a:solidFill>
                  <a:srgbClr val="2C6EBA"/>
                </a:solidFill>
              </a:defRPr>
            </a:defPPr>
            <a:lvl1pPr algn="r">
              <a:defRPr sz="1350" b="1">
                <a:solidFill>
                  <a:srgbClr val="2C6EBA"/>
                </a:solidFill>
              </a:defRPr>
            </a:lvl1pPr>
            <a:lvl2pPr algn="r">
              <a:defRPr sz="1350" b="1">
                <a:solidFill>
                  <a:srgbClr val="2C6EBA"/>
                </a:solidFill>
              </a:defRPr>
            </a:lvl2pPr>
            <a:lvl3pPr algn="r">
              <a:defRPr sz="1350" b="1">
                <a:solidFill>
                  <a:srgbClr val="2C6EBA"/>
                </a:solidFill>
              </a:defRPr>
            </a:lvl3pPr>
            <a:lvl4pPr algn="r">
              <a:defRPr sz="1350" b="1">
                <a:solidFill>
                  <a:srgbClr val="2C6EBA"/>
                </a:solidFill>
              </a:defRPr>
            </a:lvl4pPr>
            <a:lvl5pPr algn="r">
              <a:defRPr sz="1350" b="1">
                <a:solidFill>
                  <a:srgbClr val="2C6EBA"/>
                </a:solidFill>
              </a:defRPr>
            </a:lvl5pPr>
            <a:lvl6pPr algn="r">
              <a:defRPr sz="1350" b="1">
                <a:solidFill>
                  <a:srgbClr val="2C6EBA"/>
                </a:solidFill>
              </a:defRPr>
            </a:lvl6pPr>
            <a:lvl7pPr algn="r">
              <a:defRPr sz="1350" b="1">
                <a:solidFill>
                  <a:srgbClr val="2C6EBA"/>
                </a:solidFill>
              </a:defRPr>
            </a:lvl7pPr>
            <a:lvl8pPr algn="r">
              <a:defRPr sz="1350" b="1">
                <a:solidFill>
                  <a:srgbClr val="2C6EBA"/>
                </a:solidFill>
              </a:defRPr>
            </a:lvl8pPr>
            <a:lvl9pPr algn="r">
              <a:defRPr sz="1350" b="1">
                <a:solidFill>
                  <a:srgbClr val="2C6EBA"/>
                </a:solidFill>
              </a:defRPr>
            </a:lvl9pPr>
          </a:lstStyle>
          <a:p>
            <a:pPr algn="r">
              <a:defRPr sz="1350" b="1">
                <a:solidFill>
                  <a:srgbClr val="2C6EBA"/>
                </a:solidFill>
              </a:defRPr>
            </a:pPr>
            <a:r>
              <a:rPr sz="1350" b="1">
                <a:solidFill>
                  <a:srgbClr val="2C6EBA"/>
                </a:solidFill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234C01-1F9E-405E-9DBA-E60FBE000988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34700" cy="19050"/>
          </a:xfrm>
          <a:prstGeom prst="rect">
            <a:avLst/>
          </a:prstGeom>
          <a:solidFill>
            <a:srgbClr val="D7E3E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FCAC29E-CB04-4E85-AF95-B3C9FB50B0BC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361950" cy="361950"/>
          </a:xfrm>
          <a:prstGeom prst="ellipse">
            <a:avLst/>
          </a:prstGeom>
          <a:solidFill>
            <a:srgbClr val="2C6EB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A250F1-14C9-447C-AEB0-A8B616BED507}"/>
              </a:ext>
            </a:extLst>
          </p:cNvPr>
          <p:cNvSpPr>
            <a:spLocks noGrp="1"/>
          </p:cNvSpPr>
          <p:nvPr/>
        </p:nvSpPr>
        <p:spPr>
          <a:xfrm>
            <a:off x="685800" y="172402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FFFFFF"/>
                </a:solidFill>
              </a:defRPr>
            </a:defPPr>
            <a:lvl1pPr algn="ctr">
              <a:defRPr sz="1200" b="1">
                <a:solidFill>
                  <a:srgbClr val="FFFFFF"/>
                </a:solidFill>
              </a:defRPr>
            </a:lvl1pPr>
            <a:lvl2pPr algn="ctr">
              <a:defRPr sz="1200" b="1">
                <a:solidFill>
                  <a:srgbClr val="FFFFFF"/>
                </a:solidFill>
              </a:defRPr>
            </a:lvl2pPr>
            <a:lvl3pPr algn="ctr">
              <a:defRPr sz="1200" b="1">
                <a:solidFill>
                  <a:srgbClr val="FFFFFF"/>
                </a:solidFill>
              </a:defRPr>
            </a:lvl3pPr>
            <a:lvl4pPr algn="ctr">
              <a:defRPr sz="1200" b="1">
                <a:solidFill>
                  <a:srgbClr val="FFFFFF"/>
                </a:solidFill>
              </a:defRPr>
            </a:lvl4pPr>
            <a:lvl5pPr algn="ctr">
              <a:defRPr sz="1200" b="1">
                <a:solidFill>
                  <a:srgbClr val="FFFFFF"/>
                </a:solidFill>
              </a:defRPr>
            </a:lvl5pPr>
            <a:lvl6pPr algn="ctr">
              <a:defRPr sz="1200" b="1">
                <a:solidFill>
                  <a:srgbClr val="FFFFFF"/>
                </a:solidFill>
              </a:defRPr>
            </a:lvl6pPr>
            <a:lvl7pPr algn="ctr">
              <a:defRPr sz="1200" b="1">
                <a:solidFill>
                  <a:srgbClr val="FFFFFF"/>
                </a:solidFill>
              </a:defRPr>
            </a:lvl7pPr>
            <a:lvl8pPr algn="ctr">
              <a:defRPr sz="1200" b="1">
                <a:solidFill>
                  <a:srgbClr val="FFFFFF"/>
                </a:solidFill>
              </a:defRPr>
            </a:lvl8pPr>
            <a:lvl9pPr algn="ctr">
              <a:defRPr sz="1200" b="1">
                <a:solidFill>
                  <a:srgbClr val="FFFFFF"/>
                </a:solidFill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5B0544-1F4E-44E3-A685-A5E87127C3F4}"/>
              </a:ext>
            </a:extLst>
          </p:cNvPr>
          <p:cNvSpPr>
            <a:spLocks noGrp="1"/>
          </p:cNvSpPr>
          <p:nvPr/>
        </p:nvSpPr>
        <p:spPr>
          <a:xfrm>
            <a:off x="1200150" y="17145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17324D"/>
                </a:solidFill>
              </a:defRPr>
            </a:defPPr>
            <a:lvl1pPr algn="l">
              <a:defRPr sz="1500" b="1">
                <a:solidFill>
                  <a:srgbClr val="17324D"/>
                </a:solidFill>
              </a:defRPr>
            </a:lvl1pPr>
            <a:lvl2pPr algn="l">
              <a:defRPr sz="1500" b="1">
                <a:solidFill>
                  <a:srgbClr val="17324D"/>
                </a:solidFill>
              </a:defRPr>
            </a:lvl2pPr>
            <a:lvl3pPr algn="l">
              <a:defRPr sz="1500" b="1">
                <a:solidFill>
                  <a:srgbClr val="17324D"/>
                </a:solidFill>
              </a:defRPr>
            </a:lvl3pPr>
            <a:lvl4pPr algn="l">
              <a:defRPr sz="1500" b="1">
                <a:solidFill>
                  <a:srgbClr val="17324D"/>
                </a:solidFill>
              </a:defRPr>
            </a:lvl4pPr>
            <a:lvl5pPr algn="l">
              <a:defRPr sz="1500" b="1">
                <a:solidFill>
                  <a:srgbClr val="17324D"/>
                </a:solidFill>
              </a:defRPr>
            </a:lvl5pPr>
            <a:lvl6pPr algn="l">
              <a:defRPr sz="1500" b="1">
                <a:solidFill>
                  <a:srgbClr val="17324D"/>
                </a:solidFill>
              </a:defRPr>
            </a:lvl6pPr>
            <a:lvl7pPr algn="l">
              <a:defRPr sz="1500" b="1">
                <a:solidFill>
                  <a:srgbClr val="17324D"/>
                </a:solidFill>
              </a:defRPr>
            </a:lvl7pPr>
            <a:lvl8pPr algn="l">
              <a:defRPr sz="1500" b="1">
                <a:solidFill>
                  <a:srgbClr val="17324D"/>
                </a:solidFill>
              </a:defRPr>
            </a:lvl8pPr>
            <a:lvl9pPr algn="l">
              <a:defRPr sz="1500" b="1">
                <a:solidFill>
                  <a:srgbClr val="17324D"/>
                </a:solidFill>
              </a:defRPr>
            </a:lvl9pPr>
          </a:lstStyle>
          <a:p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Μετακίνηση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36B956-77C4-48A4-A680-45AF82838A9D}"/>
              </a:ext>
            </a:extLst>
          </p:cNvPr>
          <p:cNvSpPr>
            <a:spLocks noGrp="1"/>
          </p:cNvSpPr>
          <p:nvPr/>
        </p:nvSpPr>
        <p:spPr>
          <a:xfrm>
            <a:off x="1200150" y="2076450"/>
            <a:ext cx="447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3677A"/>
                </a:solidFill>
              </a:defRPr>
            </a:defPPr>
            <a:lvl1pPr algn="l">
              <a:defRPr sz="1200" b="0">
                <a:solidFill>
                  <a:srgbClr val="53677A"/>
                </a:solidFill>
              </a:defRPr>
            </a:lvl1pPr>
            <a:lvl2pPr algn="l">
              <a:defRPr sz="1200" b="0">
                <a:solidFill>
                  <a:srgbClr val="53677A"/>
                </a:solidFill>
              </a:defRPr>
            </a:lvl2pPr>
            <a:lvl3pPr algn="l">
              <a:defRPr sz="1200" b="0">
                <a:solidFill>
                  <a:srgbClr val="53677A"/>
                </a:solidFill>
              </a:defRPr>
            </a:lvl3pPr>
            <a:lvl4pPr algn="l">
              <a:defRPr sz="1200" b="0">
                <a:solidFill>
                  <a:srgbClr val="53677A"/>
                </a:solidFill>
              </a:defRPr>
            </a:lvl4pPr>
            <a:lvl5pPr algn="l">
              <a:defRPr sz="1200" b="0">
                <a:solidFill>
                  <a:srgbClr val="53677A"/>
                </a:solidFill>
              </a:defRPr>
            </a:lvl5pPr>
            <a:lvl6pPr algn="l">
              <a:defRPr sz="1200" b="0">
                <a:solidFill>
                  <a:srgbClr val="53677A"/>
                </a:solidFill>
              </a:defRPr>
            </a:lvl6pPr>
            <a:lvl7pPr algn="l">
              <a:defRPr sz="1200" b="0">
                <a:solidFill>
                  <a:srgbClr val="53677A"/>
                </a:solidFill>
              </a:defRPr>
            </a:lvl7pPr>
            <a:lvl8pPr algn="l">
              <a:defRPr sz="1200" b="0">
                <a:solidFill>
                  <a:srgbClr val="53677A"/>
                </a:solidFill>
              </a:defRPr>
            </a:lvl8pPr>
            <a:lvl9pPr algn="l">
              <a:defRPr sz="1200" b="0">
                <a:solidFill>
                  <a:srgbClr val="53677A"/>
                </a:solidFill>
              </a:defRPr>
            </a:lvl9pPr>
          </a:lstStyle>
          <a:p>
            <a:pPr algn="l">
              <a:defRPr sz="1200" b="0">
                <a:solidFill>
                  <a:srgbClr val="53677A"/>
                </a:solidFill>
              </a:defRPr>
            </a:pPr>
            <a:r>
              <a:rPr sz="1200" b="0">
                <a:solidFill>
                  <a:srgbClr val="53677A"/>
                </a:solidFill>
              </a:rPr>
              <a:t>Σύρουμε το περίγραμμα του γραφήματος σε νέα θέση.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D3492A-368E-4135-9E65-9432FC24DE26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361950" cy="361950"/>
          </a:xfrm>
          <a:prstGeom prst="ellipse">
            <a:avLst/>
          </a:prstGeom>
          <a:solidFill>
            <a:srgbClr val="1A8D83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EA6F76-65E4-4F1A-B199-5F1257A2FC72}"/>
              </a:ext>
            </a:extLst>
          </p:cNvPr>
          <p:cNvSpPr>
            <a:spLocks noGrp="1"/>
          </p:cNvSpPr>
          <p:nvPr/>
        </p:nvSpPr>
        <p:spPr>
          <a:xfrm>
            <a:off x="685800" y="315277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200" b="1">
                <a:solidFill>
                  <a:srgbClr val="FFFFFF"/>
                </a:solidFill>
              </a:defRPr>
            </a:defPPr>
            <a:lvl1pPr algn="ctr">
              <a:defRPr sz="1200" b="1">
                <a:solidFill>
                  <a:srgbClr val="FFFFFF"/>
                </a:solidFill>
              </a:defRPr>
            </a:lvl1pPr>
            <a:lvl2pPr algn="ctr">
              <a:defRPr sz="1200" b="1">
                <a:solidFill>
                  <a:srgbClr val="FFFFFF"/>
                </a:solidFill>
              </a:defRPr>
            </a:lvl2pPr>
            <a:lvl3pPr algn="ctr">
              <a:defRPr sz="1200" b="1">
                <a:solidFill>
                  <a:srgbClr val="FFFFFF"/>
                </a:solidFill>
              </a:defRPr>
            </a:lvl3pPr>
            <a:lvl4pPr algn="ctr">
              <a:defRPr sz="1200" b="1">
                <a:solidFill>
                  <a:srgbClr val="FFFFFF"/>
                </a:solidFill>
              </a:defRPr>
            </a:lvl4pPr>
            <a:lvl5pPr algn="ctr">
              <a:defRPr sz="1200" b="1">
                <a:solidFill>
                  <a:srgbClr val="FFFFFF"/>
                </a:solidFill>
              </a:defRPr>
            </a:lvl5pPr>
            <a:lvl6pPr algn="ctr">
              <a:defRPr sz="1200" b="1">
                <a:solidFill>
                  <a:srgbClr val="FFFFFF"/>
                </a:solidFill>
              </a:defRPr>
            </a:lvl6pPr>
            <a:lvl7pPr algn="ctr">
              <a:defRPr sz="1200" b="1">
                <a:solidFill>
                  <a:srgbClr val="FFFFFF"/>
                </a:solidFill>
              </a:defRPr>
            </a:lvl7pPr>
            <a:lvl8pPr algn="ctr">
              <a:defRPr sz="1200" b="1">
                <a:solidFill>
                  <a:srgbClr val="FFFFFF"/>
                </a:solidFill>
              </a:defRPr>
            </a:lvl8pPr>
            <a:lvl9pPr algn="ctr">
              <a:defRPr sz="1200" b="1">
                <a:solidFill>
                  <a:srgbClr val="FFFFFF"/>
                </a:solidFill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52ED04-F3BB-4FAE-84B3-6559B71DDE75}"/>
              </a:ext>
            </a:extLst>
          </p:cNvPr>
          <p:cNvSpPr>
            <a:spLocks noGrp="1"/>
          </p:cNvSpPr>
          <p:nvPr/>
        </p:nvSpPr>
        <p:spPr>
          <a:xfrm>
            <a:off x="1200150" y="314325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17324D"/>
                </a:solidFill>
              </a:defRPr>
            </a:defPPr>
            <a:lvl1pPr algn="l">
              <a:defRPr sz="1500" b="1">
                <a:solidFill>
                  <a:srgbClr val="17324D"/>
                </a:solidFill>
              </a:defRPr>
            </a:lvl1pPr>
            <a:lvl2pPr algn="l">
              <a:defRPr sz="1500" b="1">
                <a:solidFill>
                  <a:srgbClr val="17324D"/>
                </a:solidFill>
              </a:defRPr>
            </a:lvl2pPr>
            <a:lvl3pPr algn="l">
              <a:defRPr sz="1500" b="1">
                <a:solidFill>
                  <a:srgbClr val="17324D"/>
                </a:solidFill>
              </a:defRPr>
            </a:lvl3pPr>
            <a:lvl4pPr algn="l">
              <a:defRPr sz="1500" b="1">
                <a:solidFill>
                  <a:srgbClr val="17324D"/>
                </a:solidFill>
              </a:defRPr>
            </a:lvl4pPr>
            <a:lvl5pPr algn="l">
              <a:defRPr sz="1500" b="1">
                <a:solidFill>
                  <a:srgbClr val="17324D"/>
                </a:solidFill>
              </a:defRPr>
            </a:lvl5pPr>
            <a:lvl6pPr algn="l">
              <a:defRPr sz="1500" b="1">
                <a:solidFill>
                  <a:srgbClr val="17324D"/>
                </a:solidFill>
              </a:defRPr>
            </a:lvl6pPr>
            <a:lvl7pPr algn="l">
              <a:defRPr sz="1500" b="1">
                <a:solidFill>
                  <a:srgbClr val="17324D"/>
                </a:solidFill>
              </a:defRPr>
            </a:lvl7pPr>
            <a:lvl8pPr algn="l">
              <a:defRPr sz="1500" b="1">
                <a:solidFill>
                  <a:srgbClr val="17324D"/>
                </a:solidFill>
              </a:defRPr>
            </a:lvl8pPr>
            <a:lvl9pPr algn="l">
              <a:defRPr sz="1500" b="1">
                <a:solidFill>
                  <a:srgbClr val="17324D"/>
                </a:solidFill>
              </a:defRPr>
            </a:lvl9pPr>
          </a:lstStyle>
          <a:p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Αλλαγή μεγέθους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982771-1A3E-49FE-9B74-F94AD5CB576B}"/>
              </a:ext>
            </a:extLst>
          </p:cNvPr>
          <p:cNvSpPr>
            <a:spLocks noGrp="1"/>
          </p:cNvSpPr>
          <p:nvPr/>
        </p:nvSpPr>
        <p:spPr>
          <a:xfrm>
            <a:off x="1200150" y="3505200"/>
            <a:ext cx="447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3677A"/>
                </a:solidFill>
              </a:defRPr>
            </a:defPPr>
            <a:lvl1pPr algn="l">
              <a:defRPr sz="1200" b="0">
                <a:solidFill>
                  <a:srgbClr val="53677A"/>
                </a:solidFill>
              </a:defRPr>
            </a:lvl1pPr>
            <a:lvl2pPr algn="l">
              <a:defRPr sz="1200" b="0">
                <a:solidFill>
                  <a:srgbClr val="53677A"/>
                </a:solidFill>
              </a:defRPr>
            </a:lvl2pPr>
            <a:lvl3pPr algn="l">
              <a:defRPr sz="1200" b="0">
                <a:solidFill>
                  <a:srgbClr val="53677A"/>
                </a:solidFill>
              </a:defRPr>
            </a:lvl3pPr>
            <a:lvl4pPr algn="l">
              <a:defRPr sz="1200" b="0">
                <a:solidFill>
                  <a:srgbClr val="53677A"/>
                </a:solidFill>
              </a:defRPr>
            </a:lvl4pPr>
            <a:lvl5pPr algn="l">
              <a:defRPr sz="1200" b="0">
                <a:solidFill>
                  <a:srgbClr val="53677A"/>
                </a:solidFill>
              </a:defRPr>
            </a:lvl5pPr>
            <a:lvl6pPr algn="l">
              <a:defRPr sz="1200" b="0">
                <a:solidFill>
                  <a:srgbClr val="53677A"/>
                </a:solidFill>
              </a:defRPr>
            </a:lvl6pPr>
            <a:lvl7pPr algn="l">
              <a:defRPr sz="1200" b="0">
                <a:solidFill>
                  <a:srgbClr val="53677A"/>
                </a:solidFill>
              </a:defRPr>
            </a:lvl7pPr>
            <a:lvl8pPr algn="l">
              <a:defRPr sz="1200" b="0">
                <a:solidFill>
                  <a:srgbClr val="53677A"/>
                </a:solidFill>
              </a:defRPr>
            </a:lvl8pPr>
            <a:lvl9pPr algn="l">
              <a:defRPr sz="1200" b="0">
                <a:solidFill>
                  <a:srgbClr val="53677A"/>
                </a:solidFill>
              </a:defRPr>
            </a:lvl9pPr>
          </a:lstStyle>
          <a:p>
            <a:pPr algn="l">
              <a:defRPr sz="1200" b="0">
                <a:solidFill>
                  <a:srgbClr val="53677A"/>
                </a:solidFill>
              </a:defRPr>
            </a:pPr>
            <a:r>
              <a:rPr sz="1200" b="0">
                <a:solidFill>
                  <a:srgbClr val="53677A"/>
                </a:solidFill>
              </a:rPr>
              <a:t>Σύρουμε μία λαβή στις γωνίες ή στις πλευρές.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0E6D3D-810D-4915-9814-87BB5E52AF89}"/>
              </a:ext>
            </a:extLst>
          </p:cNvPr>
          <p:cNvSpPr>
            <a:spLocks noGrp="1"/>
          </p:cNvSpPr>
          <p:nvPr/>
        </p:nvSpPr>
        <p:spPr>
          <a:xfrm>
            <a:off x="704850" y="47244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F28C45"/>
                </a:solidFill>
              </a:defRPr>
            </a:defPPr>
            <a:lvl1pPr algn="l">
              <a:defRPr sz="1350" b="1">
                <a:solidFill>
                  <a:srgbClr val="F28C45"/>
                </a:solidFill>
              </a:defRPr>
            </a:lvl1pPr>
            <a:lvl2pPr algn="l">
              <a:defRPr sz="1350" b="1">
                <a:solidFill>
                  <a:srgbClr val="F28C45"/>
                </a:solidFill>
              </a:defRPr>
            </a:lvl2pPr>
            <a:lvl3pPr algn="l">
              <a:defRPr sz="1350" b="1">
                <a:solidFill>
                  <a:srgbClr val="F28C45"/>
                </a:solidFill>
              </a:defRPr>
            </a:lvl3pPr>
            <a:lvl4pPr algn="l">
              <a:defRPr sz="1350" b="1">
                <a:solidFill>
                  <a:srgbClr val="F28C45"/>
                </a:solidFill>
              </a:defRPr>
            </a:lvl4pPr>
            <a:lvl5pPr algn="l">
              <a:defRPr sz="1350" b="1">
                <a:solidFill>
                  <a:srgbClr val="F28C45"/>
                </a:solidFill>
              </a:defRPr>
            </a:lvl5pPr>
            <a:lvl6pPr algn="l">
              <a:defRPr sz="1350" b="1">
                <a:solidFill>
                  <a:srgbClr val="F28C45"/>
                </a:solidFill>
              </a:defRPr>
            </a:lvl6pPr>
            <a:lvl7pPr algn="l">
              <a:defRPr sz="1350" b="1">
                <a:solidFill>
                  <a:srgbClr val="F28C45"/>
                </a:solidFill>
              </a:defRPr>
            </a:lvl7pPr>
            <a:lvl8pPr algn="l">
              <a:defRPr sz="1350" b="1">
                <a:solidFill>
                  <a:srgbClr val="F28C45"/>
                </a:solidFill>
              </a:defRPr>
            </a:lvl8pPr>
            <a:lvl9pPr algn="l">
              <a:defRPr sz="1350" b="1">
                <a:solidFill>
                  <a:srgbClr val="F28C45"/>
                </a:solidFill>
              </a:defRPr>
            </a:lvl9pPr>
          </a:lstStyle>
          <a:p>
            <a:pPr algn="l">
              <a:defRPr sz="1350" b="1">
                <a:solidFill>
                  <a:srgbClr val="F28C45"/>
                </a:solidFill>
              </a:defRPr>
            </a:pPr>
            <a:r>
              <a:rPr sz="1350" b="1">
                <a:solidFill>
                  <a:srgbClr val="F28C45"/>
                </a:solidFill>
              </a:rPr>
              <a:t>Χρήσιμη συμβουλή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6D3591-566F-4C6D-AEFF-D90CA6A7459A}"/>
              </a:ext>
            </a:extLst>
          </p:cNvPr>
          <p:cNvSpPr>
            <a:spLocks noGrp="1"/>
          </p:cNvSpPr>
          <p:nvPr/>
        </p:nvSpPr>
        <p:spPr>
          <a:xfrm>
            <a:off x="704850" y="5105400"/>
            <a:ext cx="476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53677A"/>
                </a:solidFill>
              </a:defRPr>
            </a:defPPr>
            <a:lvl1pPr algn="l">
              <a:defRPr sz="1275" b="0">
                <a:solidFill>
                  <a:srgbClr val="53677A"/>
                </a:solidFill>
              </a:defRPr>
            </a:lvl1pPr>
            <a:lvl2pPr algn="l">
              <a:defRPr sz="1275" b="0">
                <a:solidFill>
                  <a:srgbClr val="53677A"/>
                </a:solidFill>
              </a:defRPr>
            </a:lvl2pPr>
            <a:lvl3pPr algn="l">
              <a:defRPr sz="1275" b="0">
                <a:solidFill>
                  <a:srgbClr val="53677A"/>
                </a:solidFill>
              </a:defRPr>
            </a:lvl3pPr>
            <a:lvl4pPr algn="l">
              <a:defRPr sz="1275" b="0">
                <a:solidFill>
                  <a:srgbClr val="53677A"/>
                </a:solidFill>
              </a:defRPr>
            </a:lvl4pPr>
            <a:lvl5pPr algn="l">
              <a:defRPr sz="1275" b="0">
                <a:solidFill>
                  <a:srgbClr val="53677A"/>
                </a:solidFill>
              </a:defRPr>
            </a:lvl5pPr>
            <a:lvl6pPr algn="l">
              <a:defRPr sz="1275" b="0">
                <a:solidFill>
                  <a:srgbClr val="53677A"/>
                </a:solidFill>
              </a:defRPr>
            </a:lvl6pPr>
            <a:lvl7pPr algn="l">
              <a:defRPr sz="1275" b="0">
                <a:solidFill>
                  <a:srgbClr val="53677A"/>
                </a:solidFill>
              </a:defRPr>
            </a:lvl7pPr>
            <a:lvl8pPr algn="l">
              <a:defRPr sz="1275" b="0">
                <a:solidFill>
                  <a:srgbClr val="53677A"/>
                </a:solidFill>
              </a:defRPr>
            </a:lvl8pPr>
            <a:lvl9pPr algn="l">
              <a:defRPr sz="1275" b="0">
                <a:solidFill>
                  <a:srgbClr val="53677A"/>
                </a:solidFill>
              </a:defRPr>
            </a:lvl9pPr>
          </a:lstStyle>
          <a:p>
            <a:pPr algn="l">
              <a:defRPr sz="1275" b="0">
                <a:solidFill>
                  <a:srgbClr val="53677A"/>
                </a:solidFill>
              </a:defRPr>
            </a:pPr>
            <a:r>
              <a:rPr sz="1275" b="0">
                <a:solidFill>
                  <a:srgbClr val="53677A"/>
                </a:solidFill>
              </a:rPr>
              <a:t>Χρησιμοποιούμε τις γωνιακές λαβές για να διατηρείται πιο εύκολα η αναλογία.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8670A17-B498-45AD-8F22-D2961D51B873}"/>
              </a:ext>
            </a:extLst>
          </p:cNvPr>
          <p:cNvSpPr>
            <a:spLocks noGrp="1"/>
          </p:cNvSpPr>
          <p:nvPr/>
        </p:nvSpPr>
        <p:spPr>
          <a:xfrm>
            <a:off x="6276975" y="2038350"/>
            <a:ext cx="4829175" cy="15621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7E3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CC76A0F-87E3-4BF0-8F15-A365BDBB1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29375" y="2193061"/>
            <a:ext cx="4524375" cy="125267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824C1E7-F951-44F5-8F2D-EC0EB648E4C5}"/>
              </a:ext>
            </a:extLst>
          </p:cNvPr>
          <p:cNvSpPr>
            <a:spLocks noGrp="1"/>
          </p:cNvSpPr>
          <p:nvPr/>
        </p:nvSpPr>
        <p:spPr>
          <a:xfrm>
            <a:off x="6762750" y="3905250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425" b="1">
                <a:solidFill>
                  <a:srgbClr val="2C6EBA"/>
                </a:solidFill>
              </a:defRPr>
            </a:defPPr>
            <a:lvl1pPr algn="ctr">
              <a:defRPr sz="1425" b="1">
                <a:solidFill>
                  <a:srgbClr val="2C6EBA"/>
                </a:solidFill>
              </a:defRPr>
            </a:lvl1pPr>
            <a:lvl2pPr algn="ctr">
              <a:defRPr sz="1425" b="1">
                <a:solidFill>
                  <a:srgbClr val="2C6EBA"/>
                </a:solidFill>
              </a:defRPr>
            </a:lvl2pPr>
            <a:lvl3pPr algn="ctr">
              <a:defRPr sz="1425" b="1">
                <a:solidFill>
                  <a:srgbClr val="2C6EBA"/>
                </a:solidFill>
              </a:defRPr>
            </a:lvl3pPr>
            <a:lvl4pPr algn="ctr">
              <a:defRPr sz="1425" b="1">
                <a:solidFill>
                  <a:srgbClr val="2C6EBA"/>
                </a:solidFill>
              </a:defRPr>
            </a:lvl4pPr>
            <a:lvl5pPr algn="ctr">
              <a:defRPr sz="1425" b="1">
                <a:solidFill>
                  <a:srgbClr val="2C6EBA"/>
                </a:solidFill>
              </a:defRPr>
            </a:lvl5pPr>
            <a:lvl6pPr algn="ctr">
              <a:defRPr sz="1425" b="1">
                <a:solidFill>
                  <a:srgbClr val="2C6EBA"/>
                </a:solidFill>
              </a:defRPr>
            </a:lvl6pPr>
            <a:lvl7pPr algn="ctr">
              <a:defRPr sz="1425" b="1">
                <a:solidFill>
                  <a:srgbClr val="2C6EBA"/>
                </a:solidFill>
              </a:defRPr>
            </a:lvl7pPr>
            <a:lvl8pPr algn="ctr">
              <a:defRPr sz="1425" b="1">
                <a:solidFill>
                  <a:srgbClr val="2C6EBA"/>
                </a:solidFill>
              </a:defRPr>
            </a:lvl8pPr>
            <a:lvl9pPr algn="ctr">
              <a:defRPr sz="1425" b="1">
                <a:solidFill>
                  <a:srgbClr val="2C6EBA"/>
                </a:solidFill>
              </a:defRPr>
            </a:lvl9pPr>
          </a:lstStyle>
          <a:p>
            <a:pPr algn="ctr">
              <a:defRPr sz="1425" b="1">
                <a:solidFill>
                  <a:srgbClr val="2C6EBA"/>
                </a:solidFill>
              </a:defRPr>
            </a:pPr>
            <a:r>
              <a:rPr sz="1425" b="1">
                <a:solidFill>
                  <a:srgbClr val="2C6EBA"/>
                </a:solidFill>
              </a:rPr>
              <a:t>Οι λαβές εμφανίζονται όταν επιλέξουμε το γράφημα.</a:t>
            </a:r>
          </a:p>
        </p:txBody>
      </p:sp>
    </p:spTree>
    <p:extLst>
      <p:ext uri="{BB962C8B-B14F-4D97-AF65-F5344CB8AC3E}">
        <p14:creationId xmlns:p14="http://schemas.microsoft.com/office/powerpoint/2010/main" val="140415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49D4006-2FBB-4717-96EE-D5382E6304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C6EB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AAA5DF-02DA-436A-B032-B6F62E2E7862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250" b="1">
                <a:solidFill>
                  <a:srgbClr val="17324D"/>
                </a:solidFill>
              </a:defRPr>
            </a:defPPr>
            <a:lvl1pPr algn="l">
              <a:defRPr sz="2250" b="1">
                <a:solidFill>
                  <a:srgbClr val="17324D"/>
                </a:solidFill>
              </a:defRPr>
            </a:lvl1pPr>
            <a:lvl2pPr algn="l">
              <a:defRPr sz="2250" b="1">
                <a:solidFill>
                  <a:srgbClr val="17324D"/>
                </a:solidFill>
              </a:defRPr>
            </a:lvl2pPr>
            <a:lvl3pPr algn="l">
              <a:defRPr sz="2250" b="1">
                <a:solidFill>
                  <a:srgbClr val="17324D"/>
                </a:solidFill>
              </a:defRPr>
            </a:lvl3pPr>
            <a:lvl4pPr algn="l">
              <a:defRPr sz="2250" b="1">
                <a:solidFill>
                  <a:srgbClr val="17324D"/>
                </a:solidFill>
              </a:defRPr>
            </a:lvl4pPr>
            <a:lvl5pPr algn="l">
              <a:defRPr sz="2250" b="1">
                <a:solidFill>
                  <a:srgbClr val="17324D"/>
                </a:solidFill>
              </a:defRPr>
            </a:lvl5pPr>
            <a:lvl6pPr algn="l">
              <a:defRPr sz="2250" b="1">
                <a:solidFill>
                  <a:srgbClr val="17324D"/>
                </a:solidFill>
              </a:defRPr>
            </a:lvl6pPr>
            <a:lvl7pPr algn="l">
              <a:defRPr sz="2250" b="1">
                <a:solidFill>
                  <a:srgbClr val="17324D"/>
                </a:solidFill>
              </a:defRPr>
            </a:lvl7pPr>
            <a:lvl8pPr algn="l">
              <a:defRPr sz="2250" b="1">
                <a:solidFill>
                  <a:srgbClr val="17324D"/>
                </a:solidFill>
              </a:defRPr>
            </a:lvl8pPr>
            <a:lvl9pPr algn="l">
              <a:defRPr sz="2250" b="1">
                <a:solidFill>
                  <a:srgbClr val="17324D"/>
                </a:solidFill>
              </a:defRPr>
            </a:lvl9pPr>
          </a:lstStyle>
          <a:p>
            <a:pPr algn="l">
              <a:defRPr sz="2250" b="1">
                <a:solidFill>
                  <a:srgbClr val="17324D"/>
                </a:solidFill>
              </a:defRPr>
            </a:pPr>
            <a:r>
              <a:rPr sz="2250" b="1">
                <a:solidFill>
                  <a:srgbClr val="17324D"/>
                </a:solidFill>
              </a:rPr>
              <a:t>Αλλαγή τύπου και διαγραφή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DC025A-5302-4A1F-A8F1-34B837056444}"/>
              </a:ext>
            </a:extLst>
          </p:cNvPr>
          <p:cNvSpPr>
            <a:spLocks noGrp="1"/>
          </p:cNvSpPr>
          <p:nvPr/>
        </p:nvSpPr>
        <p:spPr>
          <a:xfrm>
            <a:off x="10810875" y="409575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350" b="1">
                <a:solidFill>
                  <a:srgbClr val="2C6EBA"/>
                </a:solidFill>
              </a:defRPr>
            </a:defPPr>
            <a:lvl1pPr algn="r">
              <a:defRPr sz="1350" b="1">
                <a:solidFill>
                  <a:srgbClr val="2C6EBA"/>
                </a:solidFill>
              </a:defRPr>
            </a:lvl1pPr>
            <a:lvl2pPr algn="r">
              <a:defRPr sz="1350" b="1">
                <a:solidFill>
                  <a:srgbClr val="2C6EBA"/>
                </a:solidFill>
              </a:defRPr>
            </a:lvl2pPr>
            <a:lvl3pPr algn="r">
              <a:defRPr sz="1350" b="1">
                <a:solidFill>
                  <a:srgbClr val="2C6EBA"/>
                </a:solidFill>
              </a:defRPr>
            </a:lvl3pPr>
            <a:lvl4pPr algn="r">
              <a:defRPr sz="1350" b="1">
                <a:solidFill>
                  <a:srgbClr val="2C6EBA"/>
                </a:solidFill>
              </a:defRPr>
            </a:lvl4pPr>
            <a:lvl5pPr algn="r">
              <a:defRPr sz="1350" b="1">
                <a:solidFill>
                  <a:srgbClr val="2C6EBA"/>
                </a:solidFill>
              </a:defRPr>
            </a:lvl5pPr>
            <a:lvl6pPr algn="r">
              <a:defRPr sz="1350" b="1">
                <a:solidFill>
                  <a:srgbClr val="2C6EBA"/>
                </a:solidFill>
              </a:defRPr>
            </a:lvl6pPr>
            <a:lvl7pPr algn="r">
              <a:defRPr sz="1350" b="1">
                <a:solidFill>
                  <a:srgbClr val="2C6EBA"/>
                </a:solidFill>
              </a:defRPr>
            </a:lvl7pPr>
            <a:lvl8pPr algn="r">
              <a:defRPr sz="1350" b="1">
                <a:solidFill>
                  <a:srgbClr val="2C6EBA"/>
                </a:solidFill>
              </a:defRPr>
            </a:lvl8pPr>
            <a:lvl9pPr algn="r">
              <a:defRPr sz="1350" b="1">
                <a:solidFill>
                  <a:srgbClr val="2C6EBA"/>
                </a:solidFill>
              </a:defRPr>
            </a:lvl9pPr>
          </a:lstStyle>
          <a:p>
            <a:pPr algn="r">
              <a:defRPr sz="1350" b="1">
                <a:solidFill>
                  <a:srgbClr val="2C6EBA"/>
                </a:solidFill>
              </a:defRPr>
            </a:pPr>
            <a:r>
              <a:rPr sz="1350" b="1">
                <a:solidFill>
                  <a:srgbClr val="2C6EBA"/>
                </a:solidFill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8B5EDC-1775-4184-861D-C3D34D811514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34700" cy="19050"/>
          </a:xfrm>
          <a:prstGeom prst="rect">
            <a:avLst/>
          </a:prstGeom>
          <a:solidFill>
            <a:srgbClr val="D7E3E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031287-0030-4063-853A-D9E941DE42ED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2C6EBA"/>
                </a:solidFill>
              </a:defRPr>
            </a:defPPr>
            <a:lvl1pPr algn="l">
              <a:defRPr sz="1725" b="1">
                <a:solidFill>
                  <a:srgbClr val="2C6EBA"/>
                </a:solidFill>
              </a:defRPr>
            </a:lvl1pPr>
            <a:lvl2pPr algn="l">
              <a:defRPr sz="1725" b="1">
                <a:solidFill>
                  <a:srgbClr val="2C6EBA"/>
                </a:solidFill>
              </a:defRPr>
            </a:lvl2pPr>
            <a:lvl3pPr algn="l">
              <a:defRPr sz="1725" b="1">
                <a:solidFill>
                  <a:srgbClr val="2C6EBA"/>
                </a:solidFill>
              </a:defRPr>
            </a:lvl3pPr>
            <a:lvl4pPr algn="l">
              <a:defRPr sz="1725" b="1">
                <a:solidFill>
                  <a:srgbClr val="2C6EBA"/>
                </a:solidFill>
              </a:defRPr>
            </a:lvl4pPr>
            <a:lvl5pPr algn="l">
              <a:defRPr sz="1725" b="1">
                <a:solidFill>
                  <a:srgbClr val="2C6EBA"/>
                </a:solidFill>
              </a:defRPr>
            </a:lvl5pPr>
            <a:lvl6pPr algn="l">
              <a:defRPr sz="1725" b="1">
                <a:solidFill>
                  <a:srgbClr val="2C6EBA"/>
                </a:solidFill>
              </a:defRPr>
            </a:lvl6pPr>
            <a:lvl7pPr algn="l">
              <a:defRPr sz="1725" b="1">
                <a:solidFill>
                  <a:srgbClr val="2C6EBA"/>
                </a:solidFill>
              </a:defRPr>
            </a:lvl7pPr>
            <a:lvl8pPr algn="l">
              <a:defRPr sz="1725" b="1">
                <a:solidFill>
                  <a:srgbClr val="2C6EBA"/>
                </a:solidFill>
              </a:defRPr>
            </a:lvl8pPr>
            <a:lvl9pPr algn="l">
              <a:defRPr sz="1725" b="1">
                <a:solidFill>
                  <a:srgbClr val="2C6EBA"/>
                </a:solidFill>
              </a:defRPr>
            </a:lvl9pPr>
          </a:lstStyle>
          <a:p>
            <a:pPr algn="l">
              <a:defRPr sz="1725" b="1">
                <a:solidFill>
                  <a:srgbClr val="2C6EBA"/>
                </a:solidFill>
              </a:defRPr>
            </a:pPr>
            <a:r>
              <a:rPr sz="1725" b="1">
                <a:solidFill>
                  <a:srgbClr val="2C6EBA"/>
                </a:solidFill>
              </a:rPr>
              <a:t>Αλλαγή τύπου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1BCD0C-0B4C-4B82-A542-3EB8E09E331A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4667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53677A"/>
                </a:solidFill>
              </a:defRPr>
            </a:defPPr>
            <a:lvl1pPr algn="l">
              <a:defRPr sz="1350" b="0">
                <a:solidFill>
                  <a:srgbClr val="53677A"/>
                </a:solidFill>
              </a:defRPr>
            </a:lvl1pPr>
            <a:lvl2pPr algn="l">
              <a:defRPr sz="1350" b="0">
                <a:solidFill>
                  <a:srgbClr val="53677A"/>
                </a:solidFill>
              </a:defRPr>
            </a:lvl2pPr>
            <a:lvl3pPr algn="l">
              <a:defRPr sz="1350" b="0">
                <a:solidFill>
                  <a:srgbClr val="53677A"/>
                </a:solidFill>
              </a:defRPr>
            </a:lvl3pPr>
            <a:lvl4pPr algn="l">
              <a:defRPr sz="1350" b="0">
                <a:solidFill>
                  <a:srgbClr val="53677A"/>
                </a:solidFill>
              </a:defRPr>
            </a:lvl4pPr>
            <a:lvl5pPr algn="l">
              <a:defRPr sz="1350" b="0">
                <a:solidFill>
                  <a:srgbClr val="53677A"/>
                </a:solidFill>
              </a:defRPr>
            </a:lvl5pPr>
            <a:lvl6pPr algn="l">
              <a:defRPr sz="1350" b="0">
                <a:solidFill>
                  <a:srgbClr val="53677A"/>
                </a:solidFill>
              </a:defRPr>
            </a:lvl6pPr>
            <a:lvl7pPr algn="l">
              <a:defRPr sz="1350" b="0">
                <a:solidFill>
                  <a:srgbClr val="53677A"/>
                </a:solidFill>
              </a:defRPr>
            </a:lvl7pPr>
            <a:lvl8pPr algn="l">
              <a:defRPr sz="1350" b="0">
                <a:solidFill>
                  <a:srgbClr val="53677A"/>
                </a:solidFill>
              </a:defRPr>
            </a:lvl8pPr>
            <a:lvl9pPr algn="l">
              <a:defRPr sz="1350" b="0">
                <a:solidFill>
                  <a:srgbClr val="53677A"/>
                </a:solidFill>
              </a:defRPr>
            </a:lvl9pPr>
          </a:lstStyle>
          <a:p>
            <a:pPr algn="l">
              <a:defRPr sz="1350" b="0">
                <a:solidFill>
                  <a:srgbClr val="53677A"/>
                </a:solidFill>
              </a:defRPr>
            </a:pPr>
            <a:r>
              <a:rPr sz="1350" b="0">
                <a:solidFill>
                  <a:srgbClr val="53677A"/>
                </a:solidFill>
              </a:rPr>
              <a:t>Chart Tools &gt; Design &gt; Change Chart Type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3E0F60-8A69-4AA8-8995-89FC02BA097B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F28C45"/>
                </a:solidFill>
              </a:defRPr>
            </a:defPPr>
            <a:lvl1pPr algn="l">
              <a:defRPr sz="1725" b="1">
                <a:solidFill>
                  <a:srgbClr val="F28C45"/>
                </a:solidFill>
              </a:defRPr>
            </a:lvl1pPr>
            <a:lvl2pPr algn="l">
              <a:defRPr sz="1725" b="1">
                <a:solidFill>
                  <a:srgbClr val="F28C45"/>
                </a:solidFill>
              </a:defRPr>
            </a:lvl2pPr>
            <a:lvl3pPr algn="l">
              <a:defRPr sz="1725" b="1">
                <a:solidFill>
                  <a:srgbClr val="F28C45"/>
                </a:solidFill>
              </a:defRPr>
            </a:lvl3pPr>
            <a:lvl4pPr algn="l">
              <a:defRPr sz="1725" b="1">
                <a:solidFill>
                  <a:srgbClr val="F28C45"/>
                </a:solidFill>
              </a:defRPr>
            </a:lvl4pPr>
            <a:lvl5pPr algn="l">
              <a:defRPr sz="1725" b="1">
                <a:solidFill>
                  <a:srgbClr val="F28C45"/>
                </a:solidFill>
              </a:defRPr>
            </a:lvl5pPr>
            <a:lvl6pPr algn="l">
              <a:defRPr sz="1725" b="1">
                <a:solidFill>
                  <a:srgbClr val="F28C45"/>
                </a:solidFill>
              </a:defRPr>
            </a:lvl6pPr>
            <a:lvl7pPr algn="l">
              <a:defRPr sz="1725" b="1">
                <a:solidFill>
                  <a:srgbClr val="F28C45"/>
                </a:solidFill>
              </a:defRPr>
            </a:lvl7pPr>
            <a:lvl8pPr algn="l">
              <a:defRPr sz="1725" b="1">
                <a:solidFill>
                  <a:srgbClr val="F28C45"/>
                </a:solidFill>
              </a:defRPr>
            </a:lvl8pPr>
            <a:lvl9pPr algn="l">
              <a:defRPr sz="1725" b="1">
                <a:solidFill>
                  <a:srgbClr val="F28C45"/>
                </a:solidFill>
              </a:defRPr>
            </a:lvl9pPr>
          </a:lstStyle>
          <a:p>
            <a:pPr algn="l">
              <a:defRPr sz="1725" b="1">
                <a:solidFill>
                  <a:srgbClr val="F28C45"/>
                </a:solidFill>
              </a:defRPr>
            </a:pPr>
            <a:r>
              <a:rPr sz="1725" b="1">
                <a:solidFill>
                  <a:srgbClr val="F28C45"/>
                </a:solidFill>
              </a:rPr>
              <a:t>Διαγραφή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14F27A-7D57-400C-B5DE-C97CE3011284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4667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53677A"/>
                </a:solidFill>
              </a:defRPr>
            </a:defPPr>
            <a:lvl1pPr algn="l">
              <a:defRPr sz="1350" b="0">
                <a:solidFill>
                  <a:srgbClr val="53677A"/>
                </a:solidFill>
              </a:defRPr>
            </a:lvl1pPr>
            <a:lvl2pPr algn="l">
              <a:defRPr sz="1350" b="0">
                <a:solidFill>
                  <a:srgbClr val="53677A"/>
                </a:solidFill>
              </a:defRPr>
            </a:lvl2pPr>
            <a:lvl3pPr algn="l">
              <a:defRPr sz="1350" b="0">
                <a:solidFill>
                  <a:srgbClr val="53677A"/>
                </a:solidFill>
              </a:defRPr>
            </a:lvl3pPr>
            <a:lvl4pPr algn="l">
              <a:defRPr sz="1350" b="0">
                <a:solidFill>
                  <a:srgbClr val="53677A"/>
                </a:solidFill>
              </a:defRPr>
            </a:lvl4pPr>
            <a:lvl5pPr algn="l">
              <a:defRPr sz="1350" b="0">
                <a:solidFill>
                  <a:srgbClr val="53677A"/>
                </a:solidFill>
              </a:defRPr>
            </a:lvl5pPr>
            <a:lvl6pPr algn="l">
              <a:defRPr sz="1350" b="0">
                <a:solidFill>
                  <a:srgbClr val="53677A"/>
                </a:solidFill>
              </a:defRPr>
            </a:lvl6pPr>
            <a:lvl7pPr algn="l">
              <a:defRPr sz="1350" b="0">
                <a:solidFill>
                  <a:srgbClr val="53677A"/>
                </a:solidFill>
              </a:defRPr>
            </a:lvl7pPr>
            <a:lvl8pPr algn="l">
              <a:defRPr sz="1350" b="0">
                <a:solidFill>
                  <a:srgbClr val="53677A"/>
                </a:solidFill>
              </a:defRPr>
            </a:lvl8pPr>
            <a:lvl9pPr algn="l">
              <a:defRPr sz="1350" b="0">
                <a:solidFill>
                  <a:srgbClr val="53677A"/>
                </a:solidFill>
              </a:defRPr>
            </a:lvl9pPr>
          </a:lstStyle>
          <a:p>
            <a:pPr algn="l">
              <a:defRPr sz="1350" b="0">
                <a:solidFill>
                  <a:srgbClr val="53677A"/>
                </a:solidFill>
              </a:defRPr>
            </a:pPr>
            <a:r>
              <a:rPr sz="1350" b="0">
                <a:solidFill>
                  <a:srgbClr val="53677A"/>
                </a:solidFill>
              </a:rPr>
              <a:t>Επιλέγουμε το περίγραμμα του γραφήματος και πατάμε Delete.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3136FE-1099-4651-98FB-A8D3330A3BA0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744F9A"/>
                </a:solidFill>
              </a:defRPr>
            </a:defPPr>
            <a:lvl1pPr algn="l">
              <a:defRPr sz="1425" b="1">
                <a:solidFill>
                  <a:srgbClr val="744F9A"/>
                </a:solidFill>
              </a:defRPr>
            </a:lvl1pPr>
            <a:lvl2pPr algn="l">
              <a:defRPr sz="1425" b="1">
                <a:solidFill>
                  <a:srgbClr val="744F9A"/>
                </a:solidFill>
              </a:defRPr>
            </a:lvl2pPr>
            <a:lvl3pPr algn="l">
              <a:defRPr sz="1425" b="1">
                <a:solidFill>
                  <a:srgbClr val="744F9A"/>
                </a:solidFill>
              </a:defRPr>
            </a:lvl3pPr>
            <a:lvl4pPr algn="l">
              <a:defRPr sz="1425" b="1">
                <a:solidFill>
                  <a:srgbClr val="744F9A"/>
                </a:solidFill>
              </a:defRPr>
            </a:lvl4pPr>
            <a:lvl5pPr algn="l">
              <a:defRPr sz="1425" b="1">
                <a:solidFill>
                  <a:srgbClr val="744F9A"/>
                </a:solidFill>
              </a:defRPr>
            </a:lvl5pPr>
            <a:lvl6pPr algn="l">
              <a:defRPr sz="1425" b="1">
                <a:solidFill>
                  <a:srgbClr val="744F9A"/>
                </a:solidFill>
              </a:defRPr>
            </a:lvl6pPr>
            <a:lvl7pPr algn="l">
              <a:defRPr sz="1425" b="1">
                <a:solidFill>
                  <a:srgbClr val="744F9A"/>
                </a:solidFill>
              </a:defRPr>
            </a:lvl7pPr>
            <a:lvl8pPr algn="l">
              <a:defRPr sz="1425" b="1">
                <a:solidFill>
                  <a:srgbClr val="744F9A"/>
                </a:solidFill>
              </a:defRPr>
            </a:lvl8pPr>
            <a:lvl9pPr algn="l">
              <a:defRPr sz="1425" b="1">
                <a:solidFill>
                  <a:srgbClr val="744F9A"/>
                </a:solidFill>
              </a:defRPr>
            </a:lvl9pPr>
          </a:lstStyle>
          <a:p>
            <a:pPr algn="l">
              <a:defRPr sz="1425" b="1">
                <a:solidFill>
                  <a:srgbClr val="744F9A"/>
                </a:solidFill>
              </a:defRPr>
            </a:pPr>
            <a:r>
              <a:rPr sz="1425" b="1">
                <a:solidFill>
                  <a:srgbClr val="744F9A"/>
                </a:solidFill>
              </a:rPr>
              <a:t>Η αλλαγή τύπου δεν αλλάζει τα αρχικά δεδομένα.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C58505-93AC-4E38-B710-BF062B559083}"/>
              </a:ext>
            </a:extLst>
          </p:cNvPr>
          <p:cNvSpPr>
            <a:spLocks noGrp="1"/>
          </p:cNvSpPr>
          <p:nvPr/>
        </p:nvSpPr>
        <p:spPr>
          <a:xfrm>
            <a:off x="6038850" y="1276350"/>
            <a:ext cx="5067300" cy="3609975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 w="9525">
            <a:solidFill>
              <a:srgbClr val="D7E3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E16469-1363-43B9-A70E-E63989456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0" y="1430439"/>
            <a:ext cx="4762500" cy="330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145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3A4D4CD-42E2-436C-8CD4-5F5B8C6CF5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C6EB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B7E9CD-B848-407A-A34C-CE799DC3EC6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250" b="1">
                <a:solidFill>
                  <a:srgbClr val="17324D"/>
                </a:solidFill>
              </a:defRPr>
            </a:defPPr>
            <a:lvl1pPr algn="l">
              <a:defRPr sz="2250" b="1">
                <a:solidFill>
                  <a:srgbClr val="17324D"/>
                </a:solidFill>
              </a:defRPr>
            </a:lvl1pPr>
            <a:lvl2pPr algn="l">
              <a:defRPr sz="2250" b="1">
                <a:solidFill>
                  <a:srgbClr val="17324D"/>
                </a:solidFill>
              </a:defRPr>
            </a:lvl2pPr>
            <a:lvl3pPr algn="l">
              <a:defRPr sz="2250" b="1">
                <a:solidFill>
                  <a:srgbClr val="17324D"/>
                </a:solidFill>
              </a:defRPr>
            </a:lvl3pPr>
            <a:lvl4pPr algn="l">
              <a:defRPr sz="2250" b="1">
                <a:solidFill>
                  <a:srgbClr val="17324D"/>
                </a:solidFill>
              </a:defRPr>
            </a:lvl4pPr>
            <a:lvl5pPr algn="l">
              <a:defRPr sz="2250" b="1">
                <a:solidFill>
                  <a:srgbClr val="17324D"/>
                </a:solidFill>
              </a:defRPr>
            </a:lvl5pPr>
            <a:lvl6pPr algn="l">
              <a:defRPr sz="2250" b="1">
                <a:solidFill>
                  <a:srgbClr val="17324D"/>
                </a:solidFill>
              </a:defRPr>
            </a:lvl6pPr>
            <a:lvl7pPr algn="l">
              <a:defRPr sz="2250" b="1">
                <a:solidFill>
                  <a:srgbClr val="17324D"/>
                </a:solidFill>
              </a:defRPr>
            </a:lvl7pPr>
            <a:lvl8pPr algn="l">
              <a:defRPr sz="2250" b="1">
                <a:solidFill>
                  <a:srgbClr val="17324D"/>
                </a:solidFill>
              </a:defRPr>
            </a:lvl8pPr>
            <a:lvl9pPr algn="l">
              <a:defRPr sz="2250" b="1">
                <a:solidFill>
                  <a:srgbClr val="17324D"/>
                </a:solidFill>
              </a:defRPr>
            </a:lvl9pPr>
          </a:lstStyle>
          <a:p>
            <a:pPr algn="l">
              <a:defRPr sz="2250" b="1">
                <a:solidFill>
                  <a:srgbClr val="17324D"/>
                </a:solidFill>
              </a:defRPr>
            </a:pPr>
            <a:r>
              <a:rPr sz="2250" b="1">
                <a:solidFill>
                  <a:srgbClr val="17324D"/>
                </a:solidFill>
              </a:rPr>
              <a:t>Δραστηριότητες Εμπέδωσης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AD3654-04C8-4EBD-BD95-7C437AFCD732}"/>
              </a:ext>
            </a:extLst>
          </p:cNvPr>
          <p:cNvSpPr>
            <a:spLocks noGrp="1"/>
          </p:cNvSpPr>
          <p:nvPr/>
        </p:nvSpPr>
        <p:spPr>
          <a:xfrm>
            <a:off x="10810875" y="409575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350" b="1">
                <a:solidFill>
                  <a:srgbClr val="2C6EBA"/>
                </a:solidFill>
              </a:defRPr>
            </a:defPPr>
            <a:lvl1pPr algn="r">
              <a:defRPr sz="1350" b="1">
                <a:solidFill>
                  <a:srgbClr val="2C6EBA"/>
                </a:solidFill>
              </a:defRPr>
            </a:lvl1pPr>
            <a:lvl2pPr algn="r">
              <a:defRPr sz="1350" b="1">
                <a:solidFill>
                  <a:srgbClr val="2C6EBA"/>
                </a:solidFill>
              </a:defRPr>
            </a:lvl2pPr>
            <a:lvl3pPr algn="r">
              <a:defRPr sz="1350" b="1">
                <a:solidFill>
                  <a:srgbClr val="2C6EBA"/>
                </a:solidFill>
              </a:defRPr>
            </a:lvl3pPr>
            <a:lvl4pPr algn="r">
              <a:defRPr sz="1350" b="1">
                <a:solidFill>
                  <a:srgbClr val="2C6EBA"/>
                </a:solidFill>
              </a:defRPr>
            </a:lvl4pPr>
            <a:lvl5pPr algn="r">
              <a:defRPr sz="1350" b="1">
                <a:solidFill>
                  <a:srgbClr val="2C6EBA"/>
                </a:solidFill>
              </a:defRPr>
            </a:lvl5pPr>
            <a:lvl6pPr algn="r">
              <a:defRPr sz="1350" b="1">
                <a:solidFill>
                  <a:srgbClr val="2C6EBA"/>
                </a:solidFill>
              </a:defRPr>
            </a:lvl6pPr>
            <a:lvl7pPr algn="r">
              <a:defRPr sz="1350" b="1">
                <a:solidFill>
                  <a:srgbClr val="2C6EBA"/>
                </a:solidFill>
              </a:defRPr>
            </a:lvl7pPr>
            <a:lvl8pPr algn="r">
              <a:defRPr sz="1350" b="1">
                <a:solidFill>
                  <a:srgbClr val="2C6EBA"/>
                </a:solidFill>
              </a:defRPr>
            </a:lvl8pPr>
            <a:lvl9pPr algn="r">
              <a:defRPr sz="1350" b="1">
                <a:solidFill>
                  <a:srgbClr val="2C6EBA"/>
                </a:solidFill>
              </a:defRPr>
            </a:lvl9pPr>
          </a:lstStyle>
          <a:p>
            <a:pPr algn="r">
              <a:defRPr sz="1350" b="1">
                <a:solidFill>
                  <a:srgbClr val="2C6EBA"/>
                </a:solidFill>
              </a:defRPr>
            </a:pPr>
            <a:r>
              <a:rPr sz="1350" b="1">
                <a:solidFill>
                  <a:srgbClr val="2C6EBA"/>
                </a:solidFill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61DBA0-DD89-4C24-B0FA-98EA7748DDBD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34700" cy="19050"/>
          </a:xfrm>
          <a:prstGeom prst="rect">
            <a:avLst/>
          </a:prstGeom>
          <a:solidFill>
            <a:srgbClr val="D7E3E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F7B82F-84BE-4A54-B155-6CBD4F754D31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685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1A8D83"/>
                </a:solidFill>
              </a:defRPr>
            </a:defPPr>
            <a:lvl1pPr algn="l">
              <a:defRPr sz="1650" b="1">
                <a:solidFill>
                  <a:srgbClr val="1A8D83"/>
                </a:solidFill>
              </a:defRPr>
            </a:lvl1pPr>
            <a:lvl2pPr algn="l">
              <a:defRPr sz="1650" b="1">
                <a:solidFill>
                  <a:srgbClr val="1A8D83"/>
                </a:solidFill>
              </a:defRPr>
            </a:lvl2pPr>
            <a:lvl3pPr algn="l">
              <a:defRPr sz="1650" b="1">
                <a:solidFill>
                  <a:srgbClr val="1A8D83"/>
                </a:solidFill>
              </a:defRPr>
            </a:lvl3pPr>
            <a:lvl4pPr algn="l">
              <a:defRPr sz="1650" b="1">
                <a:solidFill>
                  <a:srgbClr val="1A8D83"/>
                </a:solidFill>
              </a:defRPr>
            </a:lvl4pPr>
            <a:lvl5pPr algn="l">
              <a:defRPr sz="1650" b="1">
                <a:solidFill>
                  <a:srgbClr val="1A8D83"/>
                </a:solidFill>
              </a:defRPr>
            </a:lvl5pPr>
            <a:lvl6pPr algn="l">
              <a:defRPr sz="1650" b="1">
                <a:solidFill>
                  <a:srgbClr val="1A8D83"/>
                </a:solidFill>
              </a:defRPr>
            </a:lvl6pPr>
            <a:lvl7pPr algn="l">
              <a:defRPr sz="1650" b="1">
                <a:solidFill>
                  <a:srgbClr val="1A8D83"/>
                </a:solidFill>
              </a:defRPr>
            </a:lvl7pPr>
            <a:lvl8pPr algn="l">
              <a:defRPr sz="1650" b="1">
                <a:solidFill>
                  <a:srgbClr val="1A8D83"/>
                </a:solidFill>
              </a:defRPr>
            </a:lvl8pPr>
            <a:lvl9pPr algn="l">
              <a:defRPr sz="1650" b="1">
                <a:solidFill>
                  <a:srgbClr val="1A8D83"/>
                </a:solidFill>
              </a:defRPr>
            </a:lvl9pPr>
          </a:lstStyle>
          <a:p>
            <a:pPr algn="l">
              <a:defRPr sz="1650" b="1">
                <a:solidFill>
                  <a:srgbClr val="1A8D83"/>
                </a:solidFill>
              </a:defRPr>
            </a:pPr>
            <a:r>
              <a:rPr sz="1650" b="1">
                <a:solidFill>
                  <a:srgbClr val="1A8D83"/>
                </a:solidFill>
              </a:rPr>
              <a:t>Εφαρμογή των βασικών βημάτων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5D98DD-D3DC-4BE2-B75D-B818E0FBFA72}"/>
              </a:ext>
            </a:extLst>
          </p:cNvPr>
          <p:cNvSpPr>
            <a:spLocks noGrp="1"/>
          </p:cNvSpPr>
          <p:nvPr/>
        </p:nvSpPr>
        <p:spPr>
          <a:xfrm>
            <a:off x="704850" y="2266950"/>
            <a:ext cx="447675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7E3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9C31AD-273F-41E9-BC35-7B96A274EEA8}"/>
              </a:ext>
            </a:extLst>
          </p:cNvPr>
          <p:cNvSpPr>
            <a:spLocks noGrp="1"/>
          </p:cNvSpPr>
          <p:nvPr/>
        </p:nvSpPr>
        <p:spPr>
          <a:xfrm>
            <a:off x="1047750" y="257175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17324D"/>
                </a:solidFill>
              </a:defRPr>
            </a:defPPr>
            <a:lvl1pPr algn="l">
              <a:defRPr sz="1500" b="1">
                <a:solidFill>
                  <a:srgbClr val="17324D"/>
                </a:solidFill>
              </a:defRPr>
            </a:lvl1pPr>
            <a:lvl2pPr algn="l">
              <a:defRPr sz="1500" b="1">
                <a:solidFill>
                  <a:srgbClr val="17324D"/>
                </a:solidFill>
              </a:defRPr>
            </a:lvl2pPr>
            <a:lvl3pPr algn="l">
              <a:defRPr sz="1500" b="1">
                <a:solidFill>
                  <a:srgbClr val="17324D"/>
                </a:solidFill>
              </a:defRPr>
            </a:lvl3pPr>
            <a:lvl4pPr algn="l">
              <a:defRPr sz="1500" b="1">
                <a:solidFill>
                  <a:srgbClr val="17324D"/>
                </a:solidFill>
              </a:defRPr>
            </a:lvl4pPr>
            <a:lvl5pPr algn="l">
              <a:defRPr sz="1500" b="1">
                <a:solidFill>
                  <a:srgbClr val="17324D"/>
                </a:solidFill>
              </a:defRPr>
            </a:lvl5pPr>
            <a:lvl6pPr algn="l">
              <a:defRPr sz="1500" b="1">
                <a:solidFill>
                  <a:srgbClr val="17324D"/>
                </a:solidFill>
              </a:defRPr>
            </a:lvl6pPr>
            <a:lvl7pPr algn="l">
              <a:defRPr sz="1500" b="1">
                <a:solidFill>
                  <a:srgbClr val="17324D"/>
                </a:solidFill>
              </a:defRPr>
            </a:lvl7pPr>
            <a:lvl8pPr algn="l">
              <a:defRPr sz="1500" b="1">
                <a:solidFill>
                  <a:srgbClr val="17324D"/>
                </a:solidFill>
              </a:defRPr>
            </a:lvl8pPr>
            <a:lvl9pPr algn="l">
              <a:defRPr sz="1500" b="1">
                <a:solidFill>
                  <a:srgbClr val="17324D"/>
                </a:solidFill>
              </a:defRPr>
            </a:lvl9pPr>
          </a:lstStyle>
          <a:p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Φύλλο Εργασίας B.4.1.M13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125CA3-1023-4E6A-85BD-B36F4712C599}"/>
              </a:ext>
            </a:extLst>
          </p:cNvPr>
          <p:cNvSpPr>
            <a:spLocks noGrp="1"/>
          </p:cNvSpPr>
          <p:nvPr/>
        </p:nvSpPr>
        <p:spPr>
          <a:xfrm>
            <a:off x="1047750" y="316230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53677A"/>
                </a:solidFill>
              </a:defRPr>
            </a:defPPr>
            <a:lvl1pPr algn="l">
              <a:defRPr sz="1350" b="0">
                <a:solidFill>
                  <a:srgbClr val="53677A"/>
                </a:solidFill>
              </a:defRPr>
            </a:lvl1pPr>
            <a:lvl2pPr algn="l">
              <a:defRPr sz="1350" b="0">
                <a:solidFill>
                  <a:srgbClr val="53677A"/>
                </a:solidFill>
              </a:defRPr>
            </a:lvl2pPr>
            <a:lvl3pPr algn="l">
              <a:defRPr sz="1350" b="0">
                <a:solidFill>
                  <a:srgbClr val="53677A"/>
                </a:solidFill>
              </a:defRPr>
            </a:lvl3pPr>
            <a:lvl4pPr algn="l">
              <a:defRPr sz="1350" b="0">
                <a:solidFill>
                  <a:srgbClr val="53677A"/>
                </a:solidFill>
              </a:defRPr>
            </a:lvl4pPr>
            <a:lvl5pPr algn="l">
              <a:defRPr sz="1350" b="0">
                <a:solidFill>
                  <a:srgbClr val="53677A"/>
                </a:solidFill>
              </a:defRPr>
            </a:lvl5pPr>
            <a:lvl6pPr algn="l">
              <a:defRPr sz="1350" b="0">
                <a:solidFill>
                  <a:srgbClr val="53677A"/>
                </a:solidFill>
              </a:defRPr>
            </a:lvl6pPr>
            <a:lvl7pPr algn="l">
              <a:defRPr sz="1350" b="0">
                <a:solidFill>
                  <a:srgbClr val="53677A"/>
                </a:solidFill>
              </a:defRPr>
            </a:lvl7pPr>
            <a:lvl8pPr algn="l">
              <a:defRPr sz="1350" b="0">
                <a:solidFill>
                  <a:srgbClr val="53677A"/>
                </a:solidFill>
              </a:defRPr>
            </a:lvl8pPr>
            <a:lvl9pPr algn="l">
              <a:defRPr sz="1350" b="0">
                <a:solidFill>
                  <a:srgbClr val="53677A"/>
                </a:solidFill>
              </a:defRPr>
            </a:lvl9pPr>
          </a:lstStyle>
          <a:p>
            <a:pPr algn="l">
              <a:defRPr sz="1350" b="0">
                <a:solidFill>
                  <a:srgbClr val="53677A"/>
                </a:solidFill>
              </a:defRPr>
            </a:pPr>
            <a:r>
              <a:rPr sz="1350" b="0">
                <a:solidFill>
                  <a:srgbClr val="53677A"/>
                </a:solidFill>
              </a:rPr>
              <a:t>Σελίδα 49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2A48F0-6E15-4281-9AE5-4E0413D9B69B}"/>
              </a:ext>
            </a:extLst>
          </p:cNvPr>
          <p:cNvSpPr>
            <a:spLocks noGrp="1"/>
          </p:cNvSpPr>
          <p:nvPr/>
        </p:nvSpPr>
        <p:spPr>
          <a:xfrm>
            <a:off x="1047750" y="369570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1A8D83"/>
                </a:solidFill>
              </a:defRPr>
            </a:defPPr>
            <a:lvl1pPr algn="l">
              <a:defRPr sz="1350" b="1">
                <a:solidFill>
                  <a:srgbClr val="1A8D83"/>
                </a:solidFill>
              </a:defRPr>
            </a:lvl1pPr>
            <a:lvl2pPr algn="l">
              <a:defRPr sz="1350" b="1">
                <a:solidFill>
                  <a:srgbClr val="1A8D83"/>
                </a:solidFill>
              </a:defRPr>
            </a:lvl2pPr>
            <a:lvl3pPr algn="l">
              <a:defRPr sz="1350" b="1">
                <a:solidFill>
                  <a:srgbClr val="1A8D83"/>
                </a:solidFill>
              </a:defRPr>
            </a:lvl3pPr>
            <a:lvl4pPr algn="l">
              <a:defRPr sz="1350" b="1">
                <a:solidFill>
                  <a:srgbClr val="1A8D83"/>
                </a:solidFill>
              </a:defRPr>
            </a:lvl4pPr>
            <a:lvl5pPr algn="l">
              <a:defRPr sz="1350" b="1">
                <a:solidFill>
                  <a:srgbClr val="1A8D83"/>
                </a:solidFill>
              </a:defRPr>
            </a:lvl5pPr>
            <a:lvl6pPr algn="l">
              <a:defRPr sz="1350" b="1">
                <a:solidFill>
                  <a:srgbClr val="1A8D83"/>
                </a:solidFill>
              </a:defRPr>
            </a:lvl6pPr>
            <a:lvl7pPr algn="l">
              <a:defRPr sz="1350" b="1">
                <a:solidFill>
                  <a:srgbClr val="1A8D83"/>
                </a:solidFill>
              </a:defRPr>
            </a:lvl7pPr>
            <a:lvl8pPr algn="l">
              <a:defRPr sz="1350" b="1">
                <a:solidFill>
                  <a:srgbClr val="1A8D83"/>
                </a:solidFill>
              </a:defRPr>
            </a:lvl8pPr>
            <a:lvl9pPr algn="l">
              <a:defRPr sz="1350" b="1">
                <a:solidFill>
                  <a:srgbClr val="1A8D83"/>
                </a:solidFill>
              </a:defRPr>
            </a:lvl9pPr>
          </a:lstStyle>
          <a:p>
            <a:pPr algn="l">
              <a:defRPr sz="1350" b="1">
                <a:solidFill>
                  <a:srgbClr val="1A8D83"/>
                </a:solidFill>
              </a:defRPr>
            </a:pPr>
            <a:r>
              <a:rPr sz="1350" b="1">
                <a:solidFill>
                  <a:srgbClr val="1A8D83"/>
                </a:solidFill>
              </a:rPr>
              <a:t>Ασκήσεις 1–11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7533C8-4F27-44DB-A325-FFC1A2A14FCA}"/>
              </a:ext>
            </a:extLst>
          </p:cNvPr>
          <p:cNvSpPr>
            <a:spLocks noGrp="1"/>
          </p:cNvSpPr>
          <p:nvPr/>
        </p:nvSpPr>
        <p:spPr>
          <a:xfrm>
            <a:off x="1047750" y="42291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3677A"/>
                </a:solidFill>
              </a:defRPr>
            </a:defPPr>
            <a:lvl1pPr algn="l">
              <a:defRPr sz="1200" b="0">
                <a:solidFill>
                  <a:srgbClr val="53677A"/>
                </a:solidFill>
              </a:defRPr>
            </a:lvl1pPr>
            <a:lvl2pPr algn="l">
              <a:defRPr sz="1200" b="0">
                <a:solidFill>
                  <a:srgbClr val="53677A"/>
                </a:solidFill>
              </a:defRPr>
            </a:lvl2pPr>
            <a:lvl3pPr algn="l">
              <a:defRPr sz="1200" b="0">
                <a:solidFill>
                  <a:srgbClr val="53677A"/>
                </a:solidFill>
              </a:defRPr>
            </a:lvl3pPr>
            <a:lvl4pPr algn="l">
              <a:defRPr sz="1200" b="0">
                <a:solidFill>
                  <a:srgbClr val="53677A"/>
                </a:solidFill>
              </a:defRPr>
            </a:lvl4pPr>
            <a:lvl5pPr algn="l">
              <a:defRPr sz="1200" b="0">
                <a:solidFill>
                  <a:srgbClr val="53677A"/>
                </a:solidFill>
              </a:defRPr>
            </a:lvl5pPr>
            <a:lvl6pPr algn="l">
              <a:defRPr sz="1200" b="0">
                <a:solidFill>
                  <a:srgbClr val="53677A"/>
                </a:solidFill>
              </a:defRPr>
            </a:lvl6pPr>
            <a:lvl7pPr algn="l">
              <a:defRPr sz="1200" b="0">
                <a:solidFill>
                  <a:srgbClr val="53677A"/>
                </a:solidFill>
              </a:defRPr>
            </a:lvl7pPr>
            <a:lvl8pPr algn="l">
              <a:defRPr sz="1200" b="0">
                <a:solidFill>
                  <a:srgbClr val="53677A"/>
                </a:solidFill>
              </a:defRPr>
            </a:lvl8pPr>
            <a:lvl9pPr algn="l">
              <a:defRPr sz="1200" b="0">
                <a:solidFill>
                  <a:srgbClr val="53677A"/>
                </a:solidFill>
              </a:defRPr>
            </a:lvl9pPr>
          </a:lstStyle>
          <a:p>
            <a:pPr algn="l">
              <a:defRPr sz="1200" b="0">
                <a:solidFill>
                  <a:srgbClr val="53677A"/>
                </a:solidFill>
              </a:defRPr>
            </a:pPr>
            <a:r>
              <a:rPr sz="1200" b="0">
                <a:solidFill>
                  <a:srgbClr val="53677A"/>
                </a:solidFill>
              </a:rPr>
              <a:t>Αρχείο: Γραφήματα.xlsx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99A605-CAFB-4D61-BC2A-66CE484101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26" r="3526"/>
          <a:stretch>
            <a:fillRect/>
          </a:stretch>
        </p:blipFill>
        <p:spPr>
          <a:xfrm>
            <a:off x="5953125" y="1952625"/>
            <a:ext cx="5191125" cy="3143250"/>
          </a:xfrm>
          <a:prstGeom prst="roundRect">
            <a:avLst>
              <a:gd name="adj" fmla="val 3636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29A72A4-96D7-4671-AA47-1766ADFC58B8}"/>
              </a:ext>
            </a:extLst>
          </p:cNvPr>
          <p:cNvSpPr>
            <a:spLocks noGrp="1"/>
          </p:cNvSpPr>
          <p:nvPr/>
        </p:nvSpPr>
        <p:spPr>
          <a:xfrm>
            <a:off x="6191250" y="5181600"/>
            <a:ext cx="476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1A8D83"/>
                </a:solidFill>
              </a:defRPr>
            </a:defPPr>
            <a:lvl1pPr algn="ctr">
              <a:defRPr sz="1350" b="1">
                <a:solidFill>
                  <a:srgbClr val="1A8D83"/>
                </a:solidFill>
              </a:defRPr>
            </a:lvl1pPr>
            <a:lvl2pPr algn="ctr">
              <a:defRPr sz="1350" b="1">
                <a:solidFill>
                  <a:srgbClr val="1A8D83"/>
                </a:solidFill>
              </a:defRPr>
            </a:lvl2pPr>
            <a:lvl3pPr algn="ctr">
              <a:defRPr sz="1350" b="1">
                <a:solidFill>
                  <a:srgbClr val="1A8D83"/>
                </a:solidFill>
              </a:defRPr>
            </a:lvl3pPr>
            <a:lvl4pPr algn="ctr">
              <a:defRPr sz="1350" b="1">
                <a:solidFill>
                  <a:srgbClr val="1A8D83"/>
                </a:solidFill>
              </a:defRPr>
            </a:lvl4pPr>
            <a:lvl5pPr algn="ctr">
              <a:defRPr sz="1350" b="1">
                <a:solidFill>
                  <a:srgbClr val="1A8D83"/>
                </a:solidFill>
              </a:defRPr>
            </a:lvl5pPr>
            <a:lvl6pPr algn="ctr">
              <a:defRPr sz="1350" b="1">
                <a:solidFill>
                  <a:srgbClr val="1A8D83"/>
                </a:solidFill>
              </a:defRPr>
            </a:lvl6pPr>
            <a:lvl7pPr algn="ctr">
              <a:defRPr sz="1350" b="1">
                <a:solidFill>
                  <a:srgbClr val="1A8D83"/>
                </a:solidFill>
              </a:defRPr>
            </a:lvl7pPr>
            <a:lvl8pPr algn="ctr">
              <a:defRPr sz="1350" b="1">
                <a:solidFill>
                  <a:srgbClr val="1A8D83"/>
                </a:solidFill>
              </a:defRPr>
            </a:lvl8pPr>
            <a:lvl9pPr algn="ctr">
              <a:defRPr sz="1350" b="1">
                <a:solidFill>
                  <a:srgbClr val="1A8D83"/>
                </a:solidFill>
              </a:defRPr>
            </a:lvl9pPr>
          </a:lstStyle>
          <a:p>
            <a:pPr algn="ctr">
              <a:defRPr sz="1350" b="1">
                <a:solidFill>
                  <a:srgbClr val="1A8D83"/>
                </a:solidFill>
              </a:defRPr>
            </a:pPr>
            <a:r>
              <a:rPr sz="1350" b="1">
                <a:solidFill>
                  <a:srgbClr val="1A8D83"/>
                </a:solidFill>
              </a:rPr>
              <a:t>Δημιουργία, μετακίνηση και αλλαγή τύπου γραφήματος</a:t>
            </a:r>
          </a:p>
        </p:txBody>
      </p:sp>
    </p:spTree>
    <p:extLst>
      <p:ext uri="{BB962C8B-B14F-4D97-AF65-F5344CB8AC3E}">
        <p14:creationId xmlns:p14="http://schemas.microsoft.com/office/powerpoint/2010/main" val="852230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EDCEEB8-1977-4A78-860F-6CD1128F33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C6EB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0EDAD2-BEE8-415A-A69E-8DCE9B8F4DE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250" b="1">
                <a:solidFill>
                  <a:srgbClr val="17324D"/>
                </a:solidFill>
              </a:defRPr>
            </a:defPPr>
            <a:lvl1pPr algn="l">
              <a:defRPr sz="2250" b="1">
                <a:solidFill>
                  <a:srgbClr val="17324D"/>
                </a:solidFill>
              </a:defRPr>
            </a:lvl1pPr>
            <a:lvl2pPr algn="l">
              <a:defRPr sz="2250" b="1">
                <a:solidFill>
                  <a:srgbClr val="17324D"/>
                </a:solidFill>
              </a:defRPr>
            </a:lvl2pPr>
            <a:lvl3pPr algn="l">
              <a:defRPr sz="2250" b="1">
                <a:solidFill>
                  <a:srgbClr val="17324D"/>
                </a:solidFill>
              </a:defRPr>
            </a:lvl3pPr>
            <a:lvl4pPr algn="l">
              <a:defRPr sz="2250" b="1">
                <a:solidFill>
                  <a:srgbClr val="17324D"/>
                </a:solidFill>
              </a:defRPr>
            </a:lvl4pPr>
            <a:lvl5pPr algn="l">
              <a:defRPr sz="2250" b="1">
                <a:solidFill>
                  <a:srgbClr val="17324D"/>
                </a:solidFill>
              </a:defRPr>
            </a:lvl5pPr>
            <a:lvl6pPr algn="l">
              <a:defRPr sz="2250" b="1">
                <a:solidFill>
                  <a:srgbClr val="17324D"/>
                </a:solidFill>
              </a:defRPr>
            </a:lvl6pPr>
            <a:lvl7pPr algn="l">
              <a:defRPr sz="2250" b="1">
                <a:solidFill>
                  <a:srgbClr val="17324D"/>
                </a:solidFill>
              </a:defRPr>
            </a:lvl7pPr>
            <a:lvl8pPr algn="l">
              <a:defRPr sz="2250" b="1">
                <a:solidFill>
                  <a:srgbClr val="17324D"/>
                </a:solidFill>
              </a:defRPr>
            </a:lvl8pPr>
            <a:lvl9pPr algn="l">
              <a:defRPr sz="2250" b="1">
                <a:solidFill>
                  <a:srgbClr val="17324D"/>
                </a:solidFill>
              </a:defRPr>
            </a:lvl9pPr>
          </a:lstStyle>
          <a:p>
            <a:pPr algn="l">
              <a:defRPr sz="2250" b="1">
                <a:solidFill>
                  <a:srgbClr val="17324D"/>
                </a:solidFill>
              </a:defRPr>
            </a:pPr>
            <a:r>
              <a:rPr sz="2250" b="1">
                <a:solidFill>
                  <a:srgbClr val="17324D"/>
                </a:solidFill>
              </a:rPr>
              <a:t>Δραστηριότητες Αξιολόγησης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BB3D3B-7933-406A-8DA9-E415E6E928A2}"/>
              </a:ext>
            </a:extLst>
          </p:cNvPr>
          <p:cNvSpPr>
            <a:spLocks noGrp="1"/>
          </p:cNvSpPr>
          <p:nvPr/>
        </p:nvSpPr>
        <p:spPr>
          <a:xfrm>
            <a:off x="10810875" y="409575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1350" b="1">
                <a:solidFill>
                  <a:srgbClr val="2C6EBA"/>
                </a:solidFill>
              </a:defRPr>
            </a:defPPr>
            <a:lvl1pPr algn="r">
              <a:defRPr sz="1350" b="1">
                <a:solidFill>
                  <a:srgbClr val="2C6EBA"/>
                </a:solidFill>
              </a:defRPr>
            </a:lvl1pPr>
            <a:lvl2pPr algn="r">
              <a:defRPr sz="1350" b="1">
                <a:solidFill>
                  <a:srgbClr val="2C6EBA"/>
                </a:solidFill>
              </a:defRPr>
            </a:lvl2pPr>
            <a:lvl3pPr algn="r">
              <a:defRPr sz="1350" b="1">
                <a:solidFill>
                  <a:srgbClr val="2C6EBA"/>
                </a:solidFill>
              </a:defRPr>
            </a:lvl3pPr>
            <a:lvl4pPr algn="r">
              <a:defRPr sz="1350" b="1">
                <a:solidFill>
                  <a:srgbClr val="2C6EBA"/>
                </a:solidFill>
              </a:defRPr>
            </a:lvl4pPr>
            <a:lvl5pPr algn="r">
              <a:defRPr sz="1350" b="1">
                <a:solidFill>
                  <a:srgbClr val="2C6EBA"/>
                </a:solidFill>
              </a:defRPr>
            </a:lvl5pPr>
            <a:lvl6pPr algn="r">
              <a:defRPr sz="1350" b="1">
                <a:solidFill>
                  <a:srgbClr val="2C6EBA"/>
                </a:solidFill>
              </a:defRPr>
            </a:lvl6pPr>
            <a:lvl7pPr algn="r">
              <a:defRPr sz="1350" b="1">
                <a:solidFill>
                  <a:srgbClr val="2C6EBA"/>
                </a:solidFill>
              </a:defRPr>
            </a:lvl7pPr>
            <a:lvl8pPr algn="r">
              <a:defRPr sz="1350" b="1">
                <a:solidFill>
                  <a:srgbClr val="2C6EBA"/>
                </a:solidFill>
              </a:defRPr>
            </a:lvl8pPr>
            <a:lvl9pPr algn="r">
              <a:defRPr sz="1350" b="1">
                <a:solidFill>
                  <a:srgbClr val="2C6EBA"/>
                </a:solidFill>
              </a:defRPr>
            </a:lvl9pPr>
          </a:lstStyle>
          <a:p>
            <a:pPr algn="r">
              <a:defRPr sz="1350" b="1">
                <a:solidFill>
                  <a:srgbClr val="2C6EBA"/>
                </a:solidFill>
              </a:defRPr>
            </a:pPr>
            <a:r>
              <a:rPr sz="1350" b="1">
                <a:solidFill>
                  <a:srgbClr val="2C6EBA"/>
                </a:solidFill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E2A4E7-9F9B-4E60-A610-59EE4FF89844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34700" cy="19050"/>
          </a:xfrm>
          <a:prstGeom prst="rect">
            <a:avLst/>
          </a:prstGeom>
          <a:solidFill>
            <a:srgbClr val="D7E3E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125666-9CA8-4372-B0FF-2D0FEA38C43C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685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F28C45"/>
                </a:solidFill>
              </a:defRPr>
            </a:defPPr>
            <a:lvl1pPr algn="l">
              <a:defRPr sz="1650" b="1">
                <a:solidFill>
                  <a:srgbClr val="F28C45"/>
                </a:solidFill>
              </a:defRPr>
            </a:lvl1pPr>
            <a:lvl2pPr algn="l">
              <a:defRPr sz="1650" b="1">
                <a:solidFill>
                  <a:srgbClr val="F28C45"/>
                </a:solidFill>
              </a:defRPr>
            </a:lvl2pPr>
            <a:lvl3pPr algn="l">
              <a:defRPr sz="1650" b="1">
                <a:solidFill>
                  <a:srgbClr val="F28C45"/>
                </a:solidFill>
              </a:defRPr>
            </a:lvl3pPr>
            <a:lvl4pPr algn="l">
              <a:defRPr sz="1650" b="1">
                <a:solidFill>
                  <a:srgbClr val="F28C45"/>
                </a:solidFill>
              </a:defRPr>
            </a:lvl4pPr>
            <a:lvl5pPr algn="l">
              <a:defRPr sz="1650" b="1">
                <a:solidFill>
                  <a:srgbClr val="F28C45"/>
                </a:solidFill>
              </a:defRPr>
            </a:lvl5pPr>
            <a:lvl6pPr algn="l">
              <a:defRPr sz="1650" b="1">
                <a:solidFill>
                  <a:srgbClr val="F28C45"/>
                </a:solidFill>
              </a:defRPr>
            </a:lvl6pPr>
            <a:lvl7pPr algn="l">
              <a:defRPr sz="1650" b="1">
                <a:solidFill>
                  <a:srgbClr val="F28C45"/>
                </a:solidFill>
              </a:defRPr>
            </a:lvl7pPr>
            <a:lvl8pPr algn="l">
              <a:defRPr sz="1650" b="1">
                <a:solidFill>
                  <a:srgbClr val="F28C45"/>
                </a:solidFill>
              </a:defRPr>
            </a:lvl8pPr>
            <a:lvl9pPr algn="l">
              <a:defRPr sz="1650" b="1">
                <a:solidFill>
                  <a:srgbClr val="F28C45"/>
                </a:solidFill>
              </a:defRPr>
            </a:lvl9pPr>
          </a:lstStyle>
          <a:p>
            <a:pPr algn="l">
              <a:defRPr sz="1650" b="1">
                <a:solidFill>
                  <a:srgbClr val="F28C45"/>
                </a:solidFill>
              </a:defRPr>
            </a:pPr>
            <a:r>
              <a:rPr sz="1650" b="1">
                <a:solidFill>
                  <a:srgbClr val="F28C45"/>
                </a:solidFill>
              </a:rPr>
              <a:t>Έλεγχος κατανόησης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4894BD2-A426-488D-8832-D9D6CE1EE4AC}"/>
              </a:ext>
            </a:extLst>
          </p:cNvPr>
          <p:cNvSpPr>
            <a:spLocks noGrp="1"/>
          </p:cNvSpPr>
          <p:nvPr/>
        </p:nvSpPr>
        <p:spPr>
          <a:xfrm>
            <a:off x="704850" y="2266950"/>
            <a:ext cx="447675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7E3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A07BFC-7A84-49D0-8AAF-46513EF84BF7}"/>
              </a:ext>
            </a:extLst>
          </p:cNvPr>
          <p:cNvSpPr>
            <a:spLocks noGrp="1"/>
          </p:cNvSpPr>
          <p:nvPr/>
        </p:nvSpPr>
        <p:spPr>
          <a:xfrm>
            <a:off x="1047750" y="257175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17324D"/>
                </a:solidFill>
              </a:defRPr>
            </a:defPPr>
            <a:lvl1pPr algn="l">
              <a:defRPr sz="1500" b="1">
                <a:solidFill>
                  <a:srgbClr val="17324D"/>
                </a:solidFill>
              </a:defRPr>
            </a:lvl1pPr>
            <a:lvl2pPr algn="l">
              <a:defRPr sz="1500" b="1">
                <a:solidFill>
                  <a:srgbClr val="17324D"/>
                </a:solidFill>
              </a:defRPr>
            </a:lvl2pPr>
            <a:lvl3pPr algn="l">
              <a:defRPr sz="1500" b="1">
                <a:solidFill>
                  <a:srgbClr val="17324D"/>
                </a:solidFill>
              </a:defRPr>
            </a:lvl3pPr>
            <a:lvl4pPr algn="l">
              <a:defRPr sz="1500" b="1">
                <a:solidFill>
                  <a:srgbClr val="17324D"/>
                </a:solidFill>
              </a:defRPr>
            </a:lvl4pPr>
            <a:lvl5pPr algn="l">
              <a:defRPr sz="1500" b="1">
                <a:solidFill>
                  <a:srgbClr val="17324D"/>
                </a:solidFill>
              </a:defRPr>
            </a:lvl5pPr>
            <a:lvl6pPr algn="l">
              <a:defRPr sz="1500" b="1">
                <a:solidFill>
                  <a:srgbClr val="17324D"/>
                </a:solidFill>
              </a:defRPr>
            </a:lvl6pPr>
            <a:lvl7pPr algn="l">
              <a:defRPr sz="1500" b="1">
                <a:solidFill>
                  <a:srgbClr val="17324D"/>
                </a:solidFill>
              </a:defRPr>
            </a:lvl7pPr>
            <a:lvl8pPr algn="l">
              <a:defRPr sz="1500" b="1">
                <a:solidFill>
                  <a:srgbClr val="17324D"/>
                </a:solidFill>
              </a:defRPr>
            </a:lvl8pPr>
            <a:lvl9pPr algn="l">
              <a:defRPr sz="1500" b="1">
                <a:solidFill>
                  <a:srgbClr val="17324D"/>
                </a:solidFill>
              </a:defRPr>
            </a:lvl9pPr>
          </a:lstStyle>
          <a:p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Φύλλο Εργασίας B.4.1.M13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1815A8-440E-41CA-97D3-C6D9213A614E}"/>
              </a:ext>
            </a:extLst>
          </p:cNvPr>
          <p:cNvSpPr>
            <a:spLocks noGrp="1"/>
          </p:cNvSpPr>
          <p:nvPr/>
        </p:nvSpPr>
        <p:spPr>
          <a:xfrm>
            <a:off x="1047750" y="316230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53677A"/>
                </a:solidFill>
              </a:defRPr>
            </a:defPPr>
            <a:lvl1pPr algn="l">
              <a:defRPr sz="1350" b="0">
                <a:solidFill>
                  <a:srgbClr val="53677A"/>
                </a:solidFill>
              </a:defRPr>
            </a:lvl1pPr>
            <a:lvl2pPr algn="l">
              <a:defRPr sz="1350" b="0">
                <a:solidFill>
                  <a:srgbClr val="53677A"/>
                </a:solidFill>
              </a:defRPr>
            </a:lvl2pPr>
            <a:lvl3pPr algn="l">
              <a:defRPr sz="1350" b="0">
                <a:solidFill>
                  <a:srgbClr val="53677A"/>
                </a:solidFill>
              </a:defRPr>
            </a:lvl3pPr>
            <a:lvl4pPr algn="l">
              <a:defRPr sz="1350" b="0">
                <a:solidFill>
                  <a:srgbClr val="53677A"/>
                </a:solidFill>
              </a:defRPr>
            </a:lvl4pPr>
            <a:lvl5pPr algn="l">
              <a:defRPr sz="1350" b="0">
                <a:solidFill>
                  <a:srgbClr val="53677A"/>
                </a:solidFill>
              </a:defRPr>
            </a:lvl5pPr>
            <a:lvl6pPr algn="l">
              <a:defRPr sz="1350" b="0">
                <a:solidFill>
                  <a:srgbClr val="53677A"/>
                </a:solidFill>
              </a:defRPr>
            </a:lvl6pPr>
            <a:lvl7pPr algn="l">
              <a:defRPr sz="1350" b="0">
                <a:solidFill>
                  <a:srgbClr val="53677A"/>
                </a:solidFill>
              </a:defRPr>
            </a:lvl7pPr>
            <a:lvl8pPr algn="l">
              <a:defRPr sz="1350" b="0">
                <a:solidFill>
                  <a:srgbClr val="53677A"/>
                </a:solidFill>
              </a:defRPr>
            </a:lvl8pPr>
            <a:lvl9pPr algn="l">
              <a:defRPr sz="1350" b="0">
                <a:solidFill>
                  <a:srgbClr val="53677A"/>
                </a:solidFill>
              </a:defRPr>
            </a:lvl9pPr>
          </a:lstStyle>
          <a:p>
            <a:pPr algn="l">
              <a:defRPr sz="1350" b="0">
                <a:solidFill>
                  <a:srgbClr val="53677A"/>
                </a:solidFill>
              </a:defRPr>
            </a:pPr>
            <a:r>
              <a:rPr sz="1350" b="0">
                <a:solidFill>
                  <a:srgbClr val="53677A"/>
                </a:solidFill>
              </a:rPr>
              <a:t>Σελίδες 49–50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D31985-C5E3-4C96-84B2-2CCEDF0C3FF1}"/>
              </a:ext>
            </a:extLst>
          </p:cNvPr>
          <p:cNvSpPr>
            <a:spLocks noGrp="1"/>
          </p:cNvSpPr>
          <p:nvPr/>
        </p:nvSpPr>
        <p:spPr>
          <a:xfrm>
            <a:off x="1047750" y="369570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F28C45"/>
                </a:solidFill>
              </a:defRPr>
            </a:defPPr>
            <a:lvl1pPr algn="l">
              <a:defRPr sz="1350" b="1">
                <a:solidFill>
                  <a:srgbClr val="F28C45"/>
                </a:solidFill>
              </a:defRPr>
            </a:lvl1pPr>
            <a:lvl2pPr algn="l">
              <a:defRPr sz="1350" b="1">
                <a:solidFill>
                  <a:srgbClr val="F28C45"/>
                </a:solidFill>
              </a:defRPr>
            </a:lvl2pPr>
            <a:lvl3pPr algn="l">
              <a:defRPr sz="1350" b="1">
                <a:solidFill>
                  <a:srgbClr val="F28C45"/>
                </a:solidFill>
              </a:defRPr>
            </a:lvl3pPr>
            <a:lvl4pPr algn="l">
              <a:defRPr sz="1350" b="1">
                <a:solidFill>
                  <a:srgbClr val="F28C45"/>
                </a:solidFill>
              </a:defRPr>
            </a:lvl4pPr>
            <a:lvl5pPr algn="l">
              <a:defRPr sz="1350" b="1">
                <a:solidFill>
                  <a:srgbClr val="F28C45"/>
                </a:solidFill>
              </a:defRPr>
            </a:lvl5pPr>
            <a:lvl6pPr algn="l">
              <a:defRPr sz="1350" b="1">
                <a:solidFill>
                  <a:srgbClr val="F28C45"/>
                </a:solidFill>
              </a:defRPr>
            </a:lvl6pPr>
            <a:lvl7pPr algn="l">
              <a:defRPr sz="1350" b="1">
                <a:solidFill>
                  <a:srgbClr val="F28C45"/>
                </a:solidFill>
              </a:defRPr>
            </a:lvl7pPr>
            <a:lvl8pPr algn="l">
              <a:defRPr sz="1350" b="1">
                <a:solidFill>
                  <a:srgbClr val="F28C45"/>
                </a:solidFill>
              </a:defRPr>
            </a:lvl8pPr>
            <a:lvl9pPr algn="l">
              <a:defRPr sz="1350" b="1">
                <a:solidFill>
                  <a:srgbClr val="F28C45"/>
                </a:solidFill>
              </a:defRPr>
            </a:lvl9pPr>
          </a:lstStyle>
          <a:p>
            <a:pPr algn="l">
              <a:defRPr sz="1350" b="1">
                <a:solidFill>
                  <a:srgbClr val="F28C45"/>
                </a:solidFill>
              </a:defRPr>
            </a:pPr>
            <a:r>
              <a:rPr sz="1350" b="1">
                <a:solidFill>
                  <a:srgbClr val="F28C45"/>
                </a:solidFill>
              </a:rPr>
              <a:t>Ασκήσεις 12–22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2403AC-0CB2-4161-ABE8-A3AC2E139C0A}"/>
              </a:ext>
            </a:extLst>
          </p:cNvPr>
          <p:cNvSpPr>
            <a:spLocks noGrp="1"/>
          </p:cNvSpPr>
          <p:nvPr/>
        </p:nvSpPr>
        <p:spPr>
          <a:xfrm>
            <a:off x="1047750" y="42291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3677A"/>
                </a:solidFill>
              </a:defRPr>
            </a:defPPr>
            <a:lvl1pPr algn="l">
              <a:defRPr sz="1200" b="0">
                <a:solidFill>
                  <a:srgbClr val="53677A"/>
                </a:solidFill>
              </a:defRPr>
            </a:lvl1pPr>
            <a:lvl2pPr algn="l">
              <a:defRPr sz="1200" b="0">
                <a:solidFill>
                  <a:srgbClr val="53677A"/>
                </a:solidFill>
              </a:defRPr>
            </a:lvl2pPr>
            <a:lvl3pPr algn="l">
              <a:defRPr sz="1200" b="0">
                <a:solidFill>
                  <a:srgbClr val="53677A"/>
                </a:solidFill>
              </a:defRPr>
            </a:lvl3pPr>
            <a:lvl4pPr algn="l">
              <a:defRPr sz="1200" b="0">
                <a:solidFill>
                  <a:srgbClr val="53677A"/>
                </a:solidFill>
              </a:defRPr>
            </a:lvl4pPr>
            <a:lvl5pPr algn="l">
              <a:defRPr sz="1200" b="0">
                <a:solidFill>
                  <a:srgbClr val="53677A"/>
                </a:solidFill>
              </a:defRPr>
            </a:lvl5pPr>
            <a:lvl6pPr algn="l">
              <a:defRPr sz="1200" b="0">
                <a:solidFill>
                  <a:srgbClr val="53677A"/>
                </a:solidFill>
              </a:defRPr>
            </a:lvl6pPr>
            <a:lvl7pPr algn="l">
              <a:defRPr sz="1200" b="0">
                <a:solidFill>
                  <a:srgbClr val="53677A"/>
                </a:solidFill>
              </a:defRPr>
            </a:lvl7pPr>
            <a:lvl8pPr algn="l">
              <a:defRPr sz="1200" b="0">
                <a:solidFill>
                  <a:srgbClr val="53677A"/>
                </a:solidFill>
              </a:defRPr>
            </a:lvl8pPr>
            <a:lvl9pPr algn="l">
              <a:defRPr sz="1200" b="0">
                <a:solidFill>
                  <a:srgbClr val="53677A"/>
                </a:solidFill>
              </a:defRPr>
            </a:lvl9pPr>
          </a:lstStyle>
          <a:p>
            <a:pPr algn="l">
              <a:defRPr sz="1200" b="0">
                <a:solidFill>
                  <a:srgbClr val="53677A"/>
                </a:solidFill>
              </a:defRPr>
            </a:pPr>
            <a:r>
              <a:rPr sz="1200" b="0">
                <a:solidFill>
                  <a:srgbClr val="53677A"/>
                </a:solidFill>
              </a:rPr>
              <a:t>Αρχείο: Γραφήματα.xlsx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9559BA-3439-4AF3-AF00-01B43A22E9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26" r="3526"/>
          <a:stretch>
            <a:fillRect/>
          </a:stretch>
        </p:blipFill>
        <p:spPr>
          <a:xfrm>
            <a:off x="5953125" y="1952625"/>
            <a:ext cx="5191125" cy="3143250"/>
          </a:xfrm>
          <a:prstGeom prst="roundRect">
            <a:avLst>
              <a:gd name="adj" fmla="val 3636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269DB70-891D-43F9-9480-130CD9D41D62}"/>
              </a:ext>
            </a:extLst>
          </p:cNvPr>
          <p:cNvSpPr>
            <a:spLocks noGrp="1"/>
          </p:cNvSpPr>
          <p:nvPr/>
        </p:nvSpPr>
        <p:spPr>
          <a:xfrm>
            <a:off x="6191250" y="5181600"/>
            <a:ext cx="476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F28C45"/>
                </a:solidFill>
              </a:defRPr>
            </a:defPPr>
            <a:lvl1pPr algn="ctr">
              <a:defRPr sz="1350" b="1">
                <a:solidFill>
                  <a:srgbClr val="F28C45"/>
                </a:solidFill>
              </a:defRPr>
            </a:lvl1pPr>
            <a:lvl2pPr algn="ctr">
              <a:defRPr sz="1350" b="1">
                <a:solidFill>
                  <a:srgbClr val="F28C45"/>
                </a:solidFill>
              </a:defRPr>
            </a:lvl2pPr>
            <a:lvl3pPr algn="ctr">
              <a:defRPr sz="1350" b="1">
                <a:solidFill>
                  <a:srgbClr val="F28C45"/>
                </a:solidFill>
              </a:defRPr>
            </a:lvl3pPr>
            <a:lvl4pPr algn="ctr">
              <a:defRPr sz="1350" b="1">
                <a:solidFill>
                  <a:srgbClr val="F28C45"/>
                </a:solidFill>
              </a:defRPr>
            </a:lvl4pPr>
            <a:lvl5pPr algn="ctr">
              <a:defRPr sz="1350" b="1">
                <a:solidFill>
                  <a:srgbClr val="F28C45"/>
                </a:solidFill>
              </a:defRPr>
            </a:lvl5pPr>
            <a:lvl6pPr algn="ctr">
              <a:defRPr sz="1350" b="1">
                <a:solidFill>
                  <a:srgbClr val="F28C45"/>
                </a:solidFill>
              </a:defRPr>
            </a:lvl6pPr>
            <a:lvl7pPr algn="ctr">
              <a:defRPr sz="1350" b="1">
                <a:solidFill>
                  <a:srgbClr val="F28C45"/>
                </a:solidFill>
              </a:defRPr>
            </a:lvl7pPr>
            <a:lvl8pPr algn="ctr">
              <a:defRPr sz="1350" b="1">
                <a:solidFill>
                  <a:srgbClr val="F28C45"/>
                </a:solidFill>
              </a:defRPr>
            </a:lvl8pPr>
            <a:lvl9pPr algn="ctr">
              <a:defRPr sz="1350" b="1">
                <a:solidFill>
                  <a:srgbClr val="F28C45"/>
                </a:solidFill>
              </a:defRPr>
            </a:lvl9pPr>
          </a:lstStyle>
          <a:p>
            <a:pPr algn="ctr">
              <a:defRPr sz="1350" b="1">
                <a:solidFill>
                  <a:srgbClr val="F28C45"/>
                </a:solidFill>
              </a:defRPr>
            </a:pPr>
            <a:r>
              <a:rPr sz="1350" b="1">
                <a:solidFill>
                  <a:srgbClr val="F28C45"/>
                </a:solidFill>
              </a:rPr>
              <a:t>Δημιουργία γραφήματος γραμμής και πίτας</a:t>
            </a:r>
          </a:p>
        </p:txBody>
      </p:sp>
    </p:spTree>
    <p:extLst>
      <p:ext uri="{BB962C8B-B14F-4D97-AF65-F5344CB8AC3E}">
        <p14:creationId xmlns:p14="http://schemas.microsoft.com/office/powerpoint/2010/main" val="10767974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</Words>
  <Application>Microsoft Office PowerPoint</Application>
  <DocSecurity>0</DocSecurity>
  <PresentationFormat>Widescreen</PresentationFormat>
  <Paragraphs>78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2026-10-26T15:14:05Z</dcterms:created>
  <dcterms:modified xsi:type="dcterms:W3CDTF">2026-10-26T15:28:20Z</dcterms:modified>
</cp:coreProperties>
</file>