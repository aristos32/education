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3e102f3a664257" /><Relationship Type="http://schemas.openxmlformats.org/officeDocument/2006/relationships/extended-properties" Target="/docProps/app.xml" Id="R16c9982136c8450b" /><Relationship Type="http://schemas.openxmlformats.org/officeDocument/2006/relationships/officeDocument" Target="/ppt/presentation.xml" Id="R0a598236104544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fb2afa0864489c"/>
  </p:sldMasterIdLst>
  <p:notesMasterIdLst>
    <p:notesMasterId xmlns:r="http://schemas.openxmlformats.org/officeDocument/2006/relationships" r:id="R6c2a087f740e40cc"/>
  </p:notesMasterIdLst>
  <p:sldIdLst>
    <p:sldId xmlns:r="http://schemas.openxmlformats.org/officeDocument/2006/relationships" id="256" r:id="R8d75796205144a18"/>
    <p:sldId xmlns:r="http://schemas.openxmlformats.org/officeDocument/2006/relationships" id="257" r:id="R28e21320af174359"/>
    <p:sldId xmlns:r="http://schemas.openxmlformats.org/officeDocument/2006/relationships" id="258" r:id="R55f2e3f6b8a24b79"/>
    <p:sldId xmlns:r="http://schemas.openxmlformats.org/officeDocument/2006/relationships" id="259" r:id="R9eab235bb61b4b2d"/>
    <p:sldId xmlns:r="http://schemas.openxmlformats.org/officeDocument/2006/relationships" id="260" r:id="R8ffcf2879fa2423a"/>
    <p:sldId xmlns:r="http://schemas.openxmlformats.org/officeDocument/2006/relationships" id="261" r:id="R1102b3e82ea04589"/>
    <p:sldId xmlns:r="http://schemas.openxmlformats.org/officeDocument/2006/relationships" id="262" r:id="R1a2f565d09384c3a"/>
    <p:sldId xmlns:r="http://schemas.openxmlformats.org/officeDocument/2006/relationships" id="263" r:id="Rd151aad7b79942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ad72ecb402467d" /><Relationship Type="http://schemas.openxmlformats.org/officeDocument/2006/relationships/slideMaster" Target="/ppt/slideMasters/slideMaster1.xml" Id="Rfafb2afa0864489c" /><Relationship Type="http://schemas.openxmlformats.org/officeDocument/2006/relationships/notesMaster" Target="/ppt/notesMasters/notesMaster1.xml" Id="R6c2a087f740e40cc" /><Relationship Type="http://schemas.openxmlformats.org/officeDocument/2006/relationships/presProps" Target="/ppt/presProps.xml" Id="R2916924de8c243af" /><Relationship Type="http://schemas.openxmlformats.org/officeDocument/2006/relationships/viewProps" Target="/ppt/viewProps.xml" Id="Rc0465ce06e8a4895" /><Relationship Type="http://schemas.openxmlformats.org/officeDocument/2006/relationships/tableStyles" Target="/ppt/tableStyles.xml" Id="R72692f7338484440" /><Relationship Type="http://schemas.openxmlformats.org/officeDocument/2006/relationships/slide" Target="/ppt/slides/slide1.xml" Id="R8d75796205144a18" /><Relationship Type="http://schemas.openxmlformats.org/officeDocument/2006/relationships/slide" Target="/ppt/slides/slide2.xml" Id="R28e21320af174359" /><Relationship Type="http://schemas.openxmlformats.org/officeDocument/2006/relationships/slide" Target="/ppt/slides/slide3.xml" Id="R55f2e3f6b8a24b79" /><Relationship Type="http://schemas.openxmlformats.org/officeDocument/2006/relationships/slide" Target="/ppt/slides/slide4.xml" Id="R9eab235bb61b4b2d" /><Relationship Type="http://schemas.openxmlformats.org/officeDocument/2006/relationships/slide" Target="/ppt/slides/slide5.xml" Id="R8ffcf2879fa2423a" /><Relationship Type="http://schemas.openxmlformats.org/officeDocument/2006/relationships/slide" Target="/ppt/slides/slide6.xml" Id="R1102b3e82ea04589" /><Relationship Type="http://schemas.openxmlformats.org/officeDocument/2006/relationships/slide" Target="/ppt/slides/slide7.xml" Id="R1a2f565d09384c3a" /><Relationship Type="http://schemas.openxmlformats.org/officeDocument/2006/relationships/slide" Target="/ppt/slides/slide8.xml" Id="Rd151aad7b79942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f885b2a27649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fddf9ee8d94eb4" /><Relationship Type="http://schemas.openxmlformats.org/officeDocument/2006/relationships/notesMaster" Target="/ppt/notesMasters/notesMaster1.xml" Id="R03df3ba5f81647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7481fc52c04c48" /><Relationship Type="http://schemas.openxmlformats.org/officeDocument/2006/relationships/notesMaster" Target="/ppt/notesMasters/notesMaster1.xml" Id="Rda55cae7a6f74c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b14361e949473b" /><Relationship Type="http://schemas.openxmlformats.org/officeDocument/2006/relationships/notesMaster" Target="/ppt/notesMasters/notesMaster1.xml" Id="Rd8a503fb61444c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971c9cee854c7e" /><Relationship Type="http://schemas.openxmlformats.org/officeDocument/2006/relationships/notesMaster" Target="/ppt/notesMasters/notesMaster1.xml" Id="Rdd263dc5dcb849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8d899c92a0423d" /><Relationship Type="http://schemas.openxmlformats.org/officeDocument/2006/relationships/notesMaster" Target="/ppt/notesMasters/notesMaster1.xml" Id="Rd9cc177a149b44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1fc81d02c74acf" /><Relationship Type="http://schemas.openxmlformats.org/officeDocument/2006/relationships/notesMaster" Target="/ppt/notesMasters/notesMaster1.xml" Id="R72d59f1ada9642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14802be2c4831" /><Relationship Type="http://schemas.openxmlformats.org/officeDocument/2006/relationships/notesMaster" Target="/ppt/notesMasters/notesMaster1.xml" Id="Reafcc6a3d49744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057be5f090468c" /><Relationship Type="http://schemas.openxmlformats.org/officeDocument/2006/relationships/notesMaster" Target="/ppt/notesMasters/notesMaster1.xml" Id="R5461462a54f143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ca8b7083df44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8868e6ebe141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b75eb588c041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efdf90fb1544e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ffbfb02aaf43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a5996bb9b04c4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55b6bae5014d5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e96e7279d1461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cc26ace37a409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738e7590194f6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12bee0a46d421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4a10bca62b4df6" /><Relationship Type="http://schemas.openxmlformats.org/officeDocument/2006/relationships/slideLayout" Target="/ppt/slideLayouts/slideLayout1.xml" Id="R2e000266a426415f" /><Relationship Type="http://schemas.openxmlformats.org/officeDocument/2006/relationships/slideLayout" Target="/ppt/slideLayouts/slideLayout2.xml" Id="R478cf4e35aac48f2" /><Relationship Type="http://schemas.openxmlformats.org/officeDocument/2006/relationships/slideLayout" Target="/ppt/slideLayouts/slideLayout3.xml" Id="R85473cd12a824460" /><Relationship Type="http://schemas.openxmlformats.org/officeDocument/2006/relationships/slideLayout" Target="/ppt/slideLayouts/slideLayout4.xml" Id="R274effbbe7824668" /><Relationship Type="http://schemas.openxmlformats.org/officeDocument/2006/relationships/slideLayout" Target="/ppt/slideLayouts/slideLayout5.xml" Id="Re03bec574c1648b0" /><Relationship Type="http://schemas.openxmlformats.org/officeDocument/2006/relationships/slideLayout" Target="/ppt/slideLayouts/slideLayout6.xml" Id="R6e4095ed092b40ab" /><Relationship Type="http://schemas.openxmlformats.org/officeDocument/2006/relationships/slideLayout" Target="/ppt/slideLayouts/slideLayout7.xml" Id="Rf9de034221904a2b" /><Relationship Type="http://schemas.openxmlformats.org/officeDocument/2006/relationships/slideLayout" Target="/ppt/slideLayouts/slideLayout8.xml" Id="Rda62fd9fda3c4cb1" /><Relationship Type="http://schemas.openxmlformats.org/officeDocument/2006/relationships/slideLayout" Target="/ppt/slideLayouts/slideLayout9.xml" Id="R736a2e7f717c4e0d" /><Relationship Type="http://schemas.openxmlformats.org/officeDocument/2006/relationships/slideLayout" Target="/ppt/slideLayouts/slideLayout10.xml" Id="R2f894d85b5e34084" /><Relationship Type="http://schemas.openxmlformats.org/officeDocument/2006/relationships/slideLayout" Target="/ppt/slideLayouts/slideLayout11.xml" Id="Rb2ec80600cfb43f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000266a426415f"/>
    <p:sldLayoutId xmlns:r="http://schemas.openxmlformats.org/officeDocument/2006/relationships" id="2147483650" r:id="R478cf4e35aac48f2"/>
    <p:sldLayoutId xmlns:r="http://schemas.openxmlformats.org/officeDocument/2006/relationships" id="2147483651" r:id="R85473cd12a824460"/>
    <p:sldLayoutId xmlns:r="http://schemas.openxmlformats.org/officeDocument/2006/relationships" id="2147483652" r:id="R274effbbe7824668"/>
    <p:sldLayoutId xmlns:r="http://schemas.openxmlformats.org/officeDocument/2006/relationships" id="2147483653" r:id="Re03bec574c1648b0"/>
    <p:sldLayoutId xmlns:r="http://schemas.openxmlformats.org/officeDocument/2006/relationships" id="2147483654" r:id="R6e4095ed092b40ab"/>
    <p:sldLayoutId xmlns:r="http://schemas.openxmlformats.org/officeDocument/2006/relationships" id="2147483655" r:id="Rf9de034221904a2b"/>
    <p:sldLayoutId xmlns:r="http://schemas.openxmlformats.org/officeDocument/2006/relationships" id="2147483656" r:id="Rda62fd9fda3c4cb1"/>
    <p:sldLayoutId xmlns:r="http://schemas.openxmlformats.org/officeDocument/2006/relationships" id="2147483657" r:id="R736a2e7f717c4e0d"/>
    <p:sldLayoutId xmlns:r="http://schemas.openxmlformats.org/officeDocument/2006/relationships" id="2147483658" r:id="R2f894d85b5e34084"/>
    <p:sldLayoutId xmlns:r="http://schemas.openxmlformats.org/officeDocument/2006/relationships" id="2147483659" r:id="Rb2ec80600cfb43f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2301ddd964d5b" /><Relationship Type="http://schemas.openxmlformats.org/officeDocument/2006/relationships/notesSlide" Target="/ppt/notesSlides/notesSlide1.xml" Id="Rc6f91b7472c74c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2d483353f847ee" /><Relationship Type="http://schemas.openxmlformats.org/officeDocument/2006/relationships/image" Target="/ppt/media/image.png" Id="Rc0f4a3e9305e44d6" /><Relationship Type="http://schemas.openxmlformats.org/officeDocument/2006/relationships/notesSlide" Target="/ppt/notesSlides/notesSlide2.xml" Id="R24e16c93462e40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a914aca780443c" /><Relationship Type="http://schemas.openxmlformats.org/officeDocument/2006/relationships/image" Target="/ppt/media/image2.png" Id="R190a08f35d464925" /><Relationship Type="http://schemas.openxmlformats.org/officeDocument/2006/relationships/notesSlide" Target="/ppt/notesSlides/notesSlide3.xml" Id="Ra5c2ed007a2242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61f21326334a8e" /><Relationship Type="http://schemas.openxmlformats.org/officeDocument/2006/relationships/image" Target="/ppt/media/image3.png" Id="Rf8e85e9e58fb49bc" /><Relationship Type="http://schemas.openxmlformats.org/officeDocument/2006/relationships/notesSlide" Target="/ppt/notesSlides/notesSlide4.xml" Id="R7f4ee14fbfda4a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878bdd3c574b03" /><Relationship Type="http://schemas.openxmlformats.org/officeDocument/2006/relationships/image" Target="/ppt/media/image4.png" Id="R0d16b61b28fe4f9e" /><Relationship Type="http://schemas.openxmlformats.org/officeDocument/2006/relationships/notesSlide" Target="/ppt/notesSlides/notesSlide5.xml" Id="R816a10c9f14444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f8739207b34d87" /><Relationship Type="http://schemas.openxmlformats.org/officeDocument/2006/relationships/image" Target="/ppt/media/image5.png" Id="R825844e665d649ed" /><Relationship Type="http://schemas.openxmlformats.org/officeDocument/2006/relationships/notesSlide" Target="/ppt/notesSlides/notesSlide6.xml" Id="R236fbb80db744f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5b448da7b54557" /><Relationship Type="http://schemas.openxmlformats.org/officeDocument/2006/relationships/notesSlide" Target="/ppt/notesSlides/notesSlide7.xml" Id="Ra9f35116e02a45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d7fd54601c4e1e" /><Relationship Type="http://schemas.openxmlformats.org/officeDocument/2006/relationships/notesSlide" Target="/ppt/notesSlides/notesSlide8.xml" Id="Rb114c594664140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73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12192000" cy="44125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4" y="551962"/>
            <a:ext cx="10999072" cy="46185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293338"/>
            <a:ext cx="9144000" cy="3274592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Εργασία με Παρουσιάσεις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  <a:p xmlns:a="http://schemas.openxmlformats.org/drawingml/2006/main"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και Παραγωγικότητα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5514052"/>
            <a:ext cx="9144000" cy="65191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6464" y="6354708"/>
            <a:ext cx="11000232" cy="0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019854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EF2F6-1C62-410A-8BB6-CEE2236F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Νέα παρουσίαση και αποθήκευση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B8B49-BDA3-43C8-9208-E1304829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File &gt; New για νέα παρουσίαση.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File &gt; Save ή Save As για όνομα, φάκελο και τύπο αρχείου.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Ctrl+S αποθηκεύει τις αλλαγές.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4a3e9305e44d6"/>
          <a:stretch xmlns:a="http://schemas.openxmlformats.org/drawingml/2006/main"/>
        </p:blipFill>
        <p:spPr>
          <a:xfrm xmlns:a="http://schemas.openxmlformats.org/drawingml/2006/main">
            <a:off x="6762750" y="2309588"/>
            <a:ext cx="4191000" cy="22388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981A7-DEB4-4A37-97D9-44CD4BC3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Μορφές αποθήκευσης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B2FFE-F0EE-41E2-963B-F7664092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Από Save as type επιλέγουμε PPTX, παλαιότερη μορφή PPT, πρότυπο POTX, προβολή PPSX, RTF ή εικόνα JPEG.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Για JPEG επιλέγουμε αν θα εξαχθεί μία ή όλες οι διαφάνειες.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a08f35d464925"/>
          <a:stretch xmlns:a="http://schemas.openxmlformats.org/drawingml/2006/main"/>
        </p:blipFill>
        <p:spPr>
          <a:xfrm xmlns:a="http://schemas.openxmlformats.org/drawingml/2006/main">
            <a:off x="7352176" y="1571625"/>
            <a:ext cx="3012147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957A3-8960-45A0-AE9F-164F0656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Ρυθμίσεις του PowerPoint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86414-08FA-491A-BD05-11452508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File &gt; Options.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Αλλάζουμε όνομα χρήστη και προεπιλεγμένη θέση αποθήκευσης.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Οι αλλαγές ισχύουν στις επόμενες παρουσιάσεις.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85e9e58fb49bc"/>
          <a:stretch xmlns:a="http://schemas.openxmlformats.org/drawingml/2006/main"/>
        </p:blipFill>
        <p:spPr>
          <a:xfrm xmlns:a="http://schemas.openxmlformats.org/drawingml/2006/main">
            <a:off x="6762750" y="1713579"/>
            <a:ext cx="4191000" cy="34308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295D8-D7DF-42B1-8D42-59CA2565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Βοήθεια και εναλλαγή αρχείων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B7043-17CB-443F-B881-889FA4D5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Από Help αναζητούμε έναν όρο.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Με View &gt; Switch Windows μετακινούμαστε μεταξύ ανοικτών παρουσιάσεων.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Κλείνουμε ένα αρχείο χωρίς να τερματίσουμε το PowerPoint.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6b61b28fe4f9e"/>
          <a:stretch xmlns:a="http://schemas.openxmlformats.org/drawingml/2006/main"/>
        </p:blipFill>
        <p:spPr>
          <a:xfrm xmlns:a="http://schemas.openxmlformats.org/drawingml/2006/main">
            <a:off x="6762750" y="1717796"/>
            <a:ext cx="4191000" cy="34224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AA465-1B53-4202-9711-F3A20746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Zoom και κορδέλα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58F68-46BB-4122-8FA1-87937B6F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Το Zoom αλλάζει το μέγεθος προβολής, όχι το πραγματικό μέγεθος της διαφάνειας.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Με Fit to Window χωρά ολόκληρη η διαφάνεια.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Με Ctrl+F1 κρύβουμε ή εμφανίζουμε την κορδέλα.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844e665d649ed"/>
          <a:stretch xmlns:a="http://schemas.openxmlformats.org/drawingml/2006/main"/>
        </p:blipFill>
        <p:spPr>
          <a:xfrm xmlns:a="http://schemas.openxmlformats.org/drawingml/2006/main">
            <a:off x="6984510" y="1571625"/>
            <a:ext cx="3747479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</p:sld>
</file>

<file path=ppt/slides/slide7.xml><?xml version="1.0" encoding="utf-8"?>
<p:sld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0D6E8-8762-430C-B79C-DA748F5D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BC6D8-E3C7-43A7-94B4-B6C0D990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906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0E507-9B0B-4DA0-91FC-5EA764ED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63-64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1-20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M1a.pptx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A79BE-CE75-4863-AC0A-52BA16CA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Άνοιγμα, αποθήκευση, μορφές αρχείων, βοήθεια και Zoom.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D7F42-36FD-4798-85BF-6DAC2525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EF366-14F6-4C2A-B448-23A5646D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C6380-B4FF-4AA3-9E8D-A44E2296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64-65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21-31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M1b.pptx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C7502-882B-4CC4-9F6B-FDA1D69C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Δημιουργία, ρυθμίσεις, βοήθεια και αποθήκευση παρουσίασης.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2026-09-12T06:52:36.7110000Z</dcterms:created>
  <dcterms:modified xsi:type="dcterms:W3CDTF">2026-09-12T06:52:36.7110000Z</dcterms:modified>
</coreProperties>
</file>