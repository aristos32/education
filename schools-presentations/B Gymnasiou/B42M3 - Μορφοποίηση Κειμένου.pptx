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c82658b6d8487a" /><Relationship Type="http://schemas.openxmlformats.org/officeDocument/2006/relationships/extended-properties" Target="/docProps/app.xml" Id="R02da714b0a124850" /><Relationship Type="http://schemas.openxmlformats.org/officeDocument/2006/relationships/officeDocument" Target="/ppt/presentation.xml" Id="R986380cbf3a840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d130b561be4119"/>
  </p:sldMasterIdLst>
  <p:notesMasterIdLst>
    <p:notesMasterId xmlns:r="http://schemas.openxmlformats.org/officeDocument/2006/relationships" r:id="R7d646530f0b94b7b"/>
  </p:notesMasterIdLst>
  <p:sldIdLst>
    <p:sldId xmlns:r="http://schemas.openxmlformats.org/officeDocument/2006/relationships" id="256" r:id="R914a7c263eb74c1f"/>
    <p:sldId xmlns:r="http://schemas.openxmlformats.org/officeDocument/2006/relationships" id="257" r:id="Rd21f93329e9d4830"/>
    <p:sldId xmlns:r="http://schemas.openxmlformats.org/officeDocument/2006/relationships" id="258" r:id="R05a6920d1cc54d43"/>
    <p:sldId xmlns:r="http://schemas.openxmlformats.org/officeDocument/2006/relationships" id="259" r:id="Ra3017c6e7312450e"/>
    <p:sldId xmlns:r="http://schemas.openxmlformats.org/officeDocument/2006/relationships" id="260" r:id="R39e906b48ed34add"/>
    <p:sldId xmlns:r="http://schemas.openxmlformats.org/officeDocument/2006/relationships" id="261" r:id="R7157bca96ce84ac7"/>
    <p:sldId xmlns:r="http://schemas.openxmlformats.org/officeDocument/2006/relationships" id="262" r:id="Rd3520b811c854184"/>
    <p:sldId xmlns:r="http://schemas.openxmlformats.org/officeDocument/2006/relationships" id="263" r:id="R84c5cf7e0d534e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0cc06e73c74b1a" /><Relationship Type="http://schemas.openxmlformats.org/officeDocument/2006/relationships/slideMaster" Target="/ppt/slideMasters/slideMaster1.xml" Id="Refd130b561be4119" /><Relationship Type="http://schemas.openxmlformats.org/officeDocument/2006/relationships/notesMaster" Target="/ppt/notesMasters/notesMaster1.xml" Id="R7d646530f0b94b7b" /><Relationship Type="http://schemas.openxmlformats.org/officeDocument/2006/relationships/presProps" Target="/ppt/presProps.xml" Id="R0076e90c200a4a00" /><Relationship Type="http://schemas.openxmlformats.org/officeDocument/2006/relationships/viewProps" Target="/ppt/viewProps.xml" Id="Rab792eeca9e34420" /><Relationship Type="http://schemas.openxmlformats.org/officeDocument/2006/relationships/tableStyles" Target="/ppt/tableStyles.xml" Id="R315baacdbb1346b6" /><Relationship Type="http://schemas.openxmlformats.org/officeDocument/2006/relationships/slide" Target="/ppt/slides/slide1.xml" Id="R914a7c263eb74c1f" /><Relationship Type="http://schemas.openxmlformats.org/officeDocument/2006/relationships/slide" Target="/ppt/slides/slide2.xml" Id="Rd21f93329e9d4830" /><Relationship Type="http://schemas.openxmlformats.org/officeDocument/2006/relationships/slide" Target="/ppt/slides/slide3.xml" Id="R05a6920d1cc54d43" /><Relationship Type="http://schemas.openxmlformats.org/officeDocument/2006/relationships/slide" Target="/ppt/slides/slide4.xml" Id="Ra3017c6e7312450e" /><Relationship Type="http://schemas.openxmlformats.org/officeDocument/2006/relationships/slide" Target="/ppt/slides/slide5.xml" Id="R39e906b48ed34add" /><Relationship Type="http://schemas.openxmlformats.org/officeDocument/2006/relationships/slide" Target="/ppt/slides/slide6.xml" Id="R7157bca96ce84ac7" /><Relationship Type="http://schemas.openxmlformats.org/officeDocument/2006/relationships/slide" Target="/ppt/slides/slide7.xml" Id="Rd3520b811c854184" /><Relationship Type="http://schemas.openxmlformats.org/officeDocument/2006/relationships/slide" Target="/ppt/slides/slide8.xml" Id="R84c5cf7e0d534e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ef59a19a0848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ec984d2a8948e4" /><Relationship Type="http://schemas.openxmlformats.org/officeDocument/2006/relationships/notesMaster" Target="/ppt/notesMasters/notesMaster1.xml" Id="Rf114ffc16e6e4d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cdf8dc197b49e6" /><Relationship Type="http://schemas.openxmlformats.org/officeDocument/2006/relationships/notesMaster" Target="/ppt/notesMasters/notesMaster1.xml" Id="Rdaf1283c657249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18d8efea854d3b" /><Relationship Type="http://schemas.openxmlformats.org/officeDocument/2006/relationships/notesMaster" Target="/ppt/notesMasters/notesMaster1.xml" Id="R6b63c9d5e85643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cd4d1383084354" /><Relationship Type="http://schemas.openxmlformats.org/officeDocument/2006/relationships/notesMaster" Target="/ppt/notesMasters/notesMaster1.xml" Id="R60ff4399588d41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70577498244cf5" /><Relationship Type="http://schemas.openxmlformats.org/officeDocument/2006/relationships/notesMaster" Target="/ppt/notesMasters/notesMaster1.xml" Id="R710584c30cbd44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5bd1f6255f4bfa" /><Relationship Type="http://schemas.openxmlformats.org/officeDocument/2006/relationships/notesMaster" Target="/ppt/notesMasters/notesMaster1.xml" Id="R019d5c79a17048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76952d06df4e73" /><Relationship Type="http://schemas.openxmlformats.org/officeDocument/2006/relationships/notesMaster" Target="/ppt/notesMasters/notesMaster1.xml" Id="R2d8dfa7e7d2f44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c79b4ef5f642ea" /><Relationship Type="http://schemas.openxmlformats.org/officeDocument/2006/relationships/notesMaster" Target="/ppt/notesMasters/notesMaster1.xml" Id="Rbf62122c9a1345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5b426ce2e48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d5f63f11a42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1cf929a2f4f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14ea0dd8242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fdd54065f45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726e66d33491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d300841d1434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2db89ffc154d9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813d1e6df4f0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8e415d42b4a2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ca4a2df2b4b7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5da5f041f14019" /><Relationship Type="http://schemas.openxmlformats.org/officeDocument/2006/relationships/slideLayout" Target="/ppt/slideLayouts/slideLayout1.xml" Id="Rd8903634a0404680" /><Relationship Type="http://schemas.openxmlformats.org/officeDocument/2006/relationships/slideLayout" Target="/ppt/slideLayouts/slideLayout2.xml" Id="Rf86d87508e7147a1" /><Relationship Type="http://schemas.openxmlformats.org/officeDocument/2006/relationships/slideLayout" Target="/ppt/slideLayouts/slideLayout3.xml" Id="Rec4364a1881b4232" /><Relationship Type="http://schemas.openxmlformats.org/officeDocument/2006/relationships/slideLayout" Target="/ppt/slideLayouts/slideLayout4.xml" Id="R4031ed8a61c24b08" /><Relationship Type="http://schemas.openxmlformats.org/officeDocument/2006/relationships/slideLayout" Target="/ppt/slideLayouts/slideLayout5.xml" Id="R76d3030693d145b9" /><Relationship Type="http://schemas.openxmlformats.org/officeDocument/2006/relationships/slideLayout" Target="/ppt/slideLayouts/slideLayout6.xml" Id="R9b4366b80ef149a9" /><Relationship Type="http://schemas.openxmlformats.org/officeDocument/2006/relationships/slideLayout" Target="/ppt/slideLayouts/slideLayout7.xml" Id="R4fc4dbe8281948a4" /><Relationship Type="http://schemas.openxmlformats.org/officeDocument/2006/relationships/slideLayout" Target="/ppt/slideLayouts/slideLayout8.xml" Id="Rf494fc665a0a4131" /><Relationship Type="http://schemas.openxmlformats.org/officeDocument/2006/relationships/slideLayout" Target="/ppt/slideLayouts/slideLayout9.xml" Id="R70578d53e4c74a9a" /><Relationship Type="http://schemas.openxmlformats.org/officeDocument/2006/relationships/slideLayout" Target="/ppt/slideLayouts/slideLayout10.xml" Id="R20d0ecda23c04c64" /><Relationship Type="http://schemas.openxmlformats.org/officeDocument/2006/relationships/slideLayout" Target="/ppt/slideLayouts/slideLayout11.xml" Id="Rd737162bba534c4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903634a0404680"/>
    <p:sldLayoutId xmlns:r="http://schemas.openxmlformats.org/officeDocument/2006/relationships" id="2147483650" r:id="Rf86d87508e7147a1"/>
    <p:sldLayoutId xmlns:r="http://schemas.openxmlformats.org/officeDocument/2006/relationships" id="2147483651" r:id="Rec4364a1881b4232"/>
    <p:sldLayoutId xmlns:r="http://schemas.openxmlformats.org/officeDocument/2006/relationships" id="2147483652" r:id="R4031ed8a61c24b08"/>
    <p:sldLayoutId xmlns:r="http://schemas.openxmlformats.org/officeDocument/2006/relationships" id="2147483653" r:id="R76d3030693d145b9"/>
    <p:sldLayoutId xmlns:r="http://schemas.openxmlformats.org/officeDocument/2006/relationships" id="2147483654" r:id="R9b4366b80ef149a9"/>
    <p:sldLayoutId xmlns:r="http://schemas.openxmlformats.org/officeDocument/2006/relationships" id="2147483655" r:id="R4fc4dbe8281948a4"/>
    <p:sldLayoutId xmlns:r="http://schemas.openxmlformats.org/officeDocument/2006/relationships" id="2147483656" r:id="Rf494fc665a0a4131"/>
    <p:sldLayoutId xmlns:r="http://schemas.openxmlformats.org/officeDocument/2006/relationships" id="2147483657" r:id="R70578d53e4c74a9a"/>
    <p:sldLayoutId xmlns:r="http://schemas.openxmlformats.org/officeDocument/2006/relationships" id="2147483658" r:id="R20d0ecda23c04c64"/>
    <p:sldLayoutId xmlns:r="http://schemas.openxmlformats.org/officeDocument/2006/relationships" id="2147483659" r:id="Rd737162bba534c4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4218c9cd4418a" /><Relationship Type="http://schemas.openxmlformats.org/officeDocument/2006/relationships/notesSlide" Target="/ppt/notesSlides/notesSlide1.xml" Id="Rc8778266f01942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dcaab32f3341f5" /><Relationship Type="http://schemas.openxmlformats.org/officeDocument/2006/relationships/image" Target="/ppt/media/image.png" Id="R5712d35586f14cef" /><Relationship Type="http://schemas.openxmlformats.org/officeDocument/2006/relationships/notesSlide" Target="/ppt/notesSlides/notesSlide2.xml" Id="R0ecada56aa7a47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6f9aba6ccf4ef0" /><Relationship Type="http://schemas.openxmlformats.org/officeDocument/2006/relationships/image" Target="/ppt/media/image2.png" Id="Rf80e455c22bc44ae" /><Relationship Type="http://schemas.openxmlformats.org/officeDocument/2006/relationships/notesSlide" Target="/ppt/notesSlides/notesSlide3.xml" Id="R5feefd6bf3fb40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7d8e862c8b47e0" /><Relationship Type="http://schemas.openxmlformats.org/officeDocument/2006/relationships/image" Target="/ppt/media/image3.png" Id="Re53a7065a1f54758" /><Relationship Type="http://schemas.openxmlformats.org/officeDocument/2006/relationships/notesSlide" Target="/ppt/notesSlides/notesSlide4.xml" Id="Rfb9a0fda63594e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d30bfe31b44090" /><Relationship Type="http://schemas.openxmlformats.org/officeDocument/2006/relationships/image" Target="/ppt/media/image4.png" Id="R3cd308940de748cb" /><Relationship Type="http://schemas.openxmlformats.org/officeDocument/2006/relationships/notesSlide" Target="/ppt/notesSlides/notesSlide5.xml" Id="R4e7714a5be524a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96b43f01d943df" /><Relationship Type="http://schemas.openxmlformats.org/officeDocument/2006/relationships/image" Target="/ppt/media/image5.png" Id="R8a4897f43ad74d2e" /><Relationship Type="http://schemas.openxmlformats.org/officeDocument/2006/relationships/notesSlide" Target="/ppt/notesSlides/notesSlide6.xml" Id="R079a0bd64eb84e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c4e6ba13114fc6" /><Relationship Type="http://schemas.openxmlformats.org/officeDocument/2006/relationships/notesSlide" Target="/ppt/notesSlides/notesSlide7.xml" Id="Rd3b1e7cfc4974f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eeb5b6c89b41b9" /><Relationship Type="http://schemas.openxmlformats.org/officeDocument/2006/relationships/notesSlide" Target="/ppt/notesSlides/notesSlide8.xml" Id="Rf35a0215360c48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Μορφοποίηση Κειμένου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0736D-46A8-43F9-AE9A-0041A7E5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Εισαγωγή κειμένου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21EA9-8F88-46FE-91DF-0318072D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Γράφουμε σε θέση κράτησης ή επιλέγουμε Insert &gt; Text Box.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Κάνουμε κλικ μέσα στο πλαίσιο για επεξεργασία.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Για επιλογή ολόκληρου πλαισίου κάνουμε κλικ στο περίγραμμά του.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2d35586f14cef"/>
          <a:stretch xmlns:a="http://schemas.openxmlformats.org/drawingml/2006/main"/>
        </p:blipFill>
        <p:spPr>
          <a:xfrm xmlns:a="http://schemas.openxmlformats.org/drawingml/2006/main">
            <a:off x="6762750" y="2327366"/>
            <a:ext cx="4191000" cy="220326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1FC84-3BDA-40A8-979D-A046CCEA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Επιλογή και αντιγραφή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10F40-0355-4FF7-A34D-3E787996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Σύρουμε πάνω στο κείμενο για επιλογή.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Ctrl+C αντιγράφει, Ctrl+X αποκόπτει και Ctrl+V επικολλά.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Με Undo αναιρούμε την τελευταία ενέργεια.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e455c22bc44ae"/>
          <a:stretch xmlns:a="http://schemas.openxmlformats.org/drawingml/2006/main"/>
        </p:blipFill>
        <p:spPr>
          <a:xfrm xmlns:a="http://schemas.openxmlformats.org/drawingml/2006/main">
            <a:off x="6935261" y="1571625"/>
            <a:ext cx="3845978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1C2D0-E7D7-43F4-9AAF-E7FD6DD0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Γραμματοσειρά και μέγεθος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1A42D-AECA-4470-87A3-F044221A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Home &gt; Font.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γραμματοσειρά και μέγεθος.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Χρησιμοποιούμε Increase Font Size ή Decrease Font Size για μικρές αλλαγές.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a7065a1f54758"/>
          <a:stretch xmlns:a="http://schemas.openxmlformats.org/drawingml/2006/main"/>
        </p:blipFill>
        <p:spPr>
          <a:xfrm xmlns:a="http://schemas.openxmlformats.org/drawingml/2006/main">
            <a:off x="6762750" y="2687515"/>
            <a:ext cx="4191000" cy="148296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CA454-503B-4DBB-B879-A0FA6934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Έντονα και υπογράμμιση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804F5-6F8C-4E6C-9573-4A5BD4B7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Bold για έντονη γραφή, Italic για πλάγια και Underline για υπογράμμιση.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πρώτα μόνο το κείμενο που θέλουμε να αλλάξει.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308940de748cb"/>
          <a:stretch xmlns:a="http://schemas.openxmlformats.org/drawingml/2006/main"/>
        </p:blipFill>
        <p:spPr>
          <a:xfrm xmlns:a="http://schemas.openxmlformats.org/drawingml/2006/main">
            <a:off x="6762750" y="2058703"/>
            <a:ext cx="4191000" cy="2740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AB27F-F905-4729-B8FF-666F3B34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Χρώμα και αλλαγή πεζών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99CE0-0640-4CE8-A01D-C85D0DA2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Font Color αλλάζει το χρώμα των χαρακτήρων.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Change Case μετατρέπει το κείμενο σε πεζά, κεφαλαία ή κεφαλαίο στην αρχή κάθε λέξης.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897f43ad74d2e"/>
          <a:stretch xmlns:a="http://schemas.openxmlformats.org/drawingml/2006/main"/>
        </p:blipFill>
        <p:spPr>
          <a:xfrm xmlns:a="http://schemas.openxmlformats.org/drawingml/2006/main">
            <a:off x="7175325" y="1571625"/>
            <a:ext cx="3365851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99920-5D70-4182-9B0F-F481C735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05F82-52BB-49E2-B646-E75FFCEC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E70A0-F793-46CF-A9A2-9F91B85F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71-72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M3a.pptx, M3b.pptx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DC997-9809-4E53-88C7-AD9F0F59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Εισαγωγή, επιλογή, αντιγραφή και μορφοποίηση κειμένου.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0BC31-2087-44FC-B34A-0AD9D03C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2365D-6C18-4C93-84CA-0E5AF38A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3C815-4CDF-466C-BCF9-2C7C0418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72-73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20-30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M3c.pptx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F61F3-F365-4194-9061-0B6477E6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Εφάρμοσε μορφοποίηση κειμένου στις ζητούμενες διαφάνειες.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2026-09-12T06:52:43.4150000Z</dcterms:created>
  <dcterms:modified xsi:type="dcterms:W3CDTF">2026-09-12T06:52:43.4150000Z</dcterms:modified>
</coreProperties>
</file>