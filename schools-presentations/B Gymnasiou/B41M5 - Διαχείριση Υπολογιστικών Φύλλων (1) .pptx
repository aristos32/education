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d8f53a3424e77" /><Relationship Type="http://schemas.openxmlformats.org/officeDocument/2006/relationships/extended-properties" Target="/docProps/app.xml" Id="R0d6d5b89840140a4" /><Relationship Type="http://schemas.openxmlformats.org/officeDocument/2006/relationships/officeDocument" Target="/ppt/presentation.xml" Id="R052d6df3a46a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0327841784880"/>
  </p:sldMasterIdLst>
  <p:notesMasterIdLst>
    <p:notesMasterId xmlns:r="http://schemas.openxmlformats.org/officeDocument/2006/relationships" r:id="R2b6e0864ac5a4227"/>
  </p:notesMasterIdLst>
  <p:sldIdLst>
    <p:sldId xmlns:r="http://schemas.openxmlformats.org/officeDocument/2006/relationships" id="256" r:id="Rb93a19a486544188"/>
    <p:sldId xmlns:r="http://schemas.openxmlformats.org/officeDocument/2006/relationships" id="257" r:id="Rd3fd19289df34cf8"/>
    <p:sldId xmlns:r="http://schemas.openxmlformats.org/officeDocument/2006/relationships" id="258" r:id="R979cc36f5d694f55"/>
    <p:sldId xmlns:r="http://schemas.openxmlformats.org/officeDocument/2006/relationships" id="259" r:id="R792972441d6345d1"/>
    <p:sldId xmlns:r="http://schemas.openxmlformats.org/officeDocument/2006/relationships" id="260" r:id="Re6343ab6ed6f4387"/>
    <p:sldId xmlns:r="http://schemas.openxmlformats.org/officeDocument/2006/relationships" id="261" r:id="Re39a368a84634c28"/>
    <p:sldId xmlns:r="http://schemas.openxmlformats.org/officeDocument/2006/relationships" id="262" r:id="R4af13d47e2394af2"/>
    <p:sldId xmlns:r="http://schemas.openxmlformats.org/officeDocument/2006/relationships" id="263" r:id="R1f7501ac9c2d44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de7f9c2def4bfe" /><Relationship Type="http://schemas.openxmlformats.org/officeDocument/2006/relationships/slideMaster" Target="/ppt/slideMasters/slideMaster1.xml" Id="R07f0327841784880" /><Relationship Type="http://schemas.openxmlformats.org/officeDocument/2006/relationships/notesMaster" Target="/ppt/notesMasters/notesMaster1.xml" Id="R2b6e0864ac5a4227" /><Relationship Type="http://schemas.openxmlformats.org/officeDocument/2006/relationships/presProps" Target="/ppt/presProps.xml" Id="R72c30adcca2f45d6" /><Relationship Type="http://schemas.openxmlformats.org/officeDocument/2006/relationships/viewProps" Target="/ppt/viewProps.xml" Id="R792ebc23f6794da0" /><Relationship Type="http://schemas.openxmlformats.org/officeDocument/2006/relationships/tableStyles" Target="/ppt/tableStyles.xml" Id="R0d4b90c9facc4010" /><Relationship Type="http://schemas.openxmlformats.org/officeDocument/2006/relationships/slide" Target="/ppt/slides/slide1.xml" Id="Rb93a19a486544188" /><Relationship Type="http://schemas.openxmlformats.org/officeDocument/2006/relationships/slide" Target="/ppt/slides/slide2.xml" Id="Rd3fd19289df34cf8" /><Relationship Type="http://schemas.openxmlformats.org/officeDocument/2006/relationships/slide" Target="/ppt/slides/slide3.xml" Id="R979cc36f5d694f55" /><Relationship Type="http://schemas.openxmlformats.org/officeDocument/2006/relationships/slide" Target="/ppt/slides/slide4.xml" Id="R792972441d6345d1" /><Relationship Type="http://schemas.openxmlformats.org/officeDocument/2006/relationships/slide" Target="/ppt/slides/slide5.xml" Id="Re6343ab6ed6f4387" /><Relationship Type="http://schemas.openxmlformats.org/officeDocument/2006/relationships/slide" Target="/ppt/slides/slide6.xml" Id="Re39a368a84634c28" /><Relationship Type="http://schemas.openxmlformats.org/officeDocument/2006/relationships/slide" Target="/ppt/slides/slide7.xml" Id="R4af13d47e2394af2" /><Relationship Type="http://schemas.openxmlformats.org/officeDocument/2006/relationships/slide" Target="/ppt/slides/slide8.xml" Id="R1f7501ac9c2d44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f1c122761a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29afc57ed4788" /><Relationship Type="http://schemas.openxmlformats.org/officeDocument/2006/relationships/notesMaster" Target="/ppt/notesMasters/notesMaster1.xml" Id="R76412a4120bc4a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13b1757464e65" /><Relationship Type="http://schemas.openxmlformats.org/officeDocument/2006/relationships/notesMaster" Target="/ppt/notesMasters/notesMaster1.xml" Id="Ra5611d0e8a6b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09394e4594eb3" /><Relationship Type="http://schemas.openxmlformats.org/officeDocument/2006/relationships/notesMaster" Target="/ppt/notesMasters/notesMaster1.xml" Id="R4178be1262b54e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7d29776444986" /><Relationship Type="http://schemas.openxmlformats.org/officeDocument/2006/relationships/notesMaster" Target="/ppt/notesMasters/notesMaster1.xml" Id="R91b4058419ba40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fae11d28e14cf0" /><Relationship Type="http://schemas.openxmlformats.org/officeDocument/2006/relationships/notesMaster" Target="/ppt/notesMasters/notesMaster1.xml" Id="R54ff78112f72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238b227614bfd" /><Relationship Type="http://schemas.openxmlformats.org/officeDocument/2006/relationships/notesMaster" Target="/ppt/notesMasters/notesMaster1.xml" Id="R4532313af97c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81c39b178418d" /><Relationship Type="http://schemas.openxmlformats.org/officeDocument/2006/relationships/notesMaster" Target="/ppt/notesMasters/notesMaster1.xml" Id="R2deef573d5bd43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6f7d22b294440e" /><Relationship Type="http://schemas.openxmlformats.org/officeDocument/2006/relationships/notesMaster" Target="/ppt/notesMasters/notesMaster1.xml" Id="R14509467c9c7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a33039a774d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19ebd0ff047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ead6a5ec94b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82d02e5e2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ebe237c524d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4fa02dee54f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05993b0a143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c50ea5adc46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d428707ae4b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fdb94568d47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415ae98894e3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c80e43ab74773" /><Relationship Type="http://schemas.openxmlformats.org/officeDocument/2006/relationships/slideLayout" Target="/ppt/slideLayouts/slideLayout1.xml" Id="Rabe7a5a5a7fe441d" /><Relationship Type="http://schemas.openxmlformats.org/officeDocument/2006/relationships/slideLayout" Target="/ppt/slideLayouts/slideLayout2.xml" Id="Ra9908e10f04c4a0c" /><Relationship Type="http://schemas.openxmlformats.org/officeDocument/2006/relationships/slideLayout" Target="/ppt/slideLayouts/slideLayout3.xml" Id="R71827ee4aac7490b" /><Relationship Type="http://schemas.openxmlformats.org/officeDocument/2006/relationships/slideLayout" Target="/ppt/slideLayouts/slideLayout4.xml" Id="R1fc8e6ca24ac407b" /><Relationship Type="http://schemas.openxmlformats.org/officeDocument/2006/relationships/slideLayout" Target="/ppt/slideLayouts/slideLayout5.xml" Id="Reb1d04a536804c0f" /><Relationship Type="http://schemas.openxmlformats.org/officeDocument/2006/relationships/slideLayout" Target="/ppt/slideLayouts/slideLayout6.xml" Id="R9488b67ea1f149a3" /><Relationship Type="http://schemas.openxmlformats.org/officeDocument/2006/relationships/slideLayout" Target="/ppt/slideLayouts/slideLayout7.xml" Id="R4fc301a0c40647d7" /><Relationship Type="http://schemas.openxmlformats.org/officeDocument/2006/relationships/slideLayout" Target="/ppt/slideLayouts/slideLayout8.xml" Id="R74480aba8d2d4b08" /><Relationship Type="http://schemas.openxmlformats.org/officeDocument/2006/relationships/slideLayout" Target="/ppt/slideLayouts/slideLayout9.xml" Id="R2d8a7bc27d004993" /><Relationship Type="http://schemas.openxmlformats.org/officeDocument/2006/relationships/slideLayout" Target="/ppt/slideLayouts/slideLayout10.xml" Id="R2f98e4c3d2794c6d" /><Relationship Type="http://schemas.openxmlformats.org/officeDocument/2006/relationships/slideLayout" Target="/ppt/slideLayouts/slideLayout11.xml" Id="Raa9711edee7646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e7a5a5a7fe441d"/>
    <p:sldLayoutId xmlns:r="http://schemas.openxmlformats.org/officeDocument/2006/relationships" id="2147483650" r:id="Ra9908e10f04c4a0c"/>
    <p:sldLayoutId xmlns:r="http://schemas.openxmlformats.org/officeDocument/2006/relationships" id="2147483651" r:id="R71827ee4aac7490b"/>
    <p:sldLayoutId xmlns:r="http://schemas.openxmlformats.org/officeDocument/2006/relationships" id="2147483652" r:id="R1fc8e6ca24ac407b"/>
    <p:sldLayoutId xmlns:r="http://schemas.openxmlformats.org/officeDocument/2006/relationships" id="2147483653" r:id="Reb1d04a536804c0f"/>
    <p:sldLayoutId xmlns:r="http://schemas.openxmlformats.org/officeDocument/2006/relationships" id="2147483654" r:id="R9488b67ea1f149a3"/>
    <p:sldLayoutId xmlns:r="http://schemas.openxmlformats.org/officeDocument/2006/relationships" id="2147483655" r:id="R4fc301a0c40647d7"/>
    <p:sldLayoutId xmlns:r="http://schemas.openxmlformats.org/officeDocument/2006/relationships" id="2147483656" r:id="R74480aba8d2d4b08"/>
    <p:sldLayoutId xmlns:r="http://schemas.openxmlformats.org/officeDocument/2006/relationships" id="2147483657" r:id="R2d8a7bc27d004993"/>
    <p:sldLayoutId xmlns:r="http://schemas.openxmlformats.org/officeDocument/2006/relationships" id="2147483658" r:id="R2f98e4c3d2794c6d"/>
    <p:sldLayoutId xmlns:r="http://schemas.openxmlformats.org/officeDocument/2006/relationships" id="2147483659" r:id="Raa9711edee76468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dc581fbe4078" /><Relationship Type="http://schemas.openxmlformats.org/officeDocument/2006/relationships/notesSlide" Target="/ppt/notesSlides/notesSlide1.xml" Id="R07141173b25c45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ddb7e61564103" /><Relationship Type="http://schemas.openxmlformats.org/officeDocument/2006/relationships/image" Target="/ppt/media/image.png" Id="R982126c4810b48ad" /><Relationship Type="http://schemas.openxmlformats.org/officeDocument/2006/relationships/notesSlide" Target="/ppt/notesSlides/notesSlide2.xml" Id="Rec4b30d3ca5c41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7f685cb794914" /><Relationship Type="http://schemas.openxmlformats.org/officeDocument/2006/relationships/image" Target="/ppt/media/image2.png" Id="R286cbbc6b11943f3" /><Relationship Type="http://schemas.openxmlformats.org/officeDocument/2006/relationships/image" Target="/ppt/media/image3.png" Id="R3b481d8a1bde4708" /><Relationship Type="http://schemas.openxmlformats.org/officeDocument/2006/relationships/notesSlide" Target="/ppt/notesSlides/notesSlide3.xml" Id="R3b4ee10f395f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6f87cc17e4ce4" /><Relationship Type="http://schemas.openxmlformats.org/officeDocument/2006/relationships/image" Target="/ppt/media/image4.png" Id="R18df4a56c1df4719" /><Relationship Type="http://schemas.openxmlformats.org/officeDocument/2006/relationships/image" Target="/ppt/media/image5.png" Id="Ra058b62d4f61479f" /><Relationship Type="http://schemas.openxmlformats.org/officeDocument/2006/relationships/notesSlide" Target="/ppt/notesSlides/notesSlide4.xml" Id="R4695d7348d7f44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6d9ca5bc54e81" /><Relationship Type="http://schemas.openxmlformats.org/officeDocument/2006/relationships/image" Target="/ppt/media/image6.png" Id="Re39ad093071b4022" /><Relationship Type="http://schemas.openxmlformats.org/officeDocument/2006/relationships/image" Target="/ppt/media/image7.png" Id="Ree10f75433044afd" /><Relationship Type="http://schemas.openxmlformats.org/officeDocument/2006/relationships/image" Target="/ppt/media/image8.png" Id="R262f1e751c5343ab" /><Relationship Type="http://schemas.openxmlformats.org/officeDocument/2006/relationships/notesSlide" Target="/ppt/notesSlides/notesSlide5.xml" Id="R8c0214161442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5b8eb202d40da" /><Relationship Type="http://schemas.openxmlformats.org/officeDocument/2006/relationships/image" Target="/ppt/media/image9.png" Id="R7664b78433f94405" /><Relationship Type="http://schemas.openxmlformats.org/officeDocument/2006/relationships/notesSlide" Target="/ppt/notesSlides/notesSlide6.xml" Id="R6021f3311daa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9f30ed0284e18" /><Relationship Type="http://schemas.openxmlformats.org/officeDocument/2006/relationships/notesSlide" Target="/ppt/notesSlides/notesSlide7.xml" Id="R053486ec5db5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6ee9d3baa48db" /><Relationship Type="http://schemas.openxmlformats.org/officeDocument/2006/relationships/notesSlide" Target="/ppt/notesSlides/notesSlide8.xml" Id="Rda9e5d32d11643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2">
                    <a:lumMod val="50000"/>
                  </a:schemeClr>
                </a:solidFill>
              </a:rPr>
              <a:t>Διαχείριση Υπολογιστικών Φύλλων (1)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8E93E-1B57-4BB9-BF33-1A6C315F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γραμμών και στηλών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3E12F-F87D-4289-B126-7FEE285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Κάνουμε κλικ στην κεφαλίδα της γραμμής ή της στήλης.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AFD92-9FB9-4486-A8DC-F57E3C4D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5429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Σύρσιμο: συνεχόμενες γραμμές ή στήλες.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Ctrl + κλικ: μη συνεχόμενες επιλογές.</a:t>
            </a:r>
          </a:p>
          <a:p xmlns:a="http://schemas.openxmlformats.org/drawingml/2006/main"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Επιλέγουμε πρώτα ό,τι θέλουμε να αλλάξουμε.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26c4810b48ad"/>
          <a:stretch xmlns:a="http://schemas.openxmlformats.org/drawingml/2006/main"/>
        </p:blipFill>
        <p:spPr>
          <a:xfrm xmlns:a="http://schemas.openxmlformats.org/drawingml/2006/main">
            <a:off x="6858000" y="2729228"/>
            <a:ext cx="4095750" cy="15424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4181-CCA6-46E9-9E52-A7D7F20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γραμμών και στηλών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79AEB-1A94-4D75-AA89-65EAEF6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γραμμή ή στήλη.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Cells &gt; Insert.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Insert Sheet Rows ή Insert Sheet Columns.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F812F-4D01-41F7-8D9D-DE3CA0F5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Η νέα γραμμή μπαίνει πάνω από την επιλογή. Η νέα στήλη μπαίνει αριστερά.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cbbc6b11943f3"/>
          <a:stretch xmlns:a="http://schemas.openxmlformats.org/drawingml/2006/main"/>
        </p:blipFill>
        <p:spPr>
          <a:xfrm xmlns:a="http://schemas.openxmlformats.org/drawingml/2006/main">
            <a:off x="6429375" y="2481009"/>
            <a:ext cx="2238375" cy="1324482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81d8a1bde4708"/>
          <a:stretch xmlns:a="http://schemas.openxmlformats.org/drawingml/2006/main"/>
        </p:blipFill>
        <p:spPr>
          <a:xfrm xmlns:a="http://schemas.openxmlformats.org/drawingml/2006/main">
            <a:off x="8810625" y="2481009"/>
            <a:ext cx="2238375" cy="13244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B21D-DC11-4362-A44F-3F940C6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Διαγραφή γραμμών και στηλών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3503-B036-490C-8276-00734C53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ολόκληρη τη γραμμή ή τη στήλη.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Cells &gt; Delete.</a:t>
            </a:r>
          </a:p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Delete Sheet Rows ή Delete Sheet Columns.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A43CE-4100-4FA6-B24D-0D9CA39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Προσοχή: αφαιρείται ολόκληρη η γραμμή ή η στήλη, όχι μόνο το περιεχόμενο.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f4a56c1df4719"/>
          <a:stretch xmlns:a="http://schemas.openxmlformats.org/drawingml/2006/main"/>
        </p:blipFill>
        <p:spPr>
          <a:xfrm xmlns:a="http://schemas.openxmlformats.org/drawingml/2006/main">
            <a:off x="6429375" y="2496321"/>
            <a:ext cx="2238375" cy="1293858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8b62d4f61479f"/>
          <a:stretch xmlns:a="http://schemas.openxmlformats.org/drawingml/2006/main"/>
        </p:blipFill>
        <p:spPr>
          <a:xfrm xmlns:a="http://schemas.openxmlformats.org/drawingml/2006/main">
            <a:off x="8810625" y="2496321"/>
            <a:ext cx="2238375" cy="1293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42162-4305-49BB-80A3-5654F4A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Πλάτος στηλών και ύψος γραμμών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AE15-4968-40FF-A68D-B8E9E53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Home &gt; Cells &gt;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2780B-151F-4A5C-BBFE-F3051D1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810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Row Height / Column Width: γράφουμε ακριβή τιμή.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AutoFit: αυτόματη προσαρμογή στο περιεχόμενο.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Εναλλακτικά, σύρουμε το όριο της κεφαλίδας.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Διπλό κλικ στο όριο = AutoFit.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ad093071b4022"/>
          <a:stretch xmlns:a="http://schemas.openxmlformats.org/drawingml/2006/main"/>
        </p:blipFill>
        <p:spPr>
          <a:xfrm xmlns:a="http://schemas.openxmlformats.org/drawingml/2006/main">
            <a:off x="8328025" y="1571625"/>
            <a:ext cx="1536700" cy="3143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0f75433044afd"/>
          <a:stretch xmlns:a="http://schemas.openxmlformats.org/drawingml/2006/main"/>
        </p:blipFill>
        <p:spPr>
          <a:xfrm xmlns:a="http://schemas.openxmlformats.org/drawingml/2006/main">
            <a:off x="7367280" y="4905375"/>
            <a:ext cx="1410315" cy="8572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f1e751c5343ab"/>
          <a:stretch xmlns:a="http://schemas.openxmlformats.org/drawingml/2006/main"/>
        </p:blipFill>
        <p:spPr>
          <a:xfrm xmlns:a="http://schemas.openxmlformats.org/drawingml/2006/main">
            <a:off x="9382869" y="4905375"/>
            <a:ext cx="1379637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A3C40-1C8E-4C46-8403-288AF53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Freeze Panes και Unfreeze Panes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EF7D-298E-4AF6-8591-4A35E72E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Για να μένουν ορατές οι επικεφαλίδες καθώς μετακινούμαστε στο φύλλο: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8C86-162F-4A7F-A4E3-3A163B0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542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το κατάλληλο κελί.</a:t>
            </a:r>
          </a:p>
          <a:p xmlns:a="http://schemas.openxmlformats.org/drawingml/2006/main"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View &gt; Freeze Panes.</a:t>
            </a:r>
          </a:p>
          <a:p xmlns:a="http://schemas.openxmlformats.org/drawingml/2006/main"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Διαλέγουμε Freeze Panes, Freeze Top Row ή Freeze First Column.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Ακύρωση: View &gt; Freeze Panes &gt; Unfreeze Panes.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4b78433f94405"/>
          <a:stretch xmlns:a="http://schemas.openxmlformats.org/drawingml/2006/main"/>
        </p:blipFill>
        <p:spPr>
          <a:xfrm xmlns:a="http://schemas.openxmlformats.org/drawingml/2006/main">
            <a:off x="6667500" y="2262208"/>
            <a:ext cx="4476750" cy="18573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8C88D-FF4B-4DF9-8FC1-B0A5D42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F6455-DBFA-4ED5-9CB4-E7A7E7D7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FA4B5-ED8A-42BA-B464-C33A4FC0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27–28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Κατάλογος Μαθητών.xlsx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FCF7F-479B-4DC3-8503-AD5E5F89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Εξάσκηση σε μέγεθος, εισαγωγή/διαγραφή και σταθεροποίηση γραμμών.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F2791-9634-4336-80DB-CC127F54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7085C-901A-4F7A-8C7D-3F147A05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0E84B-E4A5-48DC-A972-BF43BE8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28</a:t>
            </a:r>
          </a:p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17–26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Απουσίες.xlsx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EF9F1-FE86-462B-ACE2-05A3385B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τις εντολές χωρίς καθοδήγηση και έλεγξε το τελικό φύλλο.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2026-09-12T06:11:18.2320000Z</dcterms:created>
  <dcterms:modified xsi:type="dcterms:W3CDTF">2026-09-12T06:11:18.2320000Z</dcterms:modified>
</coreProperties>
</file>