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5" r:id="rId5"/>
    <p:sldId id="266" r:id="rId6"/>
    <p:sldId id="267" r:id="rId7"/>
    <p:sldId id="268" r:id="rId8"/>
    <p:sldId id="260" r:id="rId9"/>
    <p:sldId id="263" r:id="rId10"/>
  </p:sldIdLst>
  <p:sldSz cx="12192000" cy="6858000"/>
  <p:notesSz cx="6858000" cy="9144000"/>
  <p:defaultTextStyle>
    <a:defPPr>
      <a:defRPr lang="en-C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D75829-2E2B-4803-9D7B-2244E29787E6}" v="14" dt="2026-09-13T07:43:58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32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25D75829-2E2B-4803-9D7B-2244E29787E6}"/>
    <pc:docChg chg="undo custSel addSld delSld modSld">
      <pc:chgData name="Άριστος Αρέστη" userId="813aa191-2d4c-464f-9d05-0a7e494d859f" providerId="ADAL" clId="{25D75829-2E2B-4803-9D7B-2244E29787E6}" dt="2026-09-14T08:50:28.513" v="249" actId="113"/>
      <pc:docMkLst>
        <pc:docMk/>
      </pc:docMkLst>
      <pc:sldChg chg="modSp">
        <pc:chgData name="Άριστος Αρέστη" userId="813aa191-2d4c-464f-9d05-0a7e494d859f" providerId="ADAL" clId="{25D75829-2E2B-4803-9D7B-2244E29787E6}" dt="2026-09-10T14:03:12.569" v="130" actId="207"/>
        <pc:sldMkLst>
          <pc:docMk/>
          <pc:sldMk cId="3019854637" sldId="256"/>
        </pc:sldMkLst>
        <pc:spChg chg="mod">
          <ac:chgData name="Άριστος Αρέστη" userId="813aa191-2d4c-464f-9d05-0a7e494d859f" providerId="ADAL" clId="{25D75829-2E2B-4803-9D7B-2244E29787E6}" dt="2026-09-10T14:03:12.569" v="130" actId="207"/>
          <ac:spMkLst>
            <pc:docMk/>
            <pc:sldMk cId="3019854637" sldId="256"/>
            <ac:spMk id="2" creationId="{36571B63-82A4-FC3D-9860-20F38F123861}"/>
          </ac:spMkLst>
        </pc:spChg>
      </pc:sldChg>
      <pc:sldChg chg="del">
        <pc:chgData name="Άριστος Αρέστη" userId="813aa191-2d4c-464f-9d05-0a7e494d859f" providerId="ADAL" clId="{25D75829-2E2B-4803-9D7B-2244E29787E6}" dt="2026-09-05T07:07:13.059" v="0" actId="47"/>
        <pc:sldMkLst>
          <pc:docMk/>
          <pc:sldMk cId="4279378956" sldId="257"/>
        </pc:sldMkLst>
      </pc:sldChg>
      <pc:sldChg chg="delSp modSp mod setBg delDesignElem">
        <pc:chgData name="Άριστος Αρέστη" userId="813aa191-2d4c-464f-9d05-0a7e494d859f" providerId="ADAL" clId="{25D75829-2E2B-4803-9D7B-2244E29787E6}" dt="2026-09-13T07:50:05.904" v="241" actId="5793"/>
        <pc:sldMkLst>
          <pc:docMk/>
          <pc:sldMk cId="3815878654" sldId="260"/>
        </pc:sldMkLst>
        <pc:spChg chg="mod">
          <ac:chgData name="Άριστος Αρέστη" userId="813aa191-2d4c-464f-9d05-0a7e494d859f" providerId="ADAL" clId="{25D75829-2E2B-4803-9D7B-2244E29787E6}" dt="2026-09-10T14:04:13.713" v="141" actId="113"/>
          <ac:spMkLst>
            <pc:docMk/>
            <pc:sldMk cId="3815878654" sldId="260"/>
            <ac:spMk id="2" creationId="{63F1E7BB-CB22-80D1-6F93-1729B7732AD6}"/>
          </ac:spMkLst>
        </pc:spChg>
        <pc:spChg chg="mod">
          <ac:chgData name="Άριστος Αρέστη" userId="813aa191-2d4c-464f-9d05-0a7e494d859f" providerId="ADAL" clId="{25D75829-2E2B-4803-9D7B-2244E29787E6}" dt="2026-09-13T07:50:05.904" v="241" actId="5793"/>
          <ac:spMkLst>
            <pc:docMk/>
            <pc:sldMk cId="3815878654" sldId="260"/>
            <ac:spMk id="3" creationId="{7CB06FC5-E736-C4C3-A851-1BF6C398AE90}"/>
          </ac:spMkLst>
        </pc:spChg>
        <pc:spChg chg="del">
          <ac:chgData name="Άριστος Αρέστη" userId="813aa191-2d4c-464f-9d05-0a7e494d859f" providerId="ADAL" clId="{25D75829-2E2B-4803-9D7B-2244E29787E6}" dt="2026-09-10T14:04:04.138" v="138"/>
          <ac:spMkLst>
            <pc:docMk/>
            <pc:sldMk cId="3815878654" sldId="260"/>
            <ac:spMk id="1033" creationId="{D009D6D5-DAC2-4A8B-A17A-E206B9012D09}"/>
          </ac:spMkLst>
        </pc:spChg>
      </pc:sldChg>
      <pc:sldChg chg="modSp mod">
        <pc:chgData name="Άριστος Αρέστη" userId="813aa191-2d4c-464f-9d05-0a7e494d859f" providerId="ADAL" clId="{25D75829-2E2B-4803-9D7B-2244E29787E6}" dt="2026-09-13T07:50:12.906" v="243" actId="5793"/>
        <pc:sldMkLst>
          <pc:docMk/>
          <pc:sldMk cId="608684808" sldId="263"/>
        </pc:sldMkLst>
        <pc:spChg chg="mod">
          <ac:chgData name="Άριστος Αρέστη" userId="813aa191-2d4c-464f-9d05-0a7e494d859f" providerId="ADAL" clId="{25D75829-2E2B-4803-9D7B-2244E29787E6}" dt="2026-09-10T14:04:27.148" v="144" actId="113"/>
          <ac:spMkLst>
            <pc:docMk/>
            <pc:sldMk cId="608684808" sldId="263"/>
            <ac:spMk id="2" creationId="{4C4AE698-8678-D891-4A6F-29AB7E3B2063}"/>
          </ac:spMkLst>
        </pc:spChg>
        <pc:spChg chg="mod">
          <ac:chgData name="Άριστος Αρέστη" userId="813aa191-2d4c-464f-9d05-0a7e494d859f" providerId="ADAL" clId="{25D75829-2E2B-4803-9D7B-2244E29787E6}" dt="2026-09-13T07:50:12.906" v="243" actId="5793"/>
          <ac:spMkLst>
            <pc:docMk/>
            <pc:sldMk cId="608684808" sldId="263"/>
            <ac:spMk id="3" creationId="{CB04EA9D-51CA-E692-F388-D50BE1527C6F}"/>
          </ac:spMkLst>
        </pc:spChg>
      </pc:sldChg>
      <pc:sldChg chg="addSp delSp modSp mod">
        <pc:chgData name="Άριστος Αρέστη" userId="813aa191-2d4c-464f-9d05-0a7e494d859f" providerId="ADAL" clId="{25D75829-2E2B-4803-9D7B-2244E29787E6}" dt="2026-09-13T07:44:23.074" v="228" actId="14100"/>
        <pc:sldMkLst>
          <pc:docMk/>
          <pc:sldMk cId="2026847565" sldId="264"/>
        </pc:sldMkLst>
        <pc:spChg chg="del mod">
          <ac:chgData name="Άριστος Αρέστη" userId="813aa191-2d4c-464f-9d05-0a7e494d859f" providerId="ADAL" clId="{25D75829-2E2B-4803-9D7B-2244E29787E6}" dt="2026-09-13T07:44:14.695" v="225" actId="478"/>
          <ac:spMkLst>
            <pc:docMk/>
            <pc:sldMk cId="2026847565" sldId="264"/>
            <ac:spMk id="2" creationId="{657759B8-F883-AF39-A232-3F38E0FBC22C}"/>
          </ac:spMkLst>
        </pc:spChg>
        <pc:spChg chg="add del">
          <ac:chgData name="Άριστος Αρέστη" userId="813aa191-2d4c-464f-9d05-0a7e494d859f" providerId="ADAL" clId="{25D75829-2E2B-4803-9D7B-2244E29787E6}" dt="2026-09-13T07:43:58.637" v="223"/>
          <ac:spMkLst>
            <pc:docMk/>
            <pc:sldMk cId="2026847565" sldId="264"/>
            <ac:spMk id="3" creationId="{8FAA1EC4-0934-1B70-715B-FE7FC2471050}"/>
          </ac:spMkLst>
        </pc:spChg>
        <pc:spChg chg="add del mod">
          <ac:chgData name="Άριστος Αρέστη" userId="813aa191-2d4c-464f-9d05-0a7e494d859f" providerId="ADAL" clId="{25D75829-2E2B-4803-9D7B-2244E29787E6}" dt="2026-09-13T07:44:17.138" v="226" actId="478"/>
          <ac:spMkLst>
            <pc:docMk/>
            <pc:sldMk cId="2026847565" sldId="264"/>
            <ac:spMk id="7" creationId="{58BEF4E5-E87A-5D3C-BBC7-E6ED725168D3}"/>
          </ac:spMkLst>
        </pc:spChg>
        <pc:picChg chg="add mod">
          <ac:chgData name="Άριστος Αρέστη" userId="813aa191-2d4c-464f-9d05-0a7e494d859f" providerId="ADAL" clId="{25D75829-2E2B-4803-9D7B-2244E29787E6}" dt="2026-09-13T07:44:23.074" v="228" actId="14100"/>
          <ac:picMkLst>
            <pc:docMk/>
            <pc:sldMk cId="2026847565" sldId="264"/>
            <ac:picMk id="5" creationId="{D6D01A9A-B9EB-11DC-9526-69AE5BCF2D6F}"/>
          </ac:picMkLst>
        </pc:picChg>
        <pc:picChg chg="del">
          <ac:chgData name="Άριστος Αρέστη" userId="813aa191-2d4c-464f-9d05-0a7e494d859f" providerId="ADAL" clId="{25D75829-2E2B-4803-9D7B-2244E29787E6}" dt="2026-09-13T07:43:53.192" v="221" actId="478"/>
          <ac:picMkLst>
            <pc:docMk/>
            <pc:sldMk cId="2026847565" sldId="264"/>
            <ac:picMk id="8" creationId="{CD170797-3798-34CF-9D41-28BD780D5884}"/>
          </ac:picMkLst>
        </pc:picChg>
      </pc:sldChg>
      <pc:sldChg chg="addSp delSp modSp mod">
        <pc:chgData name="Άριστος Αρέστη" userId="813aa191-2d4c-464f-9d05-0a7e494d859f" providerId="ADAL" clId="{25D75829-2E2B-4803-9D7B-2244E29787E6}" dt="2026-09-13T07:32:54.039" v="218" actId="108"/>
        <pc:sldMkLst>
          <pc:docMk/>
          <pc:sldMk cId="2133937481" sldId="265"/>
        </pc:sldMkLst>
        <pc:spChg chg="mod">
          <ac:chgData name="Άριστος Αρέστη" userId="813aa191-2d4c-464f-9d05-0a7e494d859f" providerId="ADAL" clId="{25D75829-2E2B-4803-9D7B-2244E29787E6}" dt="2026-09-10T14:03:33.516" v="133" actId="207"/>
          <ac:spMkLst>
            <pc:docMk/>
            <pc:sldMk cId="2133937481" sldId="265"/>
            <ac:spMk id="2" creationId="{657759B8-F883-AF39-A232-3F38E0FBC22C}"/>
          </ac:spMkLst>
        </pc:spChg>
        <pc:spChg chg="add mod">
          <ac:chgData name="Άριστος Αρέστη" userId="813aa191-2d4c-464f-9d05-0a7e494d859f" providerId="ADAL" clId="{25D75829-2E2B-4803-9D7B-2244E29787E6}" dt="2026-09-13T07:30:26.084" v="196" actId="6549"/>
          <ac:spMkLst>
            <pc:docMk/>
            <pc:sldMk cId="2133937481" sldId="265"/>
            <ac:spMk id="5" creationId="{6E8660A0-3084-F669-0D34-4095C6B78CD7}"/>
          </ac:spMkLst>
        </pc:spChg>
        <pc:spChg chg="add mod">
          <ac:chgData name="Άριστος Αρέστη" userId="813aa191-2d4c-464f-9d05-0a7e494d859f" providerId="ADAL" clId="{25D75829-2E2B-4803-9D7B-2244E29787E6}" dt="2026-09-13T07:32:54.039" v="218" actId="108"/>
          <ac:spMkLst>
            <pc:docMk/>
            <pc:sldMk cId="2133937481" sldId="265"/>
            <ac:spMk id="10" creationId="{330756F2-0DD1-ADD7-62D1-E0CEEBB17EA7}"/>
          </ac:spMkLst>
        </pc:spChg>
        <pc:picChg chg="add del mod">
          <ac:chgData name="Άριστος Αρέστη" userId="813aa191-2d4c-464f-9d05-0a7e494d859f" providerId="ADAL" clId="{25D75829-2E2B-4803-9D7B-2244E29787E6}" dt="2026-09-13T07:31:41.584" v="201" actId="478"/>
          <ac:picMkLst>
            <pc:docMk/>
            <pc:sldMk cId="2133937481" sldId="265"/>
            <ac:picMk id="4" creationId="{ACD7F2FB-70D6-4795-BEB4-29D51F8D76BC}"/>
          </ac:picMkLst>
        </pc:picChg>
        <pc:picChg chg="del">
          <ac:chgData name="Άριστος Αρέστη" userId="813aa191-2d4c-464f-9d05-0a7e494d859f" providerId="ADAL" clId="{25D75829-2E2B-4803-9D7B-2244E29787E6}" dt="2026-09-05T07:18:44.466" v="3" actId="478"/>
          <ac:picMkLst>
            <pc:docMk/>
            <pc:sldMk cId="2133937481" sldId="265"/>
            <ac:picMk id="6" creationId="{049C7BF1-AF15-4EFA-335A-6B90F44B39B9}"/>
          </ac:picMkLst>
        </pc:picChg>
        <pc:picChg chg="add del mod">
          <ac:chgData name="Άριστος Αρέστη" userId="813aa191-2d4c-464f-9d05-0a7e494d859f" providerId="ADAL" clId="{25D75829-2E2B-4803-9D7B-2244E29787E6}" dt="2026-09-13T07:29:17.580" v="146" actId="478"/>
          <ac:picMkLst>
            <pc:docMk/>
            <pc:sldMk cId="2133937481" sldId="265"/>
            <ac:picMk id="7" creationId="{A024039F-4FCA-2656-29E5-DDA68AB49912}"/>
          </ac:picMkLst>
        </pc:picChg>
        <pc:picChg chg="add mod">
          <ac:chgData name="Άριστος Αρέστη" userId="813aa191-2d4c-464f-9d05-0a7e494d859f" providerId="ADAL" clId="{25D75829-2E2B-4803-9D7B-2244E29787E6}" dt="2026-09-13T07:32:30.229" v="216" actId="1076"/>
          <ac:picMkLst>
            <pc:docMk/>
            <pc:sldMk cId="2133937481" sldId="265"/>
            <ac:picMk id="8" creationId="{DA1DA27B-5F72-79C9-2E6C-00CAC4BB749B}"/>
          </ac:picMkLst>
        </pc:picChg>
      </pc:sldChg>
      <pc:sldChg chg="del">
        <pc:chgData name="Άριστος Αρέστη" userId="813aa191-2d4c-464f-9d05-0a7e494d859f" providerId="ADAL" clId="{25D75829-2E2B-4803-9D7B-2244E29787E6}" dt="2026-09-05T07:23:52.116" v="32" actId="47"/>
        <pc:sldMkLst>
          <pc:docMk/>
          <pc:sldMk cId="1791099530" sldId="266"/>
        </pc:sldMkLst>
      </pc:sldChg>
      <pc:sldChg chg="addSp delSp modSp add mod">
        <pc:chgData name="Άριστος Αρέστη" userId="813aa191-2d4c-464f-9d05-0a7e494d859f" providerId="ADAL" clId="{25D75829-2E2B-4803-9D7B-2244E29787E6}" dt="2026-09-10T14:03:40.113" v="134" actId="108"/>
        <pc:sldMkLst>
          <pc:docMk/>
          <pc:sldMk cId="2484230000" sldId="266"/>
        </pc:sldMkLst>
        <pc:spChg chg="mod">
          <ac:chgData name="Άριστος Αρέστη" userId="813aa191-2d4c-464f-9d05-0a7e494d859f" providerId="ADAL" clId="{25D75829-2E2B-4803-9D7B-2244E29787E6}" dt="2026-09-10T14:03:40.113" v="134" actId="108"/>
          <ac:spMkLst>
            <pc:docMk/>
            <pc:sldMk cId="2484230000" sldId="266"/>
            <ac:spMk id="2" creationId="{657759B8-F883-AF39-A232-3F38E0FBC22C}"/>
          </ac:spMkLst>
        </pc:spChg>
        <pc:picChg chg="del">
          <ac:chgData name="Άριστος Αρέστη" userId="813aa191-2d4c-464f-9d05-0a7e494d859f" providerId="ADAL" clId="{25D75829-2E2B-4803-9D7B-2244E29787E6}" dt="2026-09-05T07:24:36.215" v="40" actId="478"/>
          <ac:picMkLst>
            <pc:docMk/>
            <pc:sldMk cId="2484230000" sldId="266"/>
            <ac:picMk id="4" creationId="{ACD7F2FB-70D6-4795-BEB4-29D51F8D76BC}"/>
          </ac:picMkLst>
        </pc:picChg>
        <pc:picChg chg="add mod">
          <ac:chgData name="Άριστος Αρέστη" userId="813aa191-2d4c-464f-9d05-0a7e494d859f" providerId="ADAL" clId="{25D75829-2E2B-4803-9D7B-2244E29787E6}" dt="2026-09-05T07:25:14.079" v="49" actId="14100"/>
          <ac:picMkLst>
            <pc:docMk/>
            <pc:sldMk cId="2484230000" sldId="266"/>
            <ac:picMk id="5" creationId="{F5473A42-2367-FB19-C65A-741944CC73DD}"/>
          </ac:picMkLst>
        </pc:picChg>
        <pc:picChg chg="del">
          <ac:chgData name="Άριστος Αρέστη" userId="813aa191-2d4c-464f-9d05-0a7e494d859f" providerId="ADAL" clId="{25D75829-2E2B-4803-9D7B-2244E29787E6}" dt="2026-09-05T07:24:37.856" v="41" actId="478"/>
          <ac:picMkLst>
            <pc:docMk/>
            <pc:sldMk cId="2484230000" sldId="266"/>
            <ac:picMk id="7" creationId="{A024039F-4FCA-2656-29E5-DDA68AB49912}"/>
          </ac:picMkLst>
        </pc:picChg>
      </pc:sldChg>
      <pc:sldChg chg="addSp delSp modSp add mod">
        <pc:chgData name="Άριστος Αρέστη" userId="813aa191-2d4c-464f-9d05-0a7e494d859f" providerId="ADAL" clId="{25D75829-2E2B-4803-9D7B-2244E29787E6}" dt="2026-09-10T14:03:45.813" v="135" actId="108"/>
        <pc:sldMkLst>
          <pc:docMk/>
          <pc:sldMk cId="1720723223" sldId="267"/>
        </pc:sldMkLst>
        <pc:spChg chg="mod">
          <ac:chgData name="Άριστος Αρέστη" userId="813aa191-2d4c-464f-9d05-0a7e494d859f" providerId="ADAL" clId="{25D75829-2E2B-4803-9D7B-2244E29787E6}" dt="2026-09-10T14:03:45.813" v="135" actId="108"/>
          <ac:spMkLst>
            <pc:docMk/>
            <pc:sldMk cId="1720723223" sldId="267"/>
            <ac:spMk id="2" creationId="{657759B8-F883-AF39-A232-3F38E0FBC22C}"/>
          </ac:spMkLst>
        </pc:spChg>
        <pc:spChg chg="add mod">
          <ac:chgData name="Άριστος Αρέστη" userId="813aa191-2d4c-464f-9d05-0a7e494d859f" providerId="ADAL" clId="{25D75829-2E2B-4803-9D7B-2244E29787E6}" dt="2026-09-05T07:28:12.959" v="70" actId="20577"/>
          <ac:spMkLst>
            <pc:docMk/>
            <pc:sldMk cId="1720723223" sldId="267"/>
            <ac:spMk id="3" creationId="{5B8C35DC-53FD-41F8-34FA-B18274898A83}"/>
          </ac:spMkLst>
        </pc:spChg>
        <pc:picChg chg="del">
          <ac:chgData name="Άριστος Αρέστη" userId="813aa191-2d4c-464f-9d05-0a7e494d859f" providerId="ADAL" clId="{25D75829-2E2B-4803-9D7B-2244E29787E6}" dt="2026-09-05T07:27:44.831" v="53" actId="478"/>
          <ac:picMkLst>
            <pc:docMk/>
            <pc:sldMk cId="1720723223" sldId="267"/>
            <ac:picMk id="5" creationId="{F5473A42-2367-FB19-C65A-741944CC73DD}"/>
          </ac:picMkLst>
        </pc:picChg>
        <pc:picChg chg="add mod">
          <ac:chgData name="Άριστος Αρέστη" userId="813aa191-2d4c-464f-9d05-0a7e494d859f" providerId="ADAL" clId="{25D75829-2E2B-4803-9D7B-2244E29787E6}" dt="2026-09-05T07:30:06.949" v="78" actId="1076"/>
          <ac:picMkLst>
            <pc:docMk/>
            <pc:sldMk cId="1720723223" sldId="267"/>
            <ac:picMk id="6" creationId="{2E9D3171-64DA-8381-8D04-09A224A65E1D}"/>
          </ac:picMkLst>
        </pc:picChg>
        <pc:picChg chg="add mod">
          <ac:chgData name="Άριστος Αρέστη" userId="813aa191-2d4c-464f-9d05-0a7e494d859f" providerId="ADAL" clId="{25D75829-2E2B-4803-9D7B-2244E29787E6}" dt="2026-09-05T07:30:45.990" v="85" actId="14100"/>
          <ac:picMkLst>
            <pc:docMk/>
            <pc:sldMk cId="1720723223" sldId="267"/>
            <ac:picMk id="8" creationId="{1F21FEA4-0482-7E2C-C273-A8ABB575C518}"/>
          </ac:picMkLst>
        </pc:picChg>
      </pc:sldChg>
      <pc:sldChg chg="del">
        <pc:chgData name="Άριστος Αρέστη" userId="813aa191-2d4c-464f-9d05-0a7e494d859f" providerId="ADAL" clId="{25D75829-2E2B-4803-9D7B-2244E29787E6}" dt="2026-09-05T07:23:54.599" v="33" actId="47"/>
        <pc:sldMkLst>
          <pc:docMk/>
          <pc:sldMk cId="4205591542" sldId="267"/>
        </pc:sldMkLst>
      </pc:sldChg>
      <pc:sldChg chg="delSp modSp add mod">
        <pc:chgData name="Άριστος Αρέστη" userId="813aa191-2d4c-464f-9d05-0a7e494d859f" providerId="ADAL" clId="{25D75829-2E2B-4803-9D7B-2244E29787E6}" dt="2026-09-14T08:50:28.513" v="249" actId="113"/>
        <pc:sldMkLst>
          <pc:docMk/>
          <pc:sldMk cId="2654053172" sldId="268"/>
        </pc:sldMkLst>
        <pc:spChg chg="mod">
          <ac:chgData name="Άριστος Αρέστη" userId="813aa191-2d4c-464f-9d05-0a7e494d859f" providerId="ADAL" clId="{25D75829-2E2B-4803-9D7B-2244E29787E6}" dt="2026-09-10T14:03:57.586" v="136" actId="108"/>
          <ac:spMkLst>
            <pc:docMk/>
            <pc:sldMk cId="2654053172" sldId="268"/>
            <ac:spMk id="2" creationId="{657759B8-F883-AF39-A232-3F38E0FBC22C}"/>
          </ac:spMkLst>
        </pc:spChg>
        <pc:spChg chg="mod">
          <ac:chgData name="Άριστος Αρέστη" userId="813aa191-2d4c-464f-9d05-0a7e494d859f" providerId="ADAL" clId="{25D75829-2E2B-4803-9D7B-2244E29787E6}" dt="2026-09-14T08:50:28.513" v="249" actId="113"/>
          <ac:spMkLst>
            <pc:docMk/>
            <pc:sldMk cId="2654053172" sldId="268"/>
            <ac:spMk id="3" creationId="{5B8C35DC-53FD-41F8-34FA-B18274898A83}"/>
          </ac:spMkLst>
        </pc:spChg>
        <pc:picChg chg="del">
          <ac:chgData name="Άριστος Αρέστη" userId="813aa191-2d4c-464f-9d05-0a7e494d859f" providerId="ADAL" clId="{25D75829-2E2B-4803-9D7B-2244E29787E6}" dt="2026-09-05T07:32:53.484" v="90" actId="478"/>
          <ac:picMkLst>
            <pc:docMk/>
            <pc:sldMk cId="2654053172" sldId="268"/>
            <ac:picMk id="6" creationId="{2E9D3171-64DA-8381-8D04-09A224A65E1D}"/>
          </ac:picMkLst>
        </pc:picChg>
        <pc:picChg chg="del">
          <ac:chgData name="Άριστος Αρέστη" userId="813aa191-2d4c-464f-9d05-0a7e494d859f" providerId="ADAL" clId="{25D75829-2E2B-4803-9D7B-2244E29787E6}" dt="2026-09-05T07:32:51.775" v="89" actId="478"/>
          <ac:picMkLst>
            <pc:docMk/>
            <pc:sldMk cId="2654053172" sldId="268"/>
            <ac:picMk id="8" creationId="{1F21FEA4-0482-7E2C-C273-A8ABB575C518}"/>
          </ac:picMkLst>
        </pc:picChg>
      </pc:sldChg>
      <pc:sldChg chg="add">
        <pc:chgData name="Άριστος Αρέστη" userId="813aa191-2d4c-464f-9d05-0a7e494d859f" providerId="ADAL" clId="{25D75829-2E2B-4803-9D7B-2244E29787E6}" dt="2026-09-13T07:43:19.298" v="220"/>
        <pc:sldMkLst>
          <pc:docMk/>
          <pc:sldMk cId="2803347715" sldId="269"/>
        </pc:sldMkLst>
      </pc:sldChg>
    </pc:docChg>
  </pc:docChgLst>
  <pc:docChgLst>
    <pc:chgData name="Άριστος Αρέστη" userId="813aa191-2d4c-464f-9d05-0a7e494d859f" providerId="ADAL" clId="{BB7862B2-3969-4282-9561-261C6068E8E4}"/>
    <pc:docChg chg="custSel addSld delSld modSld">
      <pc:chgData name="Άριστος Αρέστη" userId="813aa191-2d4c-464f-9d05-0a7e494d859f" providerId="ADAL" clId="{BB7862B2-3969-4282-9561-261C6068E8E4}" dt="2026-09-05T07:02:13.829" v="201" actId="14100"/>
      <pc:docMkLst>
        <pc:docMk/>
      </pc:docMkLst>
      <pc:sldChg chg="modSp">
        <pc:chgData name="Άριστος Αρέστη" userId="813aa191-2d4c-464f-9d05-0a7e494d859f" providerId="ADAL" clId="{BB7862B2-3969-4282-9561-261C6068E8E4}" dt="2026-09-05T06:22:20.991" v="35" actId="20577"/>
        <pc:sldMkLst>
          <pc:docMk/>
          <pc:sldMk cId="3019854637" sldId="256"/>
        </pc:sldMkLst>
        <pc:spChg chg="mod">
          <ac:chgData name="Άριστος Αρέστη" userId="813aa191-2d4c-464f-9d05-0a7e494d859f" providerId="ADAL" clId="{BB7862B2-3969-4282-9561-261C6068E8E4}" dt="2026-09-05T06:22:20.991" v="35" actId="20577"/>
          <ac:spMkLst>
            <pc:docMk/>
            <pc:sldMk cId="3019854637" sldId="256"/>
            <ac:spMk id="2" creationId="{36571B63-82A4-FC3D-9860-20F38F123861}"/>
          </ac:spMkLst>
        </pc:spChg>
      </pc:sldChg>
      <pc:sldChg chg="addSp delSp modSp mod">
        <pc:chgData name="Άριστος Αρέστη" userId="813aa191-2d4c-464f-9d05-0a7e494d859f" providerId="ADAL" clId="{BB7862B2-3969-4282-9561-261C6068E8E4}" dt="2026-09-05T06:29:32.012" v="54" actId="14100"/>
        <pc:sldMkLst>
          <pc:docMk/>
          <pc:sldMk cId="4279378956" sldId="257"/>
        </pc:sldMkLst>
        <pc:spChg chg="mod">
          <ac:chgData name="Άριστος Αρέστη" userId="813aa191-2d4c-464f-9d05-0a7e494d859f" providerId="ADAL" clId="{BB7862B2-3969-4282-9561-261C6068E8E4}" dt="2026-09-05T06:22:46.825" v="36"/>
          <ac:spMkLst>
            <pc:docMk/>
            <pc:sldMk cId="4279378956" sldId="257"/>
            <ac:spMk id="2" creationId="{657759B8-F883-AF39-A232-3F38E0FBC22C}"/>
          </ac:spMkLst>
        </pc:spChg>
        <pc:spChg chg="mod">
          <ac:chgData name="Άριστος Αρέστη" userId="813aa191-2d4c-464f-9d05-0a7e494d859f" providerId="ADAL" clId="{BB7862B2-3969-4282-9561-261C6068E8E4}" dt="2026-09-05T06:27:46.052" v="46" actId="6549"/>
          <ac:spMkLst>
            <pc:docMk/>
            <pc:sldMk cId="4279378956" sldId="257"/>
            <ac:spMk id="3" creationId="{602ECB2F-F3B9-B659-B9D7-CEF79378CD6B}"/>
          </ac:spMkLst>
        </pc:spChg>
        <pc:picChg chg="del">
          <ac:chgData name="Άριστος Αρέστη" userId="813aa191-2d4c-464f-9d05-0a7e494d859f" providerId="ADAL" clId="{BB7862B2-3969-4282-9561-261C6068E8E4}" dt="2026-09-05T06:27:49.065" v="47" actId="478"/>
          <ac:picMkLst>
            <pc:docMk/>
            <pc:sldMk cId="4279378956" sldId="257"/>
            <ac:picMk id="5" creationId="{447DEFFD-9218-392E-D0E2-4CC1939D9AAB}"/>
          </ac:picMkLst>
        </pc:picChg>
        <pc:picChg chg="add mod">
          <ac:chgData name="Άριστος Αρέστη" userId="813aa191-2d4c-464f-9d05-0a7e494d859f" providerId="ADAL" clId="{BB7862B2-3969-4282-9561-261C6068E8E4}" dt="2026-09-05T06:29:32.012" v="54" actId="14100"/>
          <ac:picMkLst>
            <pc:docMk/>
            <pc:sldMk cId="4279378956" sldId="257"/>
            <ac:picMk id="6" creationId="{049C7BF1-AF15-4EFA-335A-6B90F44B39B9}"/>
          </ac:picMkLst>
        </pc:picChg>
      </pc:sldChg>
      <pc:sldChg chg="del">
        <pc:chgData name="Άριστος Αρέστη" userId="813aa191-2d4c-464f-9d05-0a7e494d859f" providerId="ADAL" clId="{BB7862B2-3969-4282-9561-261C6068E8E4}" dt="2026-09-05T06:48:33.060" v="95" actId="47"/>
        <pc:sldMkLst>
          <pc:docMk/>
          <pc:sldMk cId="205878500" sldId="258"/>
        </pc:sldMkLst>
      </pc:sldChg>
      <pc:sldChg chg="del">
        <pc:chgData name="Άριστος Αρέστη" userId="813aa191-2d4c-464f-9d05-0a7e494d859f" providerId="ADAL" clId="{BB7862B2-3969-4282-9561-261C6068E8E4}" dt="2026-09-05T06:48:33.060" v="95" actId="47"/>
        <pc:sldMkLst>
          <pc:docMk/>
          <pc:sldMk cId="2052397070" sldId="259"/>
        </pc:sldMkLst>
      </pc:sldChg>
      <pc:sldChg chg="del">
        <pc:chgData name="Άριστος Αρέστη" userId="813aa191-2d4c-464f-9d05-0a7e494d859f" providerId="ADAL" clId="{BB7862B2-3969-4282-9561-261C6068E8E4}" dt="2026-09-05T06:48:33.060" v="95" actId="47"/>
        <pc:sldMkLst>
          <pc:docMk/>
          <pc:sldMk cId="2311054826" sldId="261"/>
        </pc:sldMkLst>
      </pc:sldChg>
      <pc:sldChg chg="del">
        <pc:chgData name="Άριστος Αρέστη" userId="813aa191-2d4c-464f-9d05-0a7e494d859f" providerId="ADAL" clId="{BB7862B2-3969-4282-9561-261C6068E8E4}" dt="2026-09-05T06:48:33.060" v="95" actId="47"/>
        <pc:sldMkLst>
          <pc:docMk/>
          <pc:sldMk cId="1425835038" sldId="262"/>
        </pc:sldMkLst>
      </pc:sldChg>
      <pc:sldChg chg="addSp delSp modSp add mod setBg delDesignElem">
        <pc:chgData name="Άριστος Αρέστη" userId="813aa191-2d4c-464f-9d05-0a7e494d859f" providerId="ADAL" clId="{BB7862B2-3969-4282-9561-261C6068E8E4}" dt="2026-09-05T06:37:41.443" v="94" actId="14100"/>
        <pc:sldMkLst>
          <pc:docMk/>
          <pc:sldMk cId="2026847565" sldId="264"/>
        </pc:sldMkLst>
        <pc:spChg chg="mod">
          <ac:chgData name="Άριστος Αρέστη" userId="813aa191-2d4c-464f-9d05-0a7e494d859f" providerId="ADAL" clId="{BB7862B2-3969-4282-9561-261C6068E8E4}" dt="2026-09-05T06:37:41.443" v="94" actId="14100"/>
          <ac:spMkLst>
            <pc:docMk/>
            <pc:sldMk cId="2026847565" sldId="264"/>
            <ac:spMk id="2" creationId="{657759B8-F883-AF39-A232-3F38E0FBC22C}"/>
          </ac:spMkLst>
        </pc:spChg>
        <pc:spChg chg="del">
          <ac:chgData name="Άριστος Αρέστη" userId="813aa191-2d4c-464f-9d05-0a7e494d859f" providerId="ADAL" clId="{BB7862B2-3969-4282-9561-261C6068E8E4}" dt="2026-09-05T06:31:56.271" v="73" actId="478"/>
          <ac:spMkLst>
            <pc:docMk/>
            <pc:sldMk cId="2026847565" sldId="264"/>
            <ac:spMk id="3" creationId="{602ECB2F-F3B9-B659-B9D7-CEF79378CD6B}"/>
          </ac:spMkLst>
        </pc:spChg>
        <pc:spChg chg="add del mod">
          <ac:chgData name="Άριστος Αρέστη" userId="813aa191-2d4c-464f-9d05-0a7e494d859f" providerId="ADAL" clId="{BB7862B2-3969-4282-9561-261C6068E8E4}" dt="2026-09-05T06:31:58.885" v="74" actId="478"/>
          <ac:spMkLst>
            <pc:docMk/>
            <pc:sldMk cId="2026847565" sldId="264"/>
            <ac:spMk id="5" creationId="{82F71D2E-D222-AF84-6D2E-3CEE2BFDC7BF}"/>
          </ac:spMkLst>
        </pc:spChg>
        <pc:spChg chg="del">
          <ac:chgData name="Άριστος Αρέστη" userId="813aa191-2d4c-464f-9d05-0a7e494d859f" providerId="ADAL" clId="{BB7862B2-3969-4282-9561-261C6068E8E4}" dt="2026-09-05T06:31:27.725" v="56"/>
          <ac:spMkLst>
            <pc:docMk/>
            <pc:sldMk cId="2026847565" sldId="264"/>
            <ac:spMk id="10" creationId="{DBC6133C-0615-4CE4-9132-37E609A9BDFA}"/>
          </ac:spMkLst>
        </pc:spChg>
        <pc:spChg chg="del">
          <ac:chgData name="Άριστος Αρέστη" userId="813aa191-2d4c-464f-9d05-0a7e494d859f" providerId="ADAL" clId="{BB7862B2-3969-4282-9561-261C6068E8E4}" dt="2026-09-05T06:31:27.725" v="56"/>
          <ac:spMkLst>
            <pc:docMk/>
            <pc:sldMk cId="2026847565" sldId="264"/>
            <ac:spMk id="12" creationId="{169CC832-2974-4E8D-90ED-3E2941BA7336}"/>
          </ac:spMkLst>
        </pc:spChg>
        <pc:spChg chg="del">
          <ac:chgData name="Άριστος Αρέστη" userId="813aa191-2d4c-464f-9d05-0a7e494d859f" providerId="ADAL" clId="{BB7862B2-3969-4282-9561-261C6068E8E4}" dt="2026-09-05T06:31:27.725" v="56"/>
          <ac:spMkLst>
            <pc:docMk/>
            <pc:sldMk cId="2026847565" sldId="264"/>
            <ac:spMk id="14" creationId="{55222F96-971A-4F90-B841-6BAB416C7AC1}"/>
          </ac:spMkLst>
        </pc:spChg>
        <pc:spChg chg="del">
          <ac:chgData name="Άριστος Αρέστη" userId="813aa191-2d4c-464f-9d05-0a7e494d859f" providerId="ADAL" clId="{BB7862B2-3969-4282-9561-261C6068E8E4}" dt="2026-09-05T06:31:27.725" v="56"/>
          <ac:spMkLst>
            <pc:docMk/>
            <pc:sldMk cId="2026847565" sldId="264"/>
            <ac:spMk id="16" creationId="{08980754-6F4B-43C9-B9BE-127B6BED6586}"/>
          </ac:spMkLst>
        </pc:spChg>
        <pc:spChg chg="del">
          <ac:chgData name="Άριστος Αρέστη" userId="813aa191-2d4c-464f-9d05-0a7e494d859f" providerId="ADAL" clId="{BB7862B2-3969-4282-9561-261C6068E8E4}" dt="2026-09-05T06:31:27.725" v="56"/>
          <ac:spMkLst>
            <pc:docMk/>
            <pc:sldMk cId="2026847565" sldId="264"/>
            <ac:spMk id="18" creationId="{2C1BBA94-3F40-40AA-8BB9-E69E25E537C1}"/>
          </ac:spMkLst>
        </pc:spChg>
        <pc:picChg chg="del mod">
          <ac:chgData name="Άριστος Αρέστη" userId="813aa191-2d4c-464f-9d05-0a7e494d859f" providerId="ADAL" clId="{BB7862B2-3969-4282-9561-261C6068E8E4}" dt="2026-09-05T06:36:21.652" v="84" actId="478"/>
          <ac:picMkLst>
            <pc:docMk/>
            <pc:sldMk cId="2026847565" sldId="264"/>
            <ac:picMk id="6" creationId="{049C7BF1-AF15-4EFA-335A-6B90F44B39B9}"/>
          </ac:picMkLst>
        </pc:picChg>
        <pc:picChg chg="add mod">
          <ac:chgData name="Άριστος Αρέστη" userId="813aa191-2d4c-464f-9d05-0a7e494d859f" providerId="ADAL" clId="{BB7862B2-3969-4282-9561-261C6068E8E4}" dt="2026-09-05T06:37:00.604" v="90" actId="14100"/>
          <ac:picMkLst>
            <pc:docMk/>
            <pc:sldMk cId="2026847565" sldId="264"/>
            <ac:picMk id="8" creationId="{CD170797-3798-34CF-9D41-28BD780D5884}"/>
          </ac:picMkLst>
        </pc:picChg>
      </pc:sldChg>
      <pc:sldChg chg="add">
        <pc:chgData name="Άριστος Αρέστη" userId="813aa191-2d4c-464f-9d05-0a7e494d859f" providerId="ADAL" clId="{BB7862B2-3969-4282-9561-261C6068E8E4}" dt="2026-09-05T06:35:46.966" v="81"/>
        <pc:sldMkLst>
          <pc:docMk/>
          <pc:sldMk cId="2133937481" sldId="265"/>
        </pc:sldMkLst>
      </pc:sldChg>
      <pc:sldChg chg="delSp add del setBg delDesignElem">
        <pc:chgData name="Άριστος Αρέστη" userId="813aa191-2d4c-464f-9d05-0a7e494d859f" providerId="ADAL" clId="{BB7862B2-3969-4282-9561-261C6068E8E4}" dt="2026-09-05T06:35:43.383" v="80" actId="47"/>
        <pc:sldMkLst>
          <pc:docMk/>
          <pc:sldMk cId="3748839693" sldId="265"/>
        </pc:sldMkLst>
        <pc:spChg chg="del">
          <ac:chgData name="Άριστος Αρέστη" userId="813aa191-2d4c-464f-9d05-0a7e494d859f" providerId="ADAL" clId="{BB7862B2-3969-4282-9561-261C6068E8E4}" dt="2026-09-05T06:35:36.647" v="79"/>
          <ac:spMkLst>
            <pc:docMk/>
            <pc:sldMk cId="3748839693" sldId="265"/>
            <ac:spMk id="10" creationId="{DBC6133C-0615-4CE4-9132-37E609A9BDFA}"/>
          </ac:spMkLst>
        </pc:spChg>
        <pc:spChg chg="del">
          <ac:chgData name="Άριστος Αρέστη" userId="813aa191-2d4c-464f-9d05-0a7e494d859f" providerId="ADAL" clId="{BB7862B2-3969-4282-9561-261C6068E8E4}" dt="2026-09-05T06:35:36.647" v="79"/>
          <ac:spMkLst>
            <pc:docMk/>
            <pc:sldMk cId="3748839693" sldId="265"/>
            <ac:spMk id="12" creationId="{169CC832-2974-4E8D-90ED-3E2941BA7336}"/>
          </ac:spMkLst>
        </pc:spChg>
        <pc:spChg chg="del">
          <ac:chgData name="Άριστος Αρέστη" userId="813aa191-2d4c-464f-9d05-0a7e494d859f" providerId="ADAL" clId="{BB7862B2-3969-4282-9561-261C6068E8E4}" dt="2026-09-05T06:35:36.647" v="79"/>
          <ac:spMkLst>
            <pc:docMk/>
            <pc:sldMk cId="3748839693" sldId="265"/>
            <ac:spMk id="14" creationId="{55222F96-971A-4F90-B841-6BAB416C7AC1}"/>
          </ac:spMkLst>
        </pc:spChg>
        <pc:spChg chg="del">
          <ac:chgData name="Άριστος Αρέστη" userId="813aa191-2d4c-464f-9d05-0a7e494d859f" providerId="ADAL" clId="{BB7862B2-3969-4282-9561-261C6068E8E4}" dt="2026-09-05T06:35:36.647" v="79"/>
          <ac:spMkLst>
            <pc:docMk/>
            <pc:sldMk cId="3748839693" sldId="265"/>
            <ac:spMk id="16" creationId="{08980754-6F4B-43C9-B9BE-127B6BED6586}"/>
          </ac:spMkLst>
        </pc:spChg>
        <pc:spChg chg="del">
          <ac:chgData name="Άριστος Αρέστη" userId="813aa191-2d4c-464f-9d05-0a7e494d859f" providerId="ADAL" clId="{BB7862B2-3969-4282-9561-261C6068E8E4}" dt="2026-09-05T06:35:36.647" v="79"/>
          <ac:spMkLst>
            <pc:docMk/>
            <pc:sldMk cId="3748839693" sldId="265"/>
            <ac:spMk id="18" creationId="{2C1BBA94-3F40-40AA-8BB9-E69E25E537C1}"/>
          </ac:spMkLst>
        </pc:spChg>
      </pc:sldChg>
      <pc:sldChg chg="addSp delSp modSp add mod">
        <pc:chgData name="Άριστος Αρέστη" userId="813aa191-2d4c-464f-9d05-0a7e494d859f" providerId="ADAL" clId="{BB7862B2-3969-4282-9561-261C6068E8E4}" dt="2026-09-05T06:53:17.663" v="180" actId="14100"/>
        <pc:sldMkLst>
          <pc:docMk/>
          <pc:sldMk cId="1791099530" sldId="266"/>
        </pc:sldMkLst>
        <pc:spChg chg="mod">
          <ac:chgData name="Άριστος Αρέστη" userId="813aa191-2d4c-464f-9d05-0a7e494d859f" providerId="ADAL" clId="{BB7862B2-3969-4282-9561-261C6068E8E4}" dt="2026-09-05T06:51:18.518" v="164" actId="113"/>
          <ac:spMkLst>
            <pc:docMk/>
            <pc:sldMk cId="1791099530" sldId="266"/>
            <ac:spMk id="2" creationId="{657759B8-F883-AF39-A232-3F38E0FBC22C}"/>
          </ac:spMkLst>
        </pc:spChg>
        <pc:spChg chg="add mod">
          <ac:chgData name="Άριστος Αρέστη" userId="813aa191-2d4c-464f-9d05-0a7e494d859f" providerId="ADAL" clId="{BB7862B2-3969-4282-9561-261C6068E8E4}" dt="2026-09-05T06:52:44.031" v="173"/>
          <ac:spMkLst>
            <pc:docMk/>
            <pc:sldMk cId="1791099530" sldId="266"/>
            <ac:spMk id="3" creationId="{74387376-3D52-5550-C44C-F9986830EDD3}"/>
          </ac:spMkLst>
        </pc:spChg>
        <pc:picChg chg="add mod">
          <ac:chgData name="Άριστος Αρέστη" userId="813aa191-2d4c-464f-9d05-0a7e494d859f" providerId="ADAL" clId="{BB7862B2-3969-4282-9561-261C6068E8E4}" dt="2026-09-05T06:53:17.663" v="180" actId="14100"/>
          <ac:picMkLst>
            <pc:docMk/>
            <pc:sldMk cId="1791099530" sldId="266"/>
            <ac:picMk id="5" creationId="{58C36D7C-6B57-A0EF-2995-32D0AD11AB13}"/>
          </ac:picMkLst>
        </pc:picChg>
        <pc:picChg chg="del">
          <ac:chgData name="Άριστος Αρέστη" userId="813aa191-2d4c-464f-9d05-0a7e494d859f" providerId="ADAL" clId="{BB7862B2-3969-4282-9561-261C6068E8E4}" dt="2026-09-05T06:51:21.335" v="165" actId="478"/>
          <ac:picMkLst>
            <pc:docMk/>
            <pc:sldMk cId="1791099530" sldId="266"/>
            <ac:picMk id="6" creationId="{049C7BF1-AF15-4EFA-335A-6B90F44B39B9}"/>
          </ac:picMkLst>
        </pc:picChg>
      </pc:sldChg>
      <pc:sldChg chg="addSp delSp modSp add mod">
        <pc:chgData name="Άριστος Αρέστη" userId="813aa191-2d4c-464f-9d05-0a7e494d859f" providerId="ADAL" clId="{BB7862B2-3969-4282-9561-261C6068E8E4}" dt="2026-09-05T07:02:13.829" v="201" actId="14100"/>
        <pc:sldMkLst>
          <pc:docMk/>
          <pc:sldMk cId="4205591542" sldId="267"/>
        </pc:sldMkLst>
        <pc:spChg chg="mod">
          <ac:chgData name="Άριστος Αρέστη" userId="813aa191-2d4c-464f-9d05-0a7e494d859f" providerId="ADAL" clId="{BB7862B2-3969-4282-9561-261C6068E8E4}" dt="2026-09-05T07:00:16.344" v="185" actId="14100"/>
          <ac:spMkLst>
            <pc:docMk/>
            <pc:sldMk cId="4205591542" sldId="267"/>
            <ac:spMk id="2" creationId="{657759B8-F883-AF39-A232-3F38E0FBC22C}"/>
          </ac:spMkLst>
        </pc:spChg>
        <pc:spChg chg="mod">
          <ac:chgData name="Άριστος Αρέστη" userId="813aa191-2d4c-464f-9d05-0a7e494d859f" providerId="ADAL" clId="{BB7862B2-3969-4282-9561-261C6068E8E4}" dt="2026-09-05T07:00:54.733" v="195" actId="6549"/>
          <ac:spMkLst>
            <pc:docMk/>
            <pc:sldMk cId="4205591542" sldId="267"/>
            <ac:spMk id="3" creationId="{74387376-3D52-5550-C44C-F9986830EDD3}"/>
          </ac:spMkLst>
        </pc:spChg>
        <pc:picChg chg="del">
          <ac:chgData name="Άριστος Αρέστη" userId="813aa191-2d4c-464f-9d05-0a7e494d859f" providerId="ADAL" clId="{BB7862B2-3969-4282-9561-261C6068E8E4}" dt="2026-09-05T07:02:01.301" v="196" actId="478"/>
          <ac:picMkLst>
            <pc:docMk/>
            <pc:sldMk cId="4205591542" sldId="267"/>
            <ac:picMk id="5" creationId="{58C36D7C-6B57-A0EF-2995-32D0AD11AB13}"/>
          </ac:picMkLst>
        </pc:picChg>
        <pc:picChg chg="add mod">
          <ac:chgData name="Άριστος Αρέστη" userId="813aa191-2d4c-464f-9d05-0a7e494d859f" providerId="ADAL" clId="{BB7862B2-3969-4282-9561-261C6068E8E4}" dt="2026-09-05T07:02:13.829" v="201" actId="14100"/>
          <ac:picMkLst>
            <pc:docMk/>
            <pc:sldMk cId="4205591542" sldId="267"/>
            <ac:picMk id="6" creationId="{D2DD2D54-9C63-CEF9-6090-94174DFD6B2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971136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718837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205390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144035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02388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473869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229654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260296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44369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303798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703845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rPr lang="en-CY" smtClean="0"/>
              <a:t>09/14/2026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48092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Y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l-GR" sz="7200" dirty="0">
                <a:solidFill>
                  <a:schemeClr val="accent2">
                    <a:lumMod val="50000"/>
                  </a:schemeClr>
                </a:solidFill>
              </a:rPr>
              <a:t>Υπολογιστικά φύλλα (</a:t>
            </a:r>
            <a:r>
              <a:rPr lang="en-US" sz="7200" dirty="0">
                <a:solidFill>
                  <a:schemeClr val="accent2">
                    <a:lumMod val="50000"/>
                  </a:schemeClr>
                </a:solidFill>
              </a:rPr>
              <a:t>excel)</a:t>
            </a:r>
            <a:endParaRPr lang="en-CY" sz="72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 lang="en-CY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D01A9A-B9EB-11DC-9526-69AE5BCF2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963" y="729674"/>
            <a:ext cx="9457219" cy="527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59B8-F883-AF39-A232-3F38E0FBC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6894423" cy="1113037"/>
          </a:xfrm>
        </p:spPr>
        <p:txBody>
          <a:bodyPr anchor="b">
            <a:noAutofit/>
          </a:bodyPr>
          <a:lstStyle/>
          <a:p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Ξεκίνημα του Υπολογιστικού Φύλλου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8" name="Picture 7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CD170797-3798-34CF-9D41-28BD780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820" y="2243240"/>
            <a:ext cx="9523782" cy="248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347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59B8-F883-AF39-A232-3F38E0FBC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7826076" cy="854244"/>
          </a:xfrm>
        </p:spPr>
        <p:txBody>
          <a:bodyPr anchor="b">
            <a:noAutofit/>
          </a:bodyPr>
          <a:lstStyle/>
          <a:p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Άνοιγμα βιβλίου εργασίας (</a:t>
            </a:r>
            <a:r>
              <a:rPr lang="en-GB" sz="3600" b="1" dirty="0">
                <a:solidFill>
                  <a:schemeClr val="accent2">
                    <a:lumMod val="50000"/>
                  </a:schemeClr>
                </a:solidFill>
              </a:rPr>
              <a:t>Open) - </a:t>
            </a:r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Αποθήκευση βιβλίου εργασίας (</a:t>
            </a:r>
            <a:r>
              <a:rPr lang="en-GB" sz="3600" b="1" dirty="0">
                <a:solidFill>
                  <a:schemeClr val="accent2">
                    <a:lumMod val="50000"/>
                  </a:schemeClr>
                </a:solidFill>
              </a:rPr>
              <a:t>Save) 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660A0-3084-F669-0D34-4095C6B78CD7}"/>
              </a:ext>
            </a:extLst>
          </p:cNvPr>
          <p:cNvSpPr txBox="1"/>
          <p:nvPr/>
        </p:nvSpPr>
        <p:spPr>
          <a:xfrm>
            <a:off x="976940" y="4023694"/>
            <a:ext cx="730441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Από την καρτέλα </a:t>
            </a:r>
            <a:r>
              <a:rPr lang="el-GR" sz="1800" b="1" i="0" u="none" strike="noStrike" baseline="0" dirty="0">
                <a:solidFill>
                  <a:srgbClr val="000000"/>
                </a:solidFill>
                <a:latin typeface="Tahoma-Bold"/>
              </a:rPr>
              <a:t>File 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επιλέγουμε την εντολή </a:t>
            </a:r>
            <a:r>
              <a:rPr lang="el-GR" sz="1800" b="1" i="0" u="none" strike="noStrike" baseline="0" dirty="0">
                <a:solidFill>
                  <a:srgbClr val="000000"/>
                </a:solidFill>
                <a:latin typeface="Tahoma-Bold"/>
              </a:rPr>
              <a:t>Save As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, για να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αποθηκεύσουμε το βιβλίο εργασίας μας για πρώτη φορά, ή όταν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θέλουμε να την αποθηκεύσουμε με άλλο όνομα ή σε άλλη θέση ή με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άλλο τύπο </a:t>
            </a:r>
            <a:endParaRPr lang="en-US" sz="1800" b="0" i="0" u="none" strike="noStrike" baseline="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(συνδυασμό πλήκτρων </a:t>
            </a:r>
            <a:r>
              <a:rPr lang="el-GR" sz="1800" b="1" i="0" u="none" strike="noStrike" baseline="0" dirty="0">
                <a:solidFill>
                  <a:srgbClr val="17365D"/>
                </a:solidFill>
                <a:latin typeface="Tahoma-Bold"/>
              </a:rPr>
              <a:t>ALT </a:t>
            </a:r>
            <a:r>
              <a:rPr lang="el-GR" sz="1800" b="1" i="0" u="none" strike="noStrike" baseline="0" dirty="0">
                <a:solidFill>
                  <a:srgbClr val="000000"/>
                </a:solidFill>
                <a:latin typeface="Tahoma-Bold"/>
              </a:rPr>
              <a:t>+ </a:t>
            </a:r>
            <a:r>
              <a:rPr lang="el-GR" sz="1800" b="1" i="0" u="none" strike="noStrike" baseline="0" dirty="0">
                <a:solidFill>
                  <a:srgbClr val="17365D"/>
                </a:solidFill>
                <a:latin typeface="Tahoma-Bold"/>
              </a:rPr>
              <a:t>F </a:t>
            </a:r>
            <a:r>
              <a:rPr lang="el-GR" sz="1800" b="1" i="0" u="none" strike="noStrike" baseline="0" dirty="0">
                <a:solidFill>
                  <a:srgbClr val="000000"/>
                </a:solidFill>
                <a:latin typeface="Tahoma-Bold"/>
              </a:rPr>
              <a:t>, </a:t>
            </a:r>
            <a:r>
              <a:rPr lang="el-GR" sz="1800" b="1" i="0" u="none" strike="noStrike" baseline="0" dirty="0">
                <a:solidFill>
                  <a:srgbClr val="17365D"/>
                </a:solidFill>
                <a:latin typeface="Tahoma-Bold"/>
              </a:rPr>
              <a:t>A 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).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1DA27B-5F72-79C9-2E6C-00CAC4BB7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024" y="2032500"/>
            <a:ext cx="2641799" cy="27298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0756F2-0DD1-ADD7-62D1-E0CEEBB17EA7}"/>
              </a:ext>
            </a:extLst>
          </p:cNvPr>
          <p:cNvSpPr txBox="1"/>
          <p:nvPr/>
        </p:nvSpPr>
        <p:spPr>
          <a:xfrm>
            <a:off x="1081177" y="181275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Από την καρτέλα </a:t>
            </a:r>
            <a:r>
              <a:rPr lang="el-GR" sz="1800" b="1" i="0" u="none" strike="noStrike" baseline="0" dirty="0">
                <a:solidFill>
                  <a:srgbClr val="000000"/>
                </a:solidFill>
                <a:latin typeface="Tahoma-Bold"/>
              </a:rPr>
              <a:t>File 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επιλέγουμε την εντολή </a:t>
            </a:r>
            <a:r>
              <a:rPr lang="el-GR" sz="1800" b="1" i="0" u="none" strike="noStrike" baseline="0" dirty="0">
                <a:solidFill>
                  <a:srgbClr val="000000"/>
                </a:solidFill>
                <a:latin typeface="Tahoma-Bold"/>
              </a:rPr>
              <a:t>Open</a:t>
            </a: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.</a:t>
            </a:r>
            <a:endParaRPr lang="en-US" sz="1800" b="0" i="0" u="none" strike="noStrike" baseline="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l-GR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Μπορούμε, επίσης, να χρησιμοποιήσουμε τον συνδυασμό πλήκτρων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GB" sz="1800" b="1" i="0" u="none" strike="noStrike" baseline="0" dirty="0">
                <a:solidFill>
                  <a:srgbClr val="17365D"/>
                </a:solidFill>
                <a:latin typeface="Tahoma-Bold"/>
              </a:rPr>
              <a:t>CTRL </a:t>
            </a:r>
            <a:r>
              <a:rPr lang="en-GB" sz="1800" b="1" i="0" u="none" strike="noStrike" baseline="0" dirty="0">
                <a:solidFill>
                  <a:srgbClr val="000000"/>
                </a:solidFill>
                <a:latin typeface="Tahoma-Bold"/>
              </a:rPr>
              <a:t>+ </a:t>
            </a:r>
            <a:r>
              <a:rPr lang="en-GB" sz="1800" b="1" i="0" u="none" strike="noStrike" baseline="0" dirty="0">
                <a:solidFill>
                  <a:srgbClr val="17365D"/>
                </a:solidFill>
                <a:latin typeface="Tahoma-Bold"/>
              </a:rPr>
              <a:t>O 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ahoma" panose="020B0604030504040204" pitchFamily="34" charset="0"/>
              </a:rPr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59B8-F883-AF39-A232-3F38E0FBC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3" y="525982"/>
            <a:ext cx="7524151" cy="992267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Εναλλαγή μεταξύ ανοικτών αρχείων βιβλίων εργασίας (Switch Windows)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F5473A42-2367-FB19-C65A-741944CC73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00" y="2375012"/>
            <a:ext cx="11084700" cy="2107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59B8-F883-AF39-A232-3F38E0FBC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5635420" cy="592349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l-GR" sz="3600" b="1">
                <a:solidFill>
                  <a:schemeClr val="accent2">
                    <a:lumMod val="50000"/>
                  </a:schemeClr>
                </a:solidFill>
              </a:rPr>
              <a:t>Βοήθεια (</a:t>
            </a:r>
            <a:r>
              <a:rPr lang="en-GB" sz="3600" b="1">
                <a:solidFill>
                  <a:schemeClr val="accent2">
                    <a:lumMod val="50000"/>
                  </a:schemeClr>
                </a:solidFill>
              </a:rPr>
              <a:t>Help)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C35DC-53FD-41F8-34FA-B18274898A83}"/>
              </a:ext>
            </a:extLst>
          </p:cNvPr>
          <p:cNvSpPr txBox="1"/>
          <p:nvPr/>
        </p:nvSpPr>
        <p:spPr>
          <a:xfrm>
            <a:off x="739942" y="1449805"/>
            <a:ext cx="90718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dirty="0"/>
              <a:t>Από την καρτέλα Help πατάμε το εικονίδιο Help. 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dirty="0"/>
              <a:t>Πληκτρολογούμε τις λέξεις κλειδιά και πατάμε τον φακό. 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dirty="0"/>
              <a:t>Μπορούμε, επίσης να πατήσουμε το πλήκτρο F1.</a:t>
            </a:r>
            <a:endParaRPr lang="en-GB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2E9D3171-64DA-8381-8D04-09A224A65E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014" y="2550221"/>
            <a:ext cx="3895753" cy="3581426"/>
          </a:xfrm>
          <a:prstGeom prst="rect">
            <a:avLst/>
          </a:prstGeom>
        </p:spPr>
      </p:pic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1F21FEA4-0482-7E2C-C273-A8ABB575C5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137" y="2618206"/>
            <a:ext cx="5013315" cy="27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59B8-F883-AF39-A232-3F38E0FBC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3" y="525982"/>
            <a:ext cx="8823789" cy="592349"/>
          </a:xfrm>
        </p:spPr>
        <p:txBody>
          <a:bodyPr anchor="b">
            <a:noAutofit/>
          </a:bodyPr>
          <a:lstStyle/>
          <a:p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Αλλαγή των βασικών επιλογών της εφαρμογής 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C35DC-53FD-41F8-34FA-B18274898A83}"/>
              </a:ext>
            </a:extLst>
          </p:cNvPr>
          <p:cNvSpPr txBox="1"/>
          <p:nvPr/>
        </p:nvSpPr>
        <p:spPr>
          <a:xfrm>
            <a:off x="739942" y="1449805"/>
            <a:ext cx="907181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Οι βασικές επιλογές/προτιμήσεις της Excel, όπως το όνομα του χρήστη και ο προκαθορισμένος φάκελος για το άνοιγμα και την αποθήκευση των εγγράφων, μπορούν να αλλάξουν, ακολουθώντας τα πιο κάτω βήματα:</a:t>
            </a:r>
            <a:endParaRPr lang="en-US" dirty="0"/>
          </a:p>
          <a:p>
            <a:r>
              <a:rPr lang="el-GR" dirty="0"/>
              <a:t> 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sz="2400" dirty="0"/>
              <a:t>Από την καρτέλα File επιλέγουμε </a:t>
            </a:r>
            <a:r>
              <a:rPr lang="el-GR" sz="2400" b="1" dirty="0"/>
              <a:t>Options</a:t>
            </a:r>
            <a:r>
              <a:rPr lang="el-GR" sz="2400" dirty="0"/>
              <a:t>. </a:t>
            </a:r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sz="2400" dirty="0"/>
              <a:t>Κάνουμε κλικ στην επιλογή </a:t>
            </a:r>
            <a:r>
              <a:rPr lang="el-GR" sz="2400" b="1" dirty="0"/>
              <a:t>General</a:t>
            </a:r>
            <a:r>
              <a:rPr lang="el-GR" sz="2400" dirty="0"/>
              <a:t> για αλλαγή του ονόματος του χρήστη (</a:t>
            </a:r>
            <a:r>
              <a:rPr lang="el-GR" sz="2400" b="1" dirty="0"/>
              <a:t>User Name</a:t>
            </a:r>
            <a:r>
              <a:rPr lang="el-GR" sz="2400" dirty="0"/>
              <a:t>). Στο πλαίσιο User name πληκτρολογούμε το νέο όνομα χρήστη. </a:t>
            </a:r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sz="2400" dirty="0"/>
              <a:t>Κάνουμε κλικ στην επιλογή </a:t>
            </a:r>
            <a:r>
              <a:rPr lang="el-GR" sz="2400" b="1" dirty="0"/>
              <a:t>Save</a:t>
            </a:r>
            <a:r>
              <a:rPr lang="el-GR" sz="2400" dirty="0"/>
              <a:t> για αλλαγή του προκαθορισμένου φακέλου αποθήκευσης και ανοίγματος των αρχείων. </a:t>
            </a:r>
            <a:endParaRPr lang="en-US" sz="24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l-GR" sz="2400" dirty="0"/>
              <a:t>Ακολούθως, πατάμε το κουμπί Browse και επιλέγουμε τον φάκελο που θέλουμε. </a:t>
            </a:r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l-GR" sz="2400" dirty="0"/>
              <a:t>Πατάμε ΟΚ. 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1E7BB-CB22-80D1-6F93-1729B7732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Ασκήσεις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06FC5-E736-C4C3-A851-1BF6C398A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4619621" cy="3843666"/>
          </a:xfrm>
        </p:spPr>
        <p:txBody>
          <a:bodyPr>
            <a:normAutofit/>
          </a:bodyPr>
          <a:lstStyle/>
          <a:p>
            <a:r>
              <a:rPr lang="el-GR" sz="2000" dirty="0"/>
              <a:t>Σελίδα </a:t>
            </a:r>
            <a:r>
              <a:rPr lang="en-US" sz="2000" dirty="0"/>
              <a:t>17</a:t>
            </a:r>
            <a:r>
              <a:rPr lang="el-GR" sz="2000" dirty="0"/>
              <a:t> και </a:t>
            </a:r>
            <a:r>
              <a:rPr lang="en-US" sz="2000" dirty="0"/>
              <a:t>18</a:t>
            </a:r>
            <a:r>
              <a:rPr lang="el-GR" sz="2000" dirty="0"/>
              <a:t>, ασκήσεις 1-</a:t>
            </a:r>
            <a:r>
              <a:rPr lang="en-US" sz="2000" dirty="0"/>
              <a:t>13</a:t>
            </a:r>
            <a:r>
              <a:rPr lang="el-GR" sz="2000" dirty="0"/>
              <a:t>, με την καθοδήγηση του καθηγητή σας.</a:t>
            </a:r>
          </a:p>
          <a:p>
            <a:pPr marL="0" indent="0">
              <a:buNone/>
            </a:pPr>
            <a:endParaRPr lang="el-GR" sz="2000" dirty="0"/>
          </a:p>
          <a:p>
            <a:pPr marL="0" indent="0">
              <a:buNone/>
            </a:pPr>
            <a:endParaRPr lang="en-CY" sz="2000" dirty="0"/>
          </a:p>
        </p:txBody>
      </p:sp>
      <p:pic>
        <p:nvPicPr>
          <p:cNvPr id="1028" name="Picture 4" descr="teacher and student computer clip art - Clip Art Library">
            <a:extLst>
              <a:ext uri="{FF2B5EF4-FFF2-40B4-BE49-F238E27FC236}">
                <a16:creationId xmlns:a16="http://schemas.microsoft.com/office/drawing/2014/main" id="{43F8529F-65E5-998B-753C-92E8AF53AE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24" r="16307" b="1"/>
          <a:stretch/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AE698-8678-D891-4A6F-29AB7E3B2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l-GR" sz="3600" b="1" dirty="0">
                <a:solidFill>
                  <a:schemeClr val="accent2">
                    <a:lumMod val="50000"/>
                  </a:schemeClr>
                </a:solidFill>
              </a:rPr>
              <a:t>Άσκηση για το σπίτι</a:t>
            </a:r>
            <a:endParaRPr lang="en-CY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4EA9D-51CA-E692-F388-D50BE1527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CY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7296DB-D8CC-505C-B0F7-96AFDA852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66" y="2290936"/>
            <a:ext cx="10023676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Red Violet">
    <a:dk1>
      <a:sysClr val="windowText" lastClr="000000"/>
    </a:dk1>
    <a:lt1>
      <a:sysClr val="window" lastClr="FFFFFF"/>
    </a:lt1>
    <a:dk2>
      <a:srgbClr val="454551"/>
    </a:dk2>
    <a:lt2>
      <a:srgbClr val="D8D9DC"/>
    </a:lt2>
    <a:accent1>
      <a:srgbClr val="E32D91"/>
    </a:accent1>
    <a:accent2>
      <a:srgbClr val="C830CC"/>
    </a:accent2>
    <a:accent3>
      <a:srgbClr val="4EA6DC"/>
    </a:accent3>
    <a:accent4>
      <a:srgbClr val="4775E7"/>
    </a:accent4>
    <a:accent5>
      <a:srgbClr val="8971E1"/>
    </a:accent5>
    <a:accent6>
      <a:srgbClr val="D54773"/>
    </a:accent6>
    <a:hlink>
      <a:srgbClr val="6B9F25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260</Words>
  <Application>Microsoft Office PowerPoint</Application>
  <PresentationFormat>Widescreen</PresentationFormat>
  <Paragraphs>23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Tahoma</vt:lpstr>
      <vt:lpstr>Tahoma-Bold</vt:lpstr>
      <vt:lpstr>Wingdings</vt:lpstr>
      <vt:lpstr>Office Theme</vt:lpstr>
      <vt:lpstr>Υπολογιστικά φύλλα (excel)</vt:lpstr>
      <vt:lpstr>PowerPoint Presentation</vt:lpstr>
      <vt:lpstr>Ξεκίνημα του Υπολογιστικού Φύλλου</vt:lpstr>
      <vt:lpstr>Άνοιγμα βιβλίου εργασίας (Open) - Αποθήκευση βιβλίου εργασίας (Save) </vt:lpstr>
      <vt:lpstr>Εναλλαγή μεταξύ ανοικτών αρχείων βιβλίων εργασίας (Switch Windows)</vt:lpstr>
      <vt:lpstr>Βοήθεια (Help)</vt:lpstr>
      <vt:lpstr>Αλλαγή των βασικών επιλογών της εφαρμογής </vt:lpstr>
      <vt:lpstr>Ασκήσεις</vt:lpstr>
      <vt:lpstr>Άσκηση για το σπίτι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Αρχεία</dc:title>
  <dc:creator>Σπύρος Σπύρου</dc:creator>
  <cp:lastModifiedBy>Άριστος Αρέστη</cp:lastModifiedBy>
  <cp:revision>2</cp:revision>
  <dcterms:created xsi:type="dcterms:W3CDTF">2023-09-26T19:26:33Z</dcterms:created>
  <dcterms:modified xsi:type="dcterms:W3CDTF">2026-09-14T08:50:33Z</dcterms:modified>
</cp:coreProperties>
</file>