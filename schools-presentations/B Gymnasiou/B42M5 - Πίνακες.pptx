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2702d8a56467a" /><Relationship Type="http://schemas.openxmlformats.org/officeDocument/2006/relationships/extended-properties" Target="/docProps/app.xml" Id="Rb0e2c0889ccf4a84" /><Relationship Type="http://schemas.openxmlformats.org/officeDocument/2006/relationships/officeDocument" Target="/ppt/presentation.xml" Id="Ra2447cf1f040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279d221254963"/>
  </p:sldMasterIdLst>
  <p:notesMasterIdLst>
    <p:notesMasterId xmlns:r="http://schemas.openxmlformats.org/officeDocument/2006/relationships" r:id="Red9d8e89f4774b75"/>
  </p:notesMasterIdLst>
  <p:sldIdLst>
    <p:sldId xmlns:r="http://schemas.openxmlformats.org/officeDocument/2006/relationships" id="256" r:id="R887b3e3223374961"/>
    <p:sldId xmlns:r="http://schemas.openxmlformats.org/officeDocument/2006/relationships" id="257" r:id="Rde49ce2363ab4d97"/>
    <p:sldId xmlns:r="http://schemas.openxmlformats.org/officeDocument/2006/relationships" id="258" r:id="R70e6e0c41bfc4d8b"/>
    <p:sldId xmlns:r="http://schemas.openxmlformats.org/officeDocument/2006/relationships" id="259" r:id="R9a0685cdb4f94cf6"/>
    <p:sldId xmlns:r="http://schemas.openxmlformats.org/officeDocument/2006/relationships" id="260" r:id="R34c50ec1d9924743"/>
    <p:sldId xmlns:r="http://schemas.openxmlformats.org/officeDocument/2006/relationships" id="261" r:id="R51b2c7a3a3424002"/>
    <p:sldId xmlns:r="http://schemas.openxmlformats.org/officeDocument/2006/relationships" id="262" r:id="R4f09f9be022f4bd8"/>
    <p:sldId xmlns:r="http://schemas.openxmlformats.org/officeDocument/2006/relationships" id="263" r:id="Rc4ac7622afd944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592d274f424fcd" /><Relationship Type="http://schemas.openxmlformats.org/officeDocument/2006/relationships/slideMaster" Target="/ppt/slideMasters/slideMaster1.xml" Id="Rb4b279d221254963" /><Relationship Type="http://schemas.openxmlformats.org/officeDocument/2006/relationships/notesMaster" Target="/ppt/notesMasters/notesMaster1.xml" Id="Red9d8e89f4774b75" /><Relationship Type="http://schemas.openxmlformats.org/officeDocument/2006/relationships/presProps" Target="/ppt/presProps.xml" Id="R0582768aa9ae491f" /><Relationship Type="http://schemas.openxmlformats.org/officeDocument/2006/relationships/viewProps" Target="/ppt/viewProps.xml" Id="Rfac8bacb87d9467c" /><Relationship Type="http://schemas.openxmlformats.org/officeDocument/2006/relationships/tableStyles" Target="/ppt/tableStyles.xml" Id="R37f8b0731ae44eff" /><Relationship Type="http://schemas.openxmlformats.org/officeDocument/2006/relationships/slide" Target="/ppt/slides/slide1.xml" Id="R887b3e3223374961" /><Relationship Type="http://schemas.openxmlformats.org/officeDocument/2006/relationships/slide" Target="/ppt/slides/slide2.xml" Id="Rde49ce2363ab4d97" /><Relationship Type="http://schemas.openxmlformats.org/officeDocument/2006/relationships/slide" Target="/ppt/slides/slide3.xml" Id="R70e6e0c41bfc4d8b" /><Relationship Type="http://schemas.openxmlformats.org/officeDocument/2006/relationships/slide" Target="/ppt/slides/slide4.xml" Id="R9a0685cdb4f94cf6" /><Relationship Type="http://schemas.openxmlformats.org/officeDocument/2006/relationships/slide" Target="/ppt/slides/slide5.xml" Id="R34c50ec1d9924743" /><Relationship Type="http://schemas.openxmlformats.org/officeDocument/2006/relationships/slide" Target="/ppt/slides/slide6.xml" Id="R51b2c7a3a3424002" /><Relationship Type="http://schemas.openxmlformats.org/officeDocument/2006/relationships/slide" Target="/ppt/slides/slide7.xml" Id="R4f09f9be022f4bd8" /><Relationship Type="http://schemas.openxmlformats.org/officeDocument/2006/relationships/slide" Target="/ppt/slides/slide8.xml" Id="Rc4ac7622afd9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a7b89236f43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5bf10c8c84b6f" /><Relationship Type="http://schemas.openxmlformats.org/officeDocument/2006/relationships/notesMaster" Target="/ppt/notesMasters/notesMaster1.xml" Id="R6860f944de0549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5b60b8f2244ac8" /><Relationship Type="http://schemas.openxmlformats.org/officeDocument/2006/relationships/notesMaster" Target="/ppt/notesMasters/notesMaster1.xml" Id="Rcd9afac0c8ee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7752c44ccc4082" /><Relationship Type="http://schemas.openxmlformats.org/officeDocument/2006/relationships/notesMaster" Target="/ppt/notesMasters/notesMaster1.xml" Id="Ra4c7283d74ec48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43dc6906b4ae9" /><Relationship Type="http://schemas.openxmlformats.org/officeDocument/2006/relationships/notesMaster" Target="/ppt/notesMasters/notesMaster1.xml" Id="Rd14bc299f8b548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36cc9b3c2d4d8b" /><Relationship Type="http://schemas.openxmlformats.org/officeDocument/2006/relationships/notesMaster" Target="/ppt/notesMasters/notesMaster1.xml" Id="Reb0b8874b2c648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1f670d2304f01" /><Relationship Type="http://schemas.openxmlformats.org/officeDocument/2006/relationships/notesMaster" Target="/ppt/notesMasters/notesMaster1.xml" Id="R20cb9e18ed7946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6065b9102544e0" /><Relationship Type="http://schemas.openxmlformats.org/officeDocument/2006/relationships/notesMaster" Target="/ppt/notesMasters/notesMaster1.xml" Id="Rba9235ac43a842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6bd494d314826" /><Relationship Type="http://schemas.openxmlformats.org/officeDocument/2006/relationships/notesMaster" Target="/ppt/notesMasters/notesMaster1.xml" Id="R2ce0ef81bbfa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363eb8cb844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c6de2a5f34e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87f098b5d4b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56e2c07204f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2f838b92c46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328f25f2c4e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c272f1579484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7b631d08b46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9e7514d0d45f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9fc848ae643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6cda7cd0341b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b050e42914402" /><Relationship Type="http://schemas.openxmlformats.org/officeDocument/2006/relationships/slideLayout" Target="/ppt/slideLayouts/slideLayout1.xml" Id="R25c11f7eb1c3473f" /><Relationship Type="http://schemas.openxmlformats.org/officeDocument/2006/relationships/slideLayout" Target="/ppt/slideLayouts/slideLayout2.xml" Id="R04ccaa4730484a6e" /><Relationship Type="http://schemas.openxmlformats.org/officeDocument/2006/relationships/slideLayout" Target="/ppt/slideLayouts/slideLayout3.xml" Id="Ree98d5fc408f4065" /><Relationship Type="http://schemas.openxmlformats.org/officeDocument/2006/relationships/slideLayout" Target="/ppt/slideLayouts/slideLayout4.xml" Id="Radae010cee9e41e2" /><Relationship Type="http://schemas.openxmlformats.org/officeDocument/2006/relationships/slideLayout" Target="/ppt/slideLayouts/slideLayout5.xml" Id="Rd41ae3c03ae44128" /><Relationship Type="http://schemas.openxmlformats.org/officeDocument/2006/relationships/slideLayout" Target="/ppt/slideLayouts/slideLayout6.xml" Id="R9c9a2519828d4ff7" /><Relationship Type="http://schemas.openxmlformats.org/officeDocument/2006/relationships/slideLayout" Target="/ppt/slideLayouts/slideLayout7.xml" Id="R695a13dfd3464371" /><Relationship Type="http://schemas.openxmlformats.org/officeDocument/2006/relationships/slideLayout" Target="/ppt/slideLayouts/slideLayout8.xml" Id="R5f26cafb08574d78" /><Relationship Type="http://schemas.openxmlformats.org/officeDocument/2006/relationships/slideLayout" Target="/ppt/slideLayouts/slideLayout9.xml" Id="Ra4aac46c17f34c00" /><Relationship Type="http://schemas.openxmlformats.org/officeDocument/2006/relationships/slideLayout" Target="/ppt/slideLayouts/slideLayout10.xml" Id="Rc8df8a3a43d64dee" /><Relationship Type="http://schemas.openxmlformats.org/officeDocument/2006/relationships/slideLayout" Target="/ppt/slideLayouts/slideLayout11.xml" Id="R8cee26d5ed6c44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11f7eb1c3473f"/>
    <p:sldLayoutId xmlns:r="http://schemas.openxmlformats.org/officeDocument/2006/relationships" id="2147483650" r:id="R04ccaa4730484a6e"/>
    <p:sldLayoutId xmlns:r="http://schemas.openxmlformats.org/officeDocument/2006/relationships" id="2147483651" r:id="Ree98d5fc408f4065"/>
    <p:sldLayoutId xmlns:r="http://schemas.openxmlformats.org/officeDocument/2006/relationships" id="2147483652" r:id="Radae010cee9e41e2"/>
    <p:sldLayoutId xmlns:r="http://schemas.openxmlformats.org/officeDocument/2006/relationships" id="2147483653" r:id="Rd41ae3c03ae44128"/>
    <p:sldLayoutId xmlns:r="http://schemas.openxmlformats.org/officeDocument/2006/relationships" id="2147483654" r:id="R9c9a2519828d4ff7"/>
    <p:sldLayoutId xmlns:r="http://schemas.openxmlformats.org/officeDocument/2006/relationships" id="2147483655" r:id="R695a13dfd3464371"/>
    <p:sldLayoutId xmlns:r="http://schemas.openxmlformats.org/officeDocument/2006/relationships" id="2147483656" r:id="R5f26cafb08574d78"/>
    <p:sldLayoutId xmlns:r="http://schemas.openxmlformats.org/officeDocument/2006/relationships" id="2147483657" r:id="Ra4aac46c17f34c00"/>
    <p:sldLayoutId xmlns:r="http://schemas.openxmlformats.org/officeDocument/2006/relationships" id="2147483658" r:id="Rc8df8a3a43d64dee"/>
    <p:sldLayoutId xmlns:r="http://schemas.openxmlformats.org/officeDocument/2006/relationships" id="2147483659" r:id="R8cee26d5ed6c44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31b0ebfe34231" /><Relationship Type="http://schemas.openxmlformats.org/officeDocument/2006/relationships/notesSlide" Target="/ppt/notesSlides/notesSlide1.xml" Id="R09f25e5674d44e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5f868864946ee" /><Relationship Type="http://schemas.openxmlformats.org/officeDocument/2006/relationships/image" Target="/ppt/media/image.png" Id="R1c44fffb3b8e4d55" /><Relationship Type="http://schemas.openxmlformats.org/officeDocument/2006/relationships/notesSlide" Target="/ppt/notesSlides/notesSlide2.xml" Id="R7c568be1429f4d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580b950b64788" /><Relationship Type="http://schemas.openxmlformats.org/officeDocument/2006/relationships/image" Target="/ppt/media/image2.png" Id="Rf3dc3d8673294e8b" /><Relationship Type="http://schemas.openxmlformats.org/officeDocument/2006/relationships/notesSlide" Target="/ppt/notesSlides/notesSlide3.xml" Id="Raba0e5cb4ce6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a41ec727e1423e" /><Relationship Type="http://schemas.openxmlformats.org/officeDocument/2006/relationships/image" Target="/ppt/media/image3.png" Id="R6204677b72ec4932" /><Relationship Type="http://schemas.openxmlformats.org/officeDocument/2006/relationships/notesSlide" Target="/ppt/notesSlides/notesSlide4.xml" Id="Rc9308df8c3084d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83ac7bc364b2f" /><Relationship Type="http://schemas.openxmlformats.org/officeDocument/2006/relationships/image" Target="/ppt/media/image4.png" Id="Raff032166a044a2f" /><Relationship Type="http://schemas.openxmlformats.org/officeDocument/2006/relationships/notesSlide" Target="/ppt/notesSlides/notesSlide5.xml" Id="R4eb4f12e3baa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3a7bfd9054156" /><Relationship Type="http://schemas.openxmlformats.org/officeDocument/2006/relationships/image" Target="/ppt/media/image5.png" Id="R0215b6f6df254b63" /><Relationship Type="http://schemas.openxmlformats.org/officeDocument/2006/relationships/notesSlide" Target="/ppt/notesSlides/notesSlide6.xml" Id="Rf0e1fb44f92a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2dea493ba410e" /><Relationship Type="http://schemas.openxmlformats.org/officeDocument/2006/relationships/notesSlide" Target="/ppt/notesSlides/notesSlide7.xml" Id="Rf85b6aa97c2b41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43d47298a4b62" /><Relationship Type="http://schemas.openxmlformats.org/officeDocument/2006/relationships/notesSlide" Target="/ppt/notesSlides/notesSlide8.xml" Id="R1fb1e81e4b2842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Πίνακες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E93DC-85C0-49DE-8520-6A6B1419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πίνακα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FF511-BB8C-4E85-93B9-7C31331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αριθμό στηλών και γραμμών από το πλέγμα ή από το παράθυρο Insert Table.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4fffb3b8e4d55"/>
          <a:stretch xmlns:a="http://schemas.openxmlformats.org/drawingml/2006/main"/>
        </p:blipFill>
        <p:spPr>
          <a:xfrm xmlns:a="http://schemas.openxmlformats.org/drawingml/2006/main">
            <a:off x="6762750" y="2639813"/>
            <a:ext cx="4191000" cy="157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C2BEB-24A2-4887-B8E2-ADB0700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Γραμμές και στήλες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DB2D1-569B-4BC4-8DAB-80F4A15D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Table Tools &gt;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Above ή Below προσθέτει γραμμή.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Left ή Right προσθέτει στήλη.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Delete αφαιρεί επιλεγμένα στοιχεία.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c3d8673294e8b"/>
          <a:stretch xmlns:a="http://schemas.openxmlformats.org/drawingml/2006/main"/>
        </p:blipFill>
        <p:spPr>
          <a:xfrm xmlns:a="http://schemas.openxmlformats.org/drawingml/2006/main">
            <a:off x="6762750" y="3012387"/>
            <a:ext cx="4191000" cy="8332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3D86B-3254-4FD4-947B-F53CE98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Μέγεθος κελιών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109E9-5E4B-4E70-8066-84390038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τα όρια γραμμών και στηλών.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ακριβείς τιμές χρησιμοποιούμε Cell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Distribute Rows ή Columns δίνει ίσο μέγεθος.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4677b72ec4932"/>
          <a:stretch xmlns:a="http://schemas.openxmlformats.org/drawingml/2006/main"/>
        </p:blipFill>
        <p:spPr>
          <a:xfrm xmlns:a="http://schemas.openxmlformats.org/drawingml/2006/main">
            <a:off x="6762750" y="2965270"/>
            <a:ext cx="4191000" cy="9274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6C707-9B46-4389-973E-EF7F6AE8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Μορφοποίηση πίνακα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C1F0A-8A99-4C74-B27B-B894BFB5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Table Design &gt; Table Styles.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Shading αλλάζει το γέμισμα.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Borders αλλάζει τα περιγράμματα.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Μπορούμε να τονίσουμε πρώτη γραμμή ή πρώτη στήλη.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032166a044a2f"/>
          <a:stretch xmlns:a="http://schemas.openxmlformats.org/drawingml/2006/main"/>
        </p:blipFill>
        <p:spPr>
          <a:xfrm xmlns:a="http://schemas.openxmlformats.org/drawingml/2006/main">
            <a:off x="6762750" y="2350016"/>
            <a:ext cx="4191000" cy="21579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F2564-ADD5-46DF-853E-0FC4D17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Κείμενο μέσα στον πίνακα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3801D-05D5-4408-BC66-DBEB8FF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Home &gt; Font μορφοποιούμε το κείμενο.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Alignment επιλέγουμε οριζόντια και κάθετη στοίχιση.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Tab μετακινούμαστε στο επόμενο κελί.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5b6f6df254b63"/>
          <a:stretch xmlns:a="http://schemas.openxmlformats.org/drawingml/2006/main"/>
        </p:blipFill>
        <p:spPr>
          <a:xfrm xmlns:a="http://schemas.openxmlformats.org/drawingml/2006/main">
            <a:off x="6762750" y="1573239"/>
            <a:ext cx="4191000" cy="37115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1481E-841C-479F-8EDA-8E1344A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53DA6-87C7-4BE9-A6C8-81E003F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3185D-9F72-47D9-9D68-C34C7ECD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79-80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Νέα παρουσίαση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A006B-8084-4C76-B980-9B5F8F5B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Εισαγωγή πίνακα, δεδομένα, γραμμές, στήλες και μορφοποίηση.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87D76-5FC1-434D-B719-27DBC3D1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7842D-A9D3-449E-B0CC-AFD6D9BB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DC3F1-A2EA-4CB8-8EF9-83C16A4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80-81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14-20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Εταιρεία.pptx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74A0C-3C42-49E5-83EB-BB504311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Τροποποίησε και μορφοποίησε τον πίνακα της παρουσίασης.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2026-09-12T06:52:49.4670000Z</dcterms:created>
  <dcterms:modified xsi:type="dcterms:W3CDTF">2026-09-12T06:52:49.4670000Z</dcterms:modified>
</coreProperties>
</file>