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7e4337583e4e07" /><Relationship Type="http://schemas.openxmlformats.org/officeDocument/2006/relationships/extended-properties" Target="/docProps/app.xml" Id="R352ae507587c4049" /><Relationship Type="http://schemas.openxmlformats.org/officeDocument/2006/relationships/officeDocument" Target="/ppt/presentation.xml" Id="R085fce2ca0f64a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1731886aa34129"/>
  </p:sldMasterIdLst>
  <p:notesMasterIdLst>
    <p:notesMasterId xmlns:r="http://schemas.openxmlformats.org/officeDocument/2006/relationships" r:id="Rf1eceb8920384bdb"/>
  </p:notesMasterIdLst>
  <p:sldIdLst>
    <p:sldId xmlns:r="http://schemas.openxmlformats.org/officeDocument/2006/relationships" id="256" r:id="R2b52ac52162b4d52"/>
    <p:sldId xmlns:r="http://schemas.openxmlformats.org/officeDocument/2006/relationships" id="257" r:id="Rfd8f479efec341ba"/>
    <p:sldId xmlns:r="http://schemas.openxmlformats.org/officeDocument/2006/relationships" id="258" r:id="R4264f6aa4b1a4c8e"/>
    <p:sldId xmlns:r="http://schemas.openxmlformats.org/officeDocument/2006/relationships" id="259" r:id="R75c13f04b7464d25"/>
    <p:sldId xmlns:r="http://schemas.openxmlformats.org/officeDocument/2006/relationships" id="260" r:id="R1ff9f606045d4931"/>
    <p:sldId xmlns:r="http://schemas.openxmlformats.org/officeDocument/2006/relationships" id="261" r:id="Rb1af38c2951046f4"/>
    <p:sldId xmlns:r="http://schemas.openxmlformats.org/officeDocument/2006/relationships" id="262" r:id="R6ec01039c32b4cda"/>
    <p:sldId xmlns:r="http://schemas.openxmlformats.org/officeDocument/2006/relationships" id="263" r:id="R8cf7400c5f3f42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c8f263292c41b7" /><Relationship Type="http://schemas.openxmlformats.org/officeDocument/2006/relationships/slideMaster" Target="/ppt/slideMasters/slideMaster1.xml" Id="Ra01731886aa34129" /><Relationship Type="http://schemas.openxmlformats.org/officeDocument/2006/relationships/notesMaster" Target="/ppt/notesMasters/notesMaster1.xml" Id="Rf1eceb8920384bdb" /><Relationship Type="http://schemas.openxmlformats.org/officeDocument/2006/relationships/presProps" Target="/ppt/presProps.xml" Id="R2e9855b7a6ee4012" /><Relationship Type="http://schemas.openxmlformats.org/officeDocument/2006/relationships/viewProps" Target="/ppt/viewProps.xml" Id="Rcb935097bf574f6f" /><Relationship Type="http://schemas.openxmlformats.org/officeDocument/2006/relationships/tableStyles" Target="/ppt/tableStyles.xml" Id="Rdbcbb3c31a1746a7" /><Relationship Type="http://schemas.openxmlformats.org/officeDocument/2006/relationships/slide" Target="/ppt/slides/slide1.xml" Id="R2b52ac52162b4d52" /><Relationship Type="http://schemas.openxmlformats.org/officeDocument/2006/relationships/slide" Target="/ppt/slides/slide2.xml" Id="Rfd8f479efec341ba" /><Relationship Type="http://schemas.openxmlformats.org/officeDocument/2006/relationships/slide" Target="/ppt/slides/slide3.xml" Id="R4264f6aa4b1a4c8e" /><Relationship Type="http://schemas.openxmlformats.org/officeDocument/2006/relationships/slide" Target="/ppt/slides/slide4.xml" Id="R75c13f04b7464d25" /><Relationship Type="http://schemas.openxmlformats.org/officeDocument/2006/relationships/slide" Target="/ppt/slides/slide5.xml" Id="R1ff9f606045d4931" /><Relationship Type="http://schemas.openxmlformats.org/officeDocument/2006/relationships/slide" Target="/ppt/slides/slide6.xml" Id="Rb1af38c2951046f4" /><Relationship Type="http://schemas.openxmlformats.org/officeDocument/2006/relationships/slide" Target="/ppt/slides/slide7.xml" Id="R6ec01039c32b4cda" /><Relationship Type="http://schemas.openxmlformats.org/officeDocument/2006/relationships/slide" Target="/ppt/slides/slide8.xml" Id="R8cf7400c5f3f42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33f3c795874f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96f1370f524a4f" /><Relationship Type="http://schemas.openxmlformats.org/officeDocument/2006/relationships/notesMaster" Target="/ppt/notesMasters/notesMaster1.xml" Id="Rd79a8ee1220348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6fc41c9d0643ef" /><Relationship Type="http://schemas.openxmlformats.org/officeDocument/2006/relationships/notesMaster" Target="/ppt/notesMasters/notesMaster1.xml" Id="Ra70d8ad60a434c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ec3c6f867e4a37" /><Relationship Type="http://schemas.openxmlformats.org/officeDocument/2006/relationships/notesMaster" Target="/ppt/notesMasters/notesMaster1.xml" Id="Rcbf48251810b47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2dce44fef4466a" /><Relationship Type="http://schemas.openxmlformats.org/officeDocument/2006/relationships/notesMaster" Target="/ppt/notesMasters/notesMaster1.xml" Id="Rc7c943fc4e504d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c23fcacd7f48a9" /><Relationship Type="http://schemas.openxmlformats.org/officeDocument/2006/relationships/notesMaster" Target="/ppt/notesMasters/notesMaster1.xml" Id="Rc9ceeb6e7d814b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f2375f9ff14f5b" /><Relationship Type="http://schemas.openxmlformats.org/officeDocument/2006/relationships/notesMaster" Target="/ppt/notesMasters/notesMaster1.xml" Id="Rd261b90ca0be49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3b959927974b6b" /><Relationship Type="http://schemas.openxmlformats.org/officeDocument/2006/relationships/notesMaster" Target="/ppt/notesMasters/notesMaster1.xml" Id="R7ccca3c1ae2f4b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1654cd9c574d70" /><Relationship Type="http://schemas.openxmlformats.org/officeDocument/2006/relationships/notesMaster" Target="/ppt/notesMasters/notesMaster1.xml" Id="R88f5b5209b6f43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ef55bc09343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f4d49d3dc4a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ff07207d447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e7029ab0646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58d6de66f944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dd085bbb844d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6fad702974ef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b38fae9cc413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10e92131c476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4439165da49f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b71b5b3ec449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2db258f23446c0" /><Relationship Type="http://schemas.openxmlformats.org/officeDocument/2006/relationships/slideLayout" Target="/ppt/slideLayouts/slideLayout1.xml" Id="R107d6044628b4a70" /><Relationship Type="http://schemas.openxmlformats.org/officeDocument/2006/relationships/slideLayout" Target="/ppt/slideLayouts/slideLayout2.xml" Id="R365a0b32572f462a" /><Relationship Type="http://schemas.openxmlformats.org/officeDocument/2006/relationships/slideLayout" Target="/ppt/slideLayouts/slideLayout3.xml" Id="R0a6950aaa78d451c" /><Relationship Type="http://schemas.openxmlformats.org/officeDocument/2006/relationships/slideLayout" Target="/ppt/slideLayouts/slideLayout4.xml" Id="R9c0eeb5660c74967" /><Relationship Type="http://schemas.openxmlformats.org/officeDocument/2006/relationships/slideLayout" Target="/ppt/slideLayouts/slideLayout5.xml" Id="Rddc37e50649144e0" /><Relationship Type="http://schemas.openxmlformats.org/officeDocument/2006/relationships/slideLayout" Target="/ppt/slideLayouts/slideLayout6.xml" Id="Rb2a9c51d71d54344" /><Relationship Type="http://schemas.openxmlformats.org/officeDocument/2006/relationships/slideLayout" Target="/ppt/slideLayouts/slideLayout7.xml" Id="R8e7ddb24a33d4d20" /><Relationship Type="http://schemas.openxmlformats.org/officeDocument/2006/relationships/slideLayout" Target="/ppt/slideLayouts/slideLayout8.xml" Id="R33b2714c4c504c3a" /><Relationship Type="http://schemas.openxmlformats.org/officeDocument/2006/relationships/slideLayout" Target="/ppt/slideLayouts/slideLayout9.xml" Id="R1897a0109b774001" /><Relationship Type="http://schemas.openxmlformats.org/officeDocument/2006/relationships/slideLayout" Target="/ppt/slideLayouts/slideLayout10.xml" Id="R9c9d026edbcc4e39" /><Relationship Type="http://schemas.openxmlformats.org/officeDocument/2006/relationships/slideLayout" Target="/ppt/slideLayouts/slideLayout11.xml" Id="R070029073a2d4c2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7d6044628b4a70"/>
    <p:sldLayoutId xmlns:r="http://schemas.openxmlformats.org/officeDocument/2006/relationships" id="2147483650" r:id="R365a0b32572f462a"/>
    <p:sldLayoutId xmlns:r="http://schemas.openxmlformats.org/officeDocument/2006/relationships" id="2147483651" r:id="R0a6950aaa78d451c"/>
    <p:sldLayoutId xmlns:r="http://schemas.openxmlformats.org/officeDocument/2006/relationships" id="2147483652" r:id="R9c0eeb5660c74967"/>
    <p:sldLayoutId xmlns:r="http://schemas.openxmlformats.org/officeDocument/2006/relationships" id="2147483653" r:id="Rddc37e50649144e0"/>
    <p:sldLayoutId xmlns:r="http://schemas.openxmlformats.org/officeDocument/2006/relationships" id="2147483654" r:id="Rb2a9c51d71d54344"/>
    <p:sldLayoutId xmlns:r="http://schemas.openxmlformats.org/officeDocument/2006/relationships" id="2147483655" r:id="R8e7ddb24a33d4d20"/>
    <p:sldLayoutId xmlns:r="http://schemas.openxmlformats.org/officeDocument/2006/relationships" id="2147483656" r:id="R33b2714c4c504c3a"/>
    <p:sldLayoutId xmlns:r="http://schemas.openxmlformats.org/officeDocument/2006/relationships" id="2147483657" r:id="R1897a0109b774001"/>
    <p:sldLayoutId xmlns:r="http://schemas.openxmlformats.org/officeDocument/2006/relationships" id="2147483658" r:id="R9c9d026edbcc4e39"/>
    <p:sldLayoutId xmlns:r="http://schemas.openxmlformats.org/officeDocument/2006/relationships" id="2147483659" r:id="R070029073a2d4c2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ea72d12194d12" /><Relationship Type="http://schemas.openxmlformats.org/officeDocument/2006/relationships/notesSlide" Target="/ppt/notesSlides/notesSlide1.xml" Id="Ra342fe9d5f6a4f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03f9af02a249d6" /><Relationship Type="http://schemas.openxmlformats.org/officeDocument/2006/relationships/image" Target="/ppt/media/image.png" Id="Rbdf631d6079843af" /><Relationship Type="http://schemas.openxmlformats.org/officeDocument/2006/relationships/notesSlide" Target="/ppt/notesSlides/notesSlide2.xml" Id="R4842bb86a2ab44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671cc987514593" /><Relationship Type="http://schemas.openxmlformats.org/officeDocument/2006/relationships/image" Target="/ppt/media/image2.png" Id="R5f65495f53414265" /><Relationship Type="http://schemas.openxmlformats.org/officeDocument/2006/relationships/notesSlide" Target="/ppt/notesSlides/notesSlide3.xml" Id="Raadddcfcfacc4a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e8e78ec9eb43f7" /><Relationship Type="http://schemas.openxmlformats.org/officeDocument/2006/relationships/image" Target="/ppt/media/image3.png" Id="R79295f895fe44e1b" /><Relationship Type="http://schemas.openxmlformats.org/officeDocument/2006/relationships/notesSlide" Target="/ppt/notesSlides/notesSlide4.xml" Id="Ra22eab1c12954b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ec19f905cf4c0d" /><Relationship Type="http://schemas.openxmlformats.org/officeDocument/2006/relationships/image" Target="/ppt/media/image4.png" Id="R626c75c78ef04a68" /><Relationship Type="http://schemas.openxmlformats.org/officeDocument/2006/relationships/notesSlide" Target="/ppt/notesSlides/notesSlide5.xml" Id="Ref784d335a3a4d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31c8ab4eb1460d" /><Relationship Type="http://schemas.openxmlformats.org/officeDocument/2006/relationships/image" Target="/ppt/media/image5.png" Id="R4c3277cd87d34f39" /><Relationship Type="http://schemas.openxmlformats.org/officeDocument/2006/relationships/notesSlide" Target="/ppt/notesSlides/notesSlide6.xml" Id="Rdc07c2c20c0147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78e48d370d49f2" /><Relationship Type="http://schemas.openxmlformats.org/officeDocument/2006/relationships/notesSlide" Target="/ppt/notesSlides/notesSlide7.xml" Id="Rd14adae15d8041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c09f16feea405c" /><Relationship Type="http://schemas.openxmlformats.org/officeDocument/2006/relationships/notesSlide" Target="/ppt/notesSlides/notesSlide8.xml" Id="Rd67ce459281944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Μεταβάσεις Διαφανειών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5A4F6-75CE-4CA9-8BE9-92806011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Προσθήκη μετάβασης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40709-F3EC-4926-846E-2517CC53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διαφάνεια και ανοίγουμε την καρτέλα Transitions.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Fade, Push, Wipe ή άλλο εφέ.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631d6079843af"/>
          <a:stretch xmlns:a="http://schemas.openxmlformats.org/drawingml/2006/main"/>
        </p:blipFill>
        <p:spPr>
          <a:xfrm xmlns:a="http://schemas.openxmlformats.org/drawingml/2006/main">
            <a:off x="6762750" y="3215268"/>
            <a:ext cx="4191000" cy="4274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F1051-65D1-48A9-87B8-660F46A1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Effect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F95E7-EFA6-471F-A118-00AC0CFD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 Effect Options αλλάζει την κατεύθυνση ή την παραλλαγή της επιλεγμένης μετάβασης.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5495f53414265"/>
          <a:stretch xmlns:a="http://schemas.openxmlformats.org/drawingml/2006/main"/>
        </p:blipFill>
        <p:spPr>
          <a:xfrm xmlns:a="http://schemas.openxmlformats.org/drawingml/2006/main">
            <a:off x="6762750" y="1744920"/>
            <a:ext cx="4191000" cy="3368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DF045-98AC-4663-8FC3-A6E9349B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Διάρκεια και ήχος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FEBC9-F399-44DD-B122-51782512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Duration καθορίζει πόσο γρήγορα ολοκληρώνεται η μετάβαση.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Sound προσθέτει ήχο. Χρησιμοποιούμε ήχο μόνο όταν ζητείται.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95f895fe44e1b"/>
          <a:stretch xmlns:a="http://schemas.openxmlformats.org/drawingml/2006/main"/>
        </p:blipFill>
        <p:spPr>
          <a:xfrm xmlns:a="http://schemas.openxmlformats.org/drawingml/2006/main">
            <a:off x="6772924" y="1571625"/>
            <a:ext cx="4170651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E9CF1-E5B9-403F-8560-89536913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Τρόπος αλλαγής διαφάνειας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BA05C-9C85-4485-8DE8-BB871D02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On Mouse Click: αλλαγή με κλικ.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After: αυτόματη αλλαγή μετά από συγκεκριμένο χρόνο.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Μπορούν να ενεργοποιηθούν και οι δύο επιλογές.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c75c78ef04a68"/>
          <a:stretch xmlns:a="http://schemas.openxmlformats.org/drawingml/2006/main"/>
        </p:blipFill>
        <p:spPr>
          <a:xfrm xmlns:a="http://schemas.openxmlformats.org/drawingml/2006/main">
            <a:off x="6762750" y="2927183"/>
            <a:ext cx="4191000" cy="10036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F2FF3-A43C-4876-8DD3-A9235F45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Εφαρμογή ή αφαίρεση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9B184-367C-44FF-B459-9A9F8F49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Apply To All εφαρμόζει τις ίδιες ρυθμίσεις σε όλες τις διαφάνειες.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Για αφαίρεση επιλέγουμε None.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277cd87d34f39"/>
          <a:stretch xmlns:a="http://schemas.openxmlformats.org/drawingml/2006/main"/>
        </p:blipFill>
        <p:spPr>
          <a:xfrm xmlns:a="http://schemas.openxmlformats.org/drawingml/2006/main">
            <a:off x="6762750" y="3262223"/>
            <a:ext cx="4191000" cy="3335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20A96-3F8F-463D-95B9-0907AFDC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D8BE0-DD8B-4D3C-A155-343DF7B4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7A316-A351-46F5-9F87-D8E5A202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107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Ηθοποιοί.pptx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3F1F2-3EEA-4997-A3E9-AFF296DC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Μεταβάσεις, παραλλαγές, διάρκεια και τρόπος αλλαγής.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64376-7010-4FFA-91F7-003A3AF7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DDDB1-A350-4B77-9C44-120D731A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34C23-0F46-4522-A935-F3EC77C9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108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12-15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Τραγουδιστές.pptx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5D156-FC41-4445-A846-9774EB89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Εφάρμοσε και αφαίρεσε μεταβάσεις στις ζητούμενες διαφάνειες.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2026-09-12T06:53:12.5640000Z</dcterms:created>
  <dcterms:modified xsi:type="dcterms:W3CDTF">2026-09-12T06:53:12.5640000Z</dcterms:modified>
</coreProperties>
</file>