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2b054e24c40fd" /><Relationship Type="http://schemas.openxmlformats.org/officeDocument/2006/relationships/extended-properties" Target="/docProps/app.xml" Id="R1f0457d68cfc498c" /><Relationship Type="http://schemas.openxmlformats.org/officeDocument/2006/relationships/officeDocument" Target="/ppt/presentation.xml" Id="R57e8a0d158f2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157b33ef74bdb"/>
  </p:sldMasterIdLst>
  <p:notesMasterIdLst>
    <p:notesMasterId xmlns:r="http://schemas.openxmlformats.org/officeDocument/2006/relationships" r:id="Rfe81ca4d459443d2"/>
  </p:notesMasterIdLst>
  <p:sldIdLst>
    <p:sldId xmlns:r="http://schemas.openxmlformats.org/officeDocument/2006/relationships" id="256" r:id="R2465ee4bc56641ef"/>
    <p:sldId xmlns:r="http://schemas.openxmlformats.org/officeDocument/2006/relationships" id="257" r:id="Rf57cb0e02d264237"/>
    <p:sldId xmlns:r="http://schemas.openxmlformats.org/officeDocument/2006/relationships" id="258" r:id="R57cb2886a8174f39"/>
    <p:sldId xmlns:r="http://schemas.openxmlformats.org/officeDocument/2006/relationships" id="259" r:id="R6a32903d37c24305"/>
    <p:sldId xmlns:r="http://schemas.openxmlformats.org/officeDocument/2006/relationships" id="260" r:id="R025e7d62f6a545d0"/>
    <p:sldId xmlns:r="http://schemas.openxmlformats.org/officeDocument/2006/relationships" id="261" r:id="R2fc80f9952df4d20"/>
    <p:sldId xmlns:r="http://schemas.openxmlformats.org/officeDocument/2006/relationships" id="262" r:id="Rf733963bf57a4115"/>
    <p:sldId xmlns:r="http://schemas.openxmlformats.org/officeDocument/2006/relationships" id="263" r:id="Rccbcf07b1aa8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51f0a8efc24227" /><Relationship Type="http://schemas.openxmlformats.org/officeDocument/2006/relationships/slideMaster" Target="/ppt/slideMasters/slideMaster1.xml" Id="R1cc157b33ef74bdb" /><Relationship Type="http://schemas.openxmlformats.org/officeDocument/2006/relationships/notesMaster" Target="/ppt/notesMasters/notesMaster1.xml" Id="Rfe81ca4d459443d2" /><Relationship Type="http://schemas.openxmlformats.org/officeDocument/2006/relationships/presProps" Target="/ppt/presProps.xml" Id="R6e095ecf871b4711" /><Relationship Type="http://schemas.openxmlformats.org/officeDocument/2006/relationships/viewProps" Target="/ppt/viewProps.xml" Id="Rf92c8e1f35c7412d" /><Relationship Type="http://schemas.openxmlformats.org/officeDocument/2006/relationships/tableStyles" Target="/ppt/tableStyles.xml" Id="R9887754d85cc45d5" /><Relationship Type="http://schemas.openxmlformats.org/officeDocument/2006/relationships/slide" Target="/ppt/slides/slide1.xml" Id="R2465ee4bc56641ef" /><Relationship Type="http://schemas.openxmlformats.org/officeDocument/2006/relationships/slide" Target="/ppt/slides/slide2.xml" Id="Rf57cb0e02d264237" /><Relationship Type="http://schemas.openxmlformats.org/officeDocument/2006/relationships/slide" Target="/ppt/slides/slide3.xml" Id="R57cb2886a8174f39" /><Relationship Type="http://schemas.openxmlformats.org/officeDocument/2006/relationships/slide" Target="/ppt/slides/slide4.xml" Id="R6a32903d37c24305" /><Relationship Type="http://schemas.openxmlformats.org/officeDocument/2006/relationships/slide" Target="/ppt/slides/slide5.xml" Id="R025e7d62f6a545d0" /><Relationship Type="http://schemas.openxmlformats.org/officeDocument/2006/relationships/slide" Target="/ppt/slides/slide6.xml" Id="R2fc80f9952df4d20" /><Relationship Type="http://schemas.openxmlformats.org/officeDocument/2006/relationships/slide" Target="/ppt/slides/slide7.xml" Id="Rf733963bf57a4115" /><Relationship Type="http://schemas.openxmlformats.org/officeDocument/2006/relationships/slide" Target="/ppt/slides/slide8.xml" Id="Rccbcf07b1aa8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96791efd8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ff6538b1348b7" /><Relationship Type="http://schemas.openxmlformats.org/officeDocument/2006/relationships/notesMaster" Target="/ppt/notesMasters/notesMaster1.xml" Id="R3e4099c92e0b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b6e7cd6b9c42f8" /><Relationship Type="http://schemas.openxmlformats.org/officeDocument/2006/relationships/notesMaster" Target="/ppt/notesMasters/notesMaster1.xml" Id="R7080aa5a6a9c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949f9f5084aee" /><Relationship Type="http://schemas.openxmlformats.org/officeDocument/2006/relationships/notesMaster" Target="/ppt/notesMasters/notesMaster1.xml" Id="R617f75dc41ce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eeba50ea5428f" /><Relationship Type="http://schemas.openxmlformats.org/officeDocument/2006/relationships/notesMaster" Target="/ppt/notesMasters/notesMaster1.xml" Id="R5e9f9e913bad45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ab716152db489b" /><Relationship Type="http://schemas.openxmlformats.org/officeDocument/2006/relationships/notesMaster" Target="/ppt/notesMasters/notesMaster1.xml" Id="R7ad9d66832884f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bee3b2568d4290" /><Relationship Type="http://schemas.openxmlformats.org/officeDocument/2006/relationships/notesMaster" Target="/ppt/notesMasters/notesMaster1.xml" Id="R6c2163400b3249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39d6dc51648b5" /><Relationship Type="http://schemas.openxmlformats.org/officeDocument/2006/relationships/notesMaster" Target="/ppt/notesMasters/notesMaster1.xml" Id="R1eeccc1c60a549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43d9937b754092" /><Relationship Type="http://schemas.openxmlformats.org/officeDocument/2006/relationships/notesMaster" Target="/ppt/notesMasters/notesMaster1.xml" Id="R4e8c79f14ada41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dbbcee51643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dd9a47e3645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6004acfc448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cdfe9ab0f49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cbaf613d647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9e46fda3642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5a284944c46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9567ddc704e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1befba80f40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43fbf4b2f4b1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3fdf91fae462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17469663043a1" /><Relationship Type="http://schemas.openxmlformats.org/officeDocument/2006/relationships/slideLayout" Target="/ppt/slideLayouts/slideLayout1.xml" Id="R23dfcd97359a4f90" /><Relationship Type="http://schemas.openxmlformats.org/officeDocument/2006/relationships/slideLayout" Target="/ppt/slideLayouts/slideLayout2.xml" Id="Rc0c804d6ab7d4fbd" /><Relationship Type="http://schemas.openxmlformats.org/officeDocument/2006/relationships/slideLayout" Target="/ppt/slideLayouts/slideLayout3.xml" Id="R1cf1e7abd36f4b0f" /><Relationship Type="http://schemas.openxmlformats.org/officeDocument/2006/relationships/slideLayout" Target="/ppt/slideLayouts/slideLayout4.xml" Id="R9ab5ef88769b442c" /><Relationship Type="http://schemas.openxmlformats.org/officeDocument/2006/relationships/slideLayout" Target="/ppt/slideLayouts/slideLayout5.xml" Id="R102080745b8b43af" /><Relationship Type="http://schemas.openxmlformats.org/officeDocument/2006/relationships/slideLayout" Target="/ppt/slideLayouts/slideLayout6.xml" Id="Re2e10b28185641f9" /><Relationship Type="http://schemas.openxmlformats.org/officeDocument/2006/relationships/slideLayout" Target="/ppt/slideLayouts/slideLayout7.xml" Id="R5bfb6f74a4484d8c" /><Relationship Type="http://schemas.openxmlformats.org/officeDocument/2006/relationships/slideLayout" Target="/ppt/slideLayouts/slideLayout8.xml" Id="Rbf3b574e30bf47c4" /><Relationship Type="http://schemas.openxmlformats.org/officeDocument/2006/relationships/slideLayout" Target="/ppt/slideLayouts/slideLayout9.xml" Id="R8c8862123db1484e" /><Relationship Type="http://schemas.openxmlformats.org/officeDocument/2006/relationships/slideLayout" Target="/ppt/slideLayouts/slideLayout10.xml" Id="R0b32fe5e6bec4a76" /><Relationship Type="http://schemas.openxmlformats.org/officeDocument/2006/relationships/slideLayout" Target="/ppt/slideLayouts/slideLayout11.xml" Id="Rc7fd9aa48f264a0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dfcd97359a4f90"/>
    <p:sldLayoutId xmlns:r="http://schemas.openxmlformats.org/officeDocument/2006/relationships" id="2147483650" r:id="Rc0c804d6ab7d4fbd"/>
    <p:sldLayoutId xmlns:r="http://schemas.openxmlformats.org/officeDocument/2006/relationships" id="2147483651" r:id="R1cf1e7abd36f4b0f"/>
    <p:sldLayoutId xmlns:r="http://schemas.openxmlformats.org/officeDocument/2006/relationships" id="2147483652" r:id="R9ab5ef88769b442c"/>
    <p:sldLayoutId xmlns:r="http://schemas.openxmlformats.org/officeDocument/2006/relationships" id="2147483653" r:id="R102080745b8b43af"/>
    <p:sldLayoutId xmlns:r="http://schemas.openxmlformats.org/officeDocument/2006/relationships" id="2147483654" r:id="Re2e10b28185641f9"/>
    <p:sldLayoutId xmlns:r="http://schemas.openxmlformats.org/officeDocument/2006/relationships" id="2147483655" r:id="R5bfb6f74a4484d8c"/>
    <p:sldLayoutId xmlns:r="http://schemas.openxmlformats.org/officeDocument/2006/relationships" id="2147483656" r:id="Rbf3b574e30bf47c4"/>
    <p:sldLayoutId xmlns:r="http://schemas.openxmlformats.org/officeDocument/2006/relationships" id="2147483657" r:id="R8c8862123db1484e"/>
    <p:sldLayoutId xmlns:r="http://schemas.openxmlformats.org/officeDocument/2006/relationships" id="2147483658" r:id="R0b32fe5e6bec4a76"/>
    <p:sldLayoutId xmlns:r="http://schemas.openxmlformats.org/officeDocument/2006/relationships" id="2147483659" r:id="Rc7fd9aa48f264a0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a25fc97ef48f9" /><Relationship Type="http://schemas.openxmlformats.org/officeDocument/2006/relationships/notesSlide" Target="/ppt/notesSlides/notesSlide1.xml" Id="Rc5640856e6f948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4fb7520e84823" /><Relationship Type="http://schemas.openxmlformats.org/officeDocument/2006/relationships/image" Target="/ppt/media/image.png" Id="R8c0d4c1ec89a4973" /><Relationship Type="http://schemas.openxmlformats.org/officeDocument/2006/relationships/notesSlide" Target="/ppt/notesSlides/notesSlide2.xml" Id="R67344ede0713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488fb75424352" /><Relationship Type="http://schemas.openxmlformats.org/officeDocument/2006/relationships/image" Target="/ppt/media/image2.png" Id="R51115aafa639474a" /><Relationship Type="http://schemas.openxmlformats.org/officeDocument/2006/relationships/notesSlide" Target="/ppt/notesSlides/notesSlide3.xml" Id="R86c991af19d4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d5438f33664bea" /><Relationship Type="http://schemas.openxmlformats.org/officeDocument/2006/relationships/image" Target="/ppt/media/image.jpeg" Id="R5b5a2f3cae674cc3" /><Relationship Type="http://schemas.openxmlformats.org/officeDocument/2006/relationships/notesSlide" Target="/ppt/notesSlides/notesSlide4.xml" Id="R3cdb3471f2d4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005b88123944e4" /><Relationship Type="http://schemas.openxmlformats.org/officeDocument/2006/relationships/image" Target="/ppt/media/image3.png" Id="R22ae3676cb1947ae" /><Relationship Type="http://schemas.openxmlformats.org/officeDocument/2006/relationships/notesSlide" Target="/ppt/notesSlides/notesSlide5.xml" Id="R26412233292a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7e9cffba304991" /><Relationship Type="http://schemas.openxmlformats.org/officeDocument/2006/relationships/notesSlide" Target="/ppt/notesSlides/notesSlide6.xml" Id="Re6b487ba94c3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f63b9c60047ab" /><Relationship Type="http://schemas.openxmlformats.org/officeDocument/2006/relationships/notesSlide" Target="/ppt/notesSlides/notesSlide7.xml" Id="R2aee1227c7594d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969a2c50947bb" /><Relationship Type="http://schemas.openxmlformats.org/officeDocument/2006/relationships/notesSlide" Target="/ppt/notesSlides/notesSlide8.xml" Id="R8d0a74f8587d4e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2">
                    <a:lumMod val="50000"/>
                  </a:schemeClr>
                </a:solidFill>
              </a:rPr>
              <a:t>Διαχείριση Κελιών (2)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1E3DD-E102-4AD5-832F-3B616219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Αντιγραφή κελιού ή περιοχής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26A98-A9F0-4606-BEEA-274BB9F2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Τα αρχικά δεδομένα παραμένουν στη θέση τους και δημιουργείται αντίγραφο.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45A17-2E50-4FDC-A078-9E396D6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Βήματα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039BA-7A44-40DF-BB92-34FDA203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42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το κελί ή την περιοχή.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Copy.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το κελί προορισμού.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Home &gt; Paste.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26427-957F-4A80-876E-61ABDDA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Μια περιοχή επικολλάται από το επάνω αριστερό κελί του προορισμού.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d4c1ec89a4973"/>
          <a:stretch xmlns:a="http://schemas.openxmlformats.org/drawingml/2006/main"/>
        </p:blipFill>
        <p:spPr>
          <a:xfrm xmlns:a="http://schemas.openxmlformats.org/drawingml/2006/main">
            <a:off x="7000875" y="1574187"/>
            <a:ext cx="4095750" cy="41858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D29E6-44F0-48D8-A160-6AE60D53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Μετακίνηση κελιού ή περιοχής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CCD3D-4D48-4712-8FF0-8518AFC1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Τα δεδομένα μεταφέρονται σε νέα θέση και αφαιρούνται από την αρχική.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09FE0-F387-4DFA-84BB-FA12F27A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Βήματα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3FC78-BC86-44A6-BE68-D779996E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42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το κελί ή την περιοχή.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Cut.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το κελί προορισμού.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Home &gt; Paste.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455CA-3B3E-4A08-A0E3-5EDF909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Η ίδια διαδικασία λειτουργεί και μεταξύ διαφορετικών φύλλων εργασίας.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5aafa639474a"/>
          <a:stretch xmlns:a="http://schemas.openxmlformats.org/drawingml/2006/main"/>
        </p:blipFill>
        <p:spPr>
          <a:xfrm xmlns:a="http://schemas.openxmlformats.org/drawingml/2006/main">
            <a:off x="7381875" y="1881188"/>
            <a:ext cx="37147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EDCFA-3CC7-4B23-B445-0F1ACF22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Διαγραφή περιεχομένου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7ED5D-E131-4FE1-AFF7-75151C17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Η διαγραφή αφαιρεί το περιεχόμενο, χωρίς να αφαιρεί το ίδιο το κελί.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E5A11-D69A-4228-B9DC-AAB8B6F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Βήματα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A13E7-CD82-49E0-8393-DDA376A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581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το κελί ή την περιοχή.</a:t>
            </a:r>
          </a:p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Πατάμε το πλήκτρο Delete.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C1576-ED57-44B6-9AF3-82186640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Για διόρθωση ενός μέρους του περιεχομένου, κάνουμε διπλό κλικ στο κελί.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a2f3cae674cc3"/>
          <a:stretch xmlns:a="http://schemas.openxmlformats.org/drawingml/2006/main"/>
        </p:blipFill>
        <p:spPr>
          <a:xfrm xmlns:a="http://schemas.openxmlformats.org/drawingml/2006/main">
            <a:off x="7239000" y="2151388"/>
            <a:ext cx="3905250" cy="26028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0BCEA-911F-4724-9687-88043221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Αυτόματη συμπλήρωση (AutoFill)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51B3E-F886-4C96-A314-4295E851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Το AutoFill συνεχίζει μια σειρά δεδομένων με σταθερό μοτίβο.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EC964-CDA7-4493-B8D7-F55805CE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33625"/>
            <a:ext cx="581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Γράφουμε τις δύο πρώτες τιμές σε γειτονικά κελιά.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Επιλέγουμε και τα δύο κελιά.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Τοποθετούμε το ποντίκι στη λαβή AutoFill.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Σύρουμε έως το τελευταίο κελί.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e3676cb1947ae"/>
          <a:stretch xmlns:a="http://schemas.openxmlformats.org/drawingml/2006/main"/>
        </p:blipFill>
        <p:spPr>
          <a:xfrm xmlns:a="http://schemas.openxmlformats.org/drawingml/2006/main">
            <a:off x="1260526" y="2143125"/>
            <a:ext cx="2955823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36261-599D-4A43-8E9F-B7BF1C08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Λαβή AutoFill: το μικρό τετράγωνο στην κάτω δεξιά γωνία της επιλογής.</a:t>
            </a:r>
          </a:p>
        </p:txBody>
      </p:sp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D3DD8-AFAD-4DD9-9F17-13731DE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Παραδείγματα AutoFill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5C243-F664-409D-A3BA-FED515AC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Αριθμητική σειρά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3614D-6C04-4417-B338-6D1B191D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5, 10, 15, 20, 25, ...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F352F-F830-42AA-8E71-E39B792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Ημέρες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3E86F-4E4C-4847-A459-D3BE3099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Sunday, Monday, Tuesday, 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5BE2-48EA-4E8F-A850-739F326B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Ημερομηνίες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F02F2-EBCD-4E4C-9A8D-FC0E94E1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01/01/2021, 02/01/2021,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077B8-3BF5-484D-9F38-42C07FD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B1E72"/>
                </a:solidFill>
                <a:latin typeface="Arial"/>
                <a:ea typeface="Arial"/>
                <a:cs typeface="Arial"/>
              </a:rPr>
              <a:t>Το Excel αναγνωρίζει το μοτίβο από τις αρχικές τιμές και συμπληρώνει τα επόμενα κελιά.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2E0A6-1930-45C0-93D1-46E318E3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4B00"/>
                </a:solidFill>
                <a:latin typeface="Arial"/>
                <a:ea typeface="Arial"/>
                <a:cs typeface="Arial"/>
              </a:rPr>
              <a:t>Αν επιλέξουμε μόνο μία αριθμητική τιμή, μπορεί να αντιγραφεί η ίδια τιμή αντί να δημιουργηθεί σειρά.</a:t>
            </a:r>
          </a:p>
        </p:txBody>
      </p:sp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E29DB-0B09-420C-BFF4-1AC0184E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467B7-8E88-43FC-8611-8DB84E7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2724B-711A-4F2C-A8BF-E492FBCE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25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Εργασία στο αρχείο Εξετάσεις.xlsx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70771-AF87-4E5E-9BDA-805F9D9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01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Εξάσκηση σε μετακίνηση, AutoFill, αντιγραφή και διαγραφή περιεχομένου.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71BF4-8865-449E-8189-77FEE0FA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85246-0464-4476-A7C2-D9885D53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03D67-3040-4D15-BB75-239E4B9B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25-26</a:t>
            </a:r>
          </a:p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11-17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4D535-A001-44F5-A1C8-1D955F6C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Χρησιμοποίησε τα φύλλα «Πρωτεύσαντες» και «Βραβεία» του αρχείου Εξετάσεις.xlsx.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2026-09-10T17:08:56.0430000Z</dcterms:created>
  <dcterms:modified xsi:type="dcterms:W3CDTF">2026-09-10T17:08:56.0430000Z</dcterms:modified>
</coreProperties>
</file>