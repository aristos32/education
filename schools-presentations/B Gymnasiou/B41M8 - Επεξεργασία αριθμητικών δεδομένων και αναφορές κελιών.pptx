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9c04226f9944207" /><Relationship Type="http://schemas.openxmlformats.org/officeDocument/2006/relationships/extended-properties" Target="/docProps/app.xml" Id="R0c6dabc058c442a5" /><Relationship Type="http://schemas.openxmlformats.org/officeDocument/2006/relationships/officeDocument" Target="/ppt/presentation.xml" Id="R3694ca792f70477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b65bff120dd46aa"/>
  </p:sldMasterIdLst>
  <p:notesMasterIdLst>
    <p:notesMasterId xmlns:r="http://schemas.openxmlformats.org/officeDocument/2006/relationships" r:id="Ra80dd505d9504deb"/>
  </p:notesMasterIdLst>
  <p:sldIdLst>
    <p:sldId xmlns:r="http://schemas.openxmlformats.org/officeDocument/2006/relationships" id="256" r:id="R3fe2b7e84f7f4d85"/>
    <p:sldId xmlns:r="http://schemas.openxmlformats.org/officeDocument/2006/relationships" id="257" r:id="Ra818df1a15054ed7"/>
    <p:sldId xmlns:r="http://schemas.openxmlformats.org/officeDocument/2006/relationships" id="258" r:id="R2cfb9293352143ee"/>
    <p:sldId xmlns:r="http://schemas.openxmlformats.org/officeDocument/2006/relationships" id="259" r:id="R62ebe5fd169c4ab5"/>
    <p:sldId xmlns:r="http://schemas.openxmlformats.org/officeDocument/2006/relationships" id="260" r:id="R414f2825bc4d4a59"/>
    <p:sldId xmlns:r="http://schemas.openxmlformats.org/officeDocument/2006/relationships" id="261" r:id="Rf0ba9ac1d48747b1"/>
    <p:sldId xmlns:r="http://schemas.openxmlformats.org/officeDocument/2006/relationships" id="262" r:id="Rdc3daaf565cb4829"/>
    <p:sldId xmlns:r="http://schemas.openxmlformats.org/officeDocument/2006/relationships" id="263" r:id="R9763118189d9478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936239eb9924c4e" /><Relationship Type="http://schemas.openxmlformats.org/officeDocument/2006/relationships/slideMaster" Target="/ppt/slideMasters/slideMaster1.xml" Id="R4b65bff120dd46aa" /><Relationship Type="http://schemas.openxmlformats.org/officeDocument/2006/relationships/notesMaster" Target="/ppt/notesMasters/notesMaster1.xml" Id="Ra80dd505d9504deb" /><Relationship Type="http://schemas.openxmlformats.org/officeDocument/2006/relationships/presProps" Target="/ppt/presProps.xml" Id="R5c2b0c4975564875" /><Relationship Type="http://schemas.openxmlformats.org/officeDocument/2006/relationships/viewProps" Target="/ppt/viewProps.xml" Id="Rb3bdf7e2d28840cb" /><Relationship Type="http://schemas.openxmlformats.org/officeDocument/2006/relationships/tableStyles" Target="/ppt/tableStyles.xml" Id="R3f7ae572bb134d9e" /><Relationship Type="http://schemas.openxmlformats.org/officeDocument/2006/relationships/slide" Target="/ppt/slides/slide1.xml" Id="R3fe2b7e84f7f4d85" /><Relationship Type="http://schemas.openxmlformats.org/officeDocument/2006/relationships/slide" Target="/ppt/slides/slide2.xml" Id="Ra818df1a15054ed7" /><Relationship Type="http://schemas.openxmlformats.org/officeDocument/2006/relationships/slide" Target="/ppt/slides/slide3.xml" Id="R2cfb9293352143ee" /><Relationship Type="http://schemas.openxmlformats.org/officeDocument/2006/relationships/slide" Target="/ppt/slides/slide4.xml" Id="R62ebe5fd169c4ab5" /><Relationship Type="http://schemas.openxmlformats.org/officeDocument/2006/relationships/slide" Target="/ppt/slides/slide5.xml" Id="R414f2825bc4d4a59" /><Relationship Type="http://schemas.openxmlformats.org/officeDocument/2006/relationships/slide" Target="/ppt/slides/slide6.xml" Id="Rf0ba9ac1d48747b1" /><Relationship Type="http://schemas.openxmlformats.org/officeDocument/2006/relationships/slide" Target="/ppt/slides/slide7.xml" Id="Rdc3daaf565cb4829" /><Relationship Type="http://schemas.openxmlformats.org/officeDocument/2006/relationships/slide" Target="/ppt/slides/slide8.xml" Id="R9763118189d9478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3b2cbf52cc647a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Red Violet">
      <a:dk1>
        <a:sysClr val="windowText" lastClr="000000"/>
      </a:dk1>
      <a:lt1>
        <a:sysClr val="window" lastClr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Red Violet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de9caed70ed443c" /><Relationship Type="http://schemas.openxmlformats.org/officeDocument/2006/relationships/notesMaster" Target="/ppt/notesMasters/notesMaster1.xml" Id="R8b32446d83e7421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673e9b882234bb4" /><Relationship Type="http://schemas.openxmlformats.org/officeDocument/2006/relationships/notesMaster" Target="/ppt/notesMasters/notesMaster1.xml" Id="Rae5b7c569b254f9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5cb660812b34f52" /><Relationship Type="http://schemas.openxmlformats.org/officeDocument/2006/relationships/notesMaster" Target="/ppt/notesMasters/notesMaster1.xml" Id="R490ef93cb3b245e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4855571275f4bcf" /><Relationship Type="http://schemas.openxmlformats.org/officeDocument/2006/relationships/notesMaster" Target="/ppt/notesMasters/notesMaster1.xml" Id="Ra48e0366d77643a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2f8b56512cb418c" /><Relationship Type="http://schemas.openxmlformats.org/officeDocument/2006/relationships/notesMaster" Target="/ppt/notesMasters/notesMaster1.xml" Id="R12cd9669a6ed470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ebb047c201a40c5" /><Relationship Type="http://schemas.openxmlformats.org/officeDocument/2006/relationships/notesMaster" Target="/ppt/notesMasters/notesMaster1.xml" Id="Rcbac378c071d43b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73e37f88d524696" /><Relationship Type="http://schemas.openxmlformats.org/officeDocument/2006/relationships/notesMaster" Target="/ppt/notesMasters/notesMaster1.xml" Id="R22cf3834ae4c455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a609b877af24751" /><Relationship Type="http://schemas.openxmlformats.org/officeDocument/2006/relationships/notesMaster" Target="/ppt/notesMasters/notesMaster1.xml" Id="Rc0e3bdf4a1cc45d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Screenshot: https://www.howtoexcel.org/shift-cells-down/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Screenshot: https://500rockets.io/excel/the-excel-move-column-tutorial-59/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Screenshot: https://smallbiztrends.com/how-to-delete-your-twitter-account/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Screenshot: https://excelinsights.net/web/find-replace-data/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c33358b67f1418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888e8f44dc4ec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7f977b3b994da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356742f26b34f4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121eef11a04e5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6bcd98c003948b6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b3bdf7955fb4511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924e3d94c04dea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ca9390f9d224b13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65f875b3414708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b7ed4ba3e342ae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9585AB-590D-2940-F9D8-91A2DEA70AEC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8B41E1D7-50E5-605C-ACD7-89AFACCFD5E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DEE8DB3-D225-FB0F-4A95-87FE121ACE4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DB99004-FBBF-4BCC-9BC3-88F554ADE514}" type="datetimeFigureOut">
              <a:t>09/10/2026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7F4E33A-D01E-EAC3-6198-75DCE67E4BA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A783C2F-F6A4-CF68-E054-91D3A8A6FC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721C89F-AE7A-4C3B-889F-FA429D0A7F97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9D58505-B11D-1416-6D6F-42532E02D9F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8E57602-7C8E-F65F-3DCB-CA7DA659D75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8E13BDD-A3BD-F0FA-C970-7CE1AFD2115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DB99004-FBBF-4BCC-9BC3-88F554ADE514}" type="datetimeFigureOut">
              <a:t>09/10/2026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39A8432-C7E6-45F5-17B8-825C34C7B69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32DBF15-3DC3-0F8C-B5EC-8D7DEA727DB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721C89F-AE7A-4C3B-889F-FA429D0A7F97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5A48EAB-F365-E770-1C52-96B2FFEDBA1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95EF05D-0555-A1C8-D595-C855A03CE5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EC5151F-7E9E-AD94-792E-FA61FDA2DA6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DB99004-FBBF-4BCC-9BC3-88F554ADE514}" type="datetimeFigureOut">
              <a:t>09/10/2026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5AE9C9E-7194-E1C7-7588-B038C3405E6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68C605-454F-8B7B-3D33-D05911EDD86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721C89F-AE7A-4C3B-889F-FA429D0A7F97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A305F7B-A0AC-1293-82D4-9C86467F10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E3EC535-A3DE-99E7-ABC8-9CC4CE6E3DC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2EDD5AB-35E0-87E1-275F-04606C697E9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B510989-7939-77EB-0752-100DC7AFE1E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DB99004-FBBF-4BCC-9BC3-88F554ADE514}" type="datetimeFigureOut">
              <a:t>09/10/2026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7AA337F-EF84-36B2-1842-7E5CFCFDF3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F313D7F-1250-5155-CC8F-1D7F74BF58B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721C89F-AE7A-4C3B-889F-FA429D0A7F97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0BF6333-8C0F-A01D-5F86-7F6CB2076CC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8B0F6EB-5092-BB38-AE7A-D8A53CBE128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62B800C-4EB4-5C42-1D78-6D44443DC87B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80E5F6E3-A638-F3AA-A0D8-8243AE1143A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32606B9C-947E-6E0E-3FB7-6409CA1AA08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B749EA02-9727-20CE-6F2F-AEE77719031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DB99004-FBBF-4BCC-9BC3-88F554ADE514}" type="datetimeFigureOut">
              <a:t>09/10/2026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40455506-EB11-CC08-A287-4C40A1068BE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9729B98D-1ABA-F8A4-E267-33AA94C8147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721C89F-AE7A-4C3B-889F-FA429D0A7F97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DC44A6F-AB0F-F2C2-8460-CD823A4D030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AABB32F1-CA42-21EF-BB3D-FD9E4BF810F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DB99004-FBBF-4BCC-9BC3-88F554ADE514}" type="datetimeFigureOut">
              <a:t>09/10/2026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58D18139-25BA-A607-F49E-FAC8B9FF80F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AB1A14D5-22B8-8B31-2F15-3327A9172AE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721C89F-AE7A-4C3B-889F-FA429D0A7F97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EF651FDA-FADC-718F-3679-DD1D82038C7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DB99004-FBBF-4BCC-9BC3-88F554ADE514}" type="datetimeFigureOut">
              <a:t>09/10/2026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9B6CFA23-F762-DAC7-F055-34BBBEEA1BE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0EE4845E-D252-E586-D35F-F6971F010B7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721C89F-AE7A-4C3B-889F-FA429D0A7F97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3CC88C-4219-7229-D578-F248CEBE55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78FCADE-8154-624B-6907-062ADFA184E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DF788E2C-3D70-2723-B03E-3E54F428E71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CDF4CF5D-DB9F-46BD-AA7E-99259ABBDFB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DB99004-FBBF-4BCC-9BC3-88F554ADE514}" type="datetimeFigureOut">
              <a:t>09/10/2026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DD966BC-122D-0C34-66A6-82641A0F33C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0D53ED-CC38-27CB-CE75-0363724E29C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721C89F-AE7A-4C3B-889F-FA429D0A7F97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D3D30A6-B84A-5729-409B-EECAD253844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D18942B2-A346-D722-B157-F50399986B7A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B4D48F45-61CA-44E0-DBAE-9D36F6365D3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87F642F-E08C-B0D6-DCF9-FC1121C3A7D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DB99004-FBBF-4BCC-9BC3-88F554ADE514}" type="datetimeFigureOut">
              <a:t>09/10/2026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15CD439-5831-B89F-A032-126BDC3BCCD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CF8F52A-1268-BF36-C904-53855E60D1C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721C89F-AE7A-4C3B-889F-FA429D0A7F97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4DC5F4-D20C-2DB3-8411-B320533BB9D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030EA972-BBB4-2124-F72C-ECCD0063490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644EE25-5808-5EF9-D529-A97D9A5F4E7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DB99004-FBBF-4BCC-9BC3-88F554ADE514}" type="datetimeFigureOut">
              <a:t>09/10/2026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662F814-6E03-DA7E-994E-BD8357BF20F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B08E29C-8AD9-8F1D-C539-6DC238A4F76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721C89F-AE7A-4C3B-889F-FA429D0A7F97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7E9B99B6-549F-E1E7-9083-8BA3B57D86F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E6435A8-2F0B-810A-E41D-C6ABD4CC491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2877F48-282A-7BEC-513D-DD66A962A5D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DB99004-FBBF-4BCC-9BC3-88F554ADE514}" type="datetimeFigureOut">
              <a:t>09/10/2026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9E748BA-3A52-EFDE-3B83-2A4BC456874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1D26422-6EB7-6DF1-340C-059F6242166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721C89F-AE7A-4C3B-889F-FA429D0A7F97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78239692cc84827" /><Relationship Type="http://schemas.openxmlformats.org/officeDocument/2006/relationships/slideLayout" Target="/ppt/slideLayouts/slideLayout1.xml" Id="R6bd529c95f5b4c0f" /><Relationship Type="http://schemas.openxmlformats.org/officeDocument/2006/relationships/slideLayout" Target="/ppt/slideLayouts/slideLayout2.xml" Id="R9cfa10d9c13d40fe" /><Relationship Type="http://schemas.openxmlformats.org/officeDocument/2006/relationships/slideLayout" Target="/ppt/slideLayouts/slideLayout3.xml" Id="R112dffe97caf4319" /><Relationship Type="http://schemas.openxmlformats.org/officeDocument/2006/relationships/slideLayout" Target="/ppt/slideLayouts/slideLayout4.xml" Id="R877a0f3e5ab84f84" /><Relationship Type="http://schemas.openxmlformats.org/officeDocument/2006/relationships/slideLayout" Target="/ppt/slideLayouts/slideLayout5.xml" Id="Rd7f3e64cb09a42f7" /><Relationship Type="http://schemas.openxmlformats.org/officeDocument/2006/relationships/slideLayout" Target="/ppt/slideLayouts/slideLayout6.xml" Id="Rbcdc0e0bc59c484f" /><Relationship Type="http://schemas.openxmlformats.org/officeDocument/2006/relationships/slideLayout" Target="/ppt/slideLayouts/slideLayout7.xml" Id="Rff9fd20f84434f40" /><Relationship Type="http://schemas.openxmlformats.org/officeDocument/2006/relationships/slideLayout" Target="/ppt/slideLayouts/slideLayout8.xml" Id="Rfa96d75651bd491f" /><Relationship Type="http://schemas.openxmlformats.org/officeDocument/2006/relationships/slideLayout" Target="/ppt/slideLayouts/slideLayout9.xml" Id="Rfd046b1242f24a11" /><Relationship Type="http://schemas.openxmlformats.org/officeDocument/2006/relationships/slideLayout" Target="/ppt/slideLayouts/slideLayout10.xml" Id="R359cf2f2606c468f" /><Relationship Type="http://schemas.openxmlformats.org/officeDocument/2006/relationships/slideLayout" Target="/ppt/slideLayouts/slideLayout11.xml" Id="R8342f8a9a760458e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7F3D97B-511D-E64B-9F91-7097B821201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D5744D8-7A9E-E0ED-82DF-9733866DDA6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DF6EFA3-0111-31E5-4E51-7B8F9DEA332C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EDB99004-FBBF-4BCC-9BC3-88F554ADE514}" type="datetimeFigureOut">
              <a:t>09/10/2026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3804E89-7CB4-43E2-759A-8B18BC095A8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13A3C9D-A059-CF8F-49C2-BF85966941A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3721C89F-AE7A-4C3B-889F-FA429D0A7F97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bd529c95f5b4c0f"/>
    <p:sldLayoutId xmlns:r="http://schemas.openxmlformats.org/officeDocument/2006/relationships" id="2147483650" r:id="R9cfa10d9c13d40fe"/>
    <p:sldLayoutId xmlns:r="http://schemas.openxmlformats.org/officeDocument/2006/relationships" id="2147483651" r:id="R112dffe97caf4319"/>
    <p:sldLayoutId xmlns:r="http://schemas.openxmlformats.org/officeDocument/2006/relationships" id="2147483652" r:id="R877a0f3e5ab84f84"/>
    <p:sldLayoutId xmlns:r="http://schemas.openxmlformats.org/officeDocument/2006/relationships" id="2147483653" r:id="Rd7f3e64cb09a42f7"/>
    <p:sldLayoutId xmlns:r="http://schemas.openxmlformats.org/officeDocument/2006/relationships" id="2147483654" r:id="Rbcdc0e0bc59c484f"/>
    <p:sldLayoutId xmlns:r="http://schemas.openxmlformats.org/officeDocument/2006/relationships" id="2147483655" r:id="Rff9fd20f84434f40"/>
    <p:sldLayoutId xmlns:r="http://schemas.openxmlformats.org/officeDocument/2006/relationships" id="2147483656" r:id="Rfa96d75651bd491f"/>
    <p:sldLayoutId xmlns:r="http://schemas.openxmlformats.org/officeDocument/2006/relationships" id="2147483657" r:id="Rfd046b1242f24a11"/>
    <p:sldLayoutId xmlns:r="http://schemas.openxmlformats.org/officeDocument/2006/relationships" id="2147483658" r:id="R359cf2f2606c468f"/>
    <p:sldLayoutId xmlns:r="http://schemas.openxmlformats.org/officeDocument/2006/relationships" id="2147483659" r:id="R8342f8a9a760458e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Red Violet">
      <a:dk1>
        <a:sysClr val="windowText" lastClr="000000"/>
      </a:dk1>
      <a:lt1>
        <a:sysClr val="window" lastClr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Red Violet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5c1956bcbb4d29" /><Relationship Type="http://schemas.openxmlformats.org/officeDocument/2006/relationships/notesSlide" Target="/ppt/notesSlides/notesSlide1.xml" Id="R4dcacc5098734d8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8a7601f88134e23" /><Relationship Type="http://schemas.openxmlformats.org/officeDocument/2006/relationships/notesSlide" Target="/ppt/notesSlides/notesSlide2.xml" Id="R2ca1542f946045c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a553eb1d6184e7a" /><Relationship Type="http://schemas.openxmlformats.org/officeDocument/2006/relationships/notesSlide" Target="/ppt/notesSlides/notesSlide3.xml" Id="R7ff2e40b573f445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ecd8f1c1cd94700" /><Relationship Type="http://schemas.openxmlformats.org/officeDocument/2006/relationships/notesSlide" Target="/ppt/notesSlides/notesSlide4.xml" Id="Rb173d4cd8b164c4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1c613ca7a28458e" /><Relationship Type="http://schemas.openxmlformats.org/officeDocument/2006/relationships/image" Target="/ppt/media/image.png" Id="R1b9cc6ee3d83492f" /><Relationship Type="http://schemas.openxmlformats.org/officeDocument/2006/relationships/notesSlide" Target="/ppt/notesSlides/notesSlide5.xml" Id="R28ff7c59b6224c0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a10c53812b24a02" /><Relationship Type="http://schemas.openxmlformats.org/officeDocument/2006/relationships/notesSlide" Target="/ppt/notesSlides/notesSlide6.xml" Id="R085597e4ab2f4b2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336019d23ff4aaf" /><Relationship Type="http://schemas.openxmlformats.org/officeDocument/2006/relationships/notesSlide" Target="/ppt/notesSlides/notesSlide7.xml" Id="Rbbb304347af540e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0ce96667483417f" /><Relationship Type="http://schemas.openxmlformats.org/officeDocument/2006/relationships/notesSlide" Target="/ppt/notesSlides/notesSlide8.xml" Id="R46e87630a2544c7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 useBgFill="1"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4522B21E-B2B9-4C72-9A71-C87EFD137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999" cy="685736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5EB7D2A2-F448-44D4-938C-DC84CBCB3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"/>
            <a:ext cx="12192000" cy="4412583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4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871AEA07-1E14-44B4-8E55-64EF049CD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464" y="551962"/>
            <a:ext cx="10999072" cy="4618549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6571B63-82A4-FC3D-9860-20F38F123861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293338"/>
            <a:ext cx="9144000" cy="3274592"/>
          </a:xfr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825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825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Επεξεργασία Αριθμητικών Δεδομένων</a:t>
            </a:r>
            <a:endParaRPr sz="7200">
              <a:solidFill>
                <a:schemeClr val="accent2">
                  <a:lumMod val="50000"/>
                </a:schemeClr>
              </a:solidFill>
            </a:endParaRPr>
          </a:p>
          <a:p xmlns:a="http://schemas.openxmlformats.org/drawingml/2006/main">
            <a:pPr>
              <a:defRPr sz="3825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825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και Αναφορές Κελιών</a:t>
            </a:r>
            <a:endParaRPr sz="720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4101352E-A170-144A-523B-B61C8AE3387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5514052"/>
            <a:ext cx="9144000" cy="651910"/>
          </a:xfrm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Straight Connector 13">
            <a:extLst xmlns:a="http://schemas.openxmlformats.org/drawingml/2006/main">
              <a:ext uri="{FF2B5EF4-FFF2-40B4-BE49-F238E27FC236}">
                <a16:creationId xmlns:a16="http://schemas.microsoft.com/office/drawing/2014/main" id="{A1AC1523-E1AC-4F39-9B08-B5CD71D4B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596464" y="6354708"/>
            <a:ext cx="11000232" cy="0"/>
          </a:xfrm>
          <a:prstGeom xmlns:a="http://schemas.openxmlformats.org/drawingml/2006/main" prst="line">
            <a:avLst/>
          </a:prstGeom>
          <a:ln xmlns:a="http://schemas.openxmlformats.org/drawingml/2006/main" w="101600">
            <a:solidFill>
              <a:schemeClr val="accent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</p:spTree>
    <p:extLst>
      <p:ext uri="{BB962C8B-B14F-4D97-AF65-F5344CB8AC3E}">
        <p14:creationId xmlns:p14="http://schemas.microsoft.com/office/powerpoint/2010/main" val="301985463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9E3819-F191-45FC-9618-EB20CC32F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"/>
            <a:ext cx="10382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Σχετική αναφορά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83E7A6-1C44-4713-B3BE-AA6DCD355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81125"/>
            <a:ext cx="5429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B1E72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B1E72"/>
                </a:solidFill>
                <a:latin typeface="Arial"/>
                <a:ea typeface="Arial"/>
                <a:cs typeface="Arial"/>
              </a:rPr>
              <a:t>Η αναφορά αλλάζει όταν αντιγράφουμε τον τύπο.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D61153-3BB9-471C-A740-0B059971C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33625"/>
            <a:ext cx="54292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Παράδειγμα:</a:t>
            </a:r>
          </a:p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Στο D6: =B6*C6</a:t>
            </a:r>
          </a:p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Αντιγραφή μία γραμμή κάτω:</a:t>
            </a:r>
          </a:p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Στο D7: =B7*C7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F652E0-8919-4828-91EB-C003AA411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86375"/>
            <a:ext cx="542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Αλλάζει η γραμμή ή η στήλη ανάλογα με τη νέα θέση.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575A4F-89ED-4D12-BF11-6AD257BD9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95500"/>
            <a:ext cx="40957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=B6*C6</a:t>
            </a:r>
          </a:p>
          <a:p xmlns:a="http://schemas.openxmlformats.org/drawingml/2006/main"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↓</a:t>
            </a:r>
          </a:p>
          <a:p xmlns:a="http://schemas.openxmlformats.org/drawingml/2006/main"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=B7*C7</a:t>
            </a:r>
          </a:p>
        </p:txBody>
      </p:sp>
    </p:spTree>
    <p:extLst>
      <p:ext uri="{BB962C8B-B14F-4D97-AF65-F5344CB8AC3E}">
        <p14:creationId xmlns:p14="http://schemas.microsoft.com/office/powerpoint/2010/main" val="202684756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3A8EB9-137A-4D7A-9C30-DEEAC15CF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"/>
            <a:ext cx="10382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Απόλυτη αναφορά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C37A4F-9FA3-4A32-A74B-E1601DE17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81125"/>
            <a:ext cx="5429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B1E72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B1E72"/>
                </a:solidFill>
                <a:latin typeface="Arial"/>
                <a:ea typeface="Arial"/>
                <a:cs typeface="Arial"/>
              </a:rPr>
              <a:t>Το σύμβολο $ κλειδώνει τη γραμμή και τη στήλη.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7105E0-C8CB-4076-B061-2AB360B4C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33625"/>
            <a:ext cx="54292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Παράδειγμα:</a:t>
            </a:r>
          </a:p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=B6*$B$3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Κατά την αντιγραφή αλλάζει το B6, αλλά το $B$3 παραμένει σταθερό.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B68C9A-9B33-40A5-BF18-20A108701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95500"/>
            <a:ext cx="40957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B6  αλλάζει</a:t>
            </a:r>
          </a:p>
          <a:p xmlns:a="http://schemas.openxmlformats.org/drawingml/2006/main"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$B$3  σταθερό</a:t>
            </a:r>
          </a:p>
        </p:txBody>
      </p:sp>
    </p:spTree>
    <p:extLst>
      <p:ext uri="{BB962C8B-B14F-4D97-AF65-F5344CB8AC3E}">
        <p14:creationId xmlns:p14="http://schemas.microsoft.com/office/powerpoint/2010/main" val="21339374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F87606-7CF0-4F12-BFF8-475CC52E8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"/>
            <a:ext cx="10382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Μεικτή αναφορά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0B5400-41B7-4ED0-86C9-17CF4C6F6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71625"/>
            <a:ext cx="54292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Κλείδωμα στήλης:</a:t>
            </a:r>
          </a:p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$B3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Κλείδωμα γραμμής:</a:t>
            </a:r>
          </a:p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B$3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Χρησιμοποιείται όταν θέλουμε να παραμένει σταθερό μόνο ένα μέρος της αναφοράς.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161813-7758-42C3-8AFD-476BD1BCF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95500"/>
            <a:ext cx="40957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$B3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B$3</a:t>
            </a:r>
          </a:p>
        </p:txBody>
      </p:sp>
    </p:spTree>
    <p:extLst>
      <p:ext uri="{BB962C8B-B14F-4D97-AF65-F5344CB8AC3E}">
        <p14:creationId xmlns:p14="http://schemas.microsoft.com/office/powerpoint/2010/main" val="248423000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813C47-134A-4AAF-9D56-BB2C4E583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"/>
            <a:ext cx="10382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Γρήγορη αλλαγή αναφοράς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6E7345-B10E-4388-927C-48635D11E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71625"/>
            <a:ext cx="54292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1. Επιλέγουμε την αναφορά μέσα στον τύπο.</a:t>
            </a:r>
          </a:p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2. Πατάμε F4.</a:t>
            </a:r>
          </a:p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 Κάθε πάτημα αλλάζει τη μορφή:</a:t>
            </a:r>
          </a:p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B3, $B$3, B$3, $B3.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963310-7F02-4BF1-A928-40BB7D13F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86375"/>
            <a:ext cx="542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Σε φορητό υπολογιστή μπορεί να χρειάζεται Fn + F4.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9cc6ee3d83492f"/>
          <a:stretch xmlns:a="http://schemas.openxmlformats.org/drawingml/2006/main"/>
        </p:blipFill>
        <p:spPr>
          <a:xfrm xmlns:a="http://schemas.openxmlformats.org/drawingml/2006/main">
            <a:off x="7031601" y="1571625"/>
            <a:ext cx="3653298" cy="3905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072322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E72980-4AD9-4CB4-9CB5-A303B9256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"/>
            <a:ext cx="10382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Επιλογή σωστής αναφοράς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CEA923-2D9D-4087-9097-D9FCFF356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71625"/>
            <a:ext cx="54292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Σχετική: όταν κάθε γραμμή χρησιμοποιεί τα δικά της δεδομένα.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Απόλυτη: όταν όλοι οι τύποι χρησιμοποιούν ένα σταθερό κελί, όπως ποσοστό ΦΠΑ.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Μεικτή: όταν κλειδώνουμε μόνο γραμμή ή μόνο στήλη.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8B5738-ADA9-46D8-803D-E2CCE1C2E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95500"/>
            <a:ext cx="40957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Σχετική  B6</a:t>
            </a:r>
          </a:p>
          <a:p xmlns:a="http://schemas.openxmlformats.org/drawingml/2006/main"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Απόλυτη  $B$3</a:t>
            </a:r>
          </a:p>
          <a:p xmlns:a="http://schemas.openxmlformats.org/drawingml/2006/main"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Μεικτή  B$3 ή $B3</a:t>
            </a:r>
          </a:p>
        </p:txBody>
      </p:sp>
    </p:spTree>
    <p:extLst>
      <p:ext uri="{BB962C8B-B14F-4D97-AF65-F5344CB8AC3E}">
        <p14:creationId xmlns:p14="http://schemas.microsoft.com/office/powerpoint/2010/main" val="2654053172"/>
      </p:ext>
    </p:extLst>
  </p:cSld>
</p:sld>
</file>

<file path=ppt/slides/slide7.xml><?xml version="1.0" encoding="utf-8"?>
<p:sld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EB5815-90A0-4243-8AEE-ED8682AB1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"/>
            <a:ext cx="4953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043"/>
          </a:bodyPr>
          <a:lstStyle xmlns:a="http://schemas.openxmlformats.org/drawingml/2006/main"/>
          <a:p xmlns:a="http://schemas.openxmlformats.org/drawingml/2006/main"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Δραστηριότητες Εμπέδωσης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778ED3-73F1-481F-86CF-1F7ED0D66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190625"/>
            <a:ext cx="619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Φύλλο Εργασίας Β.4.1.M8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405779-F57E-4B17-B60B-DDF81C456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95500"/>
            <a:ext cx="619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Σελίδα 37</a:t>
            </a:r>
          </a:p>
          <a:p xmlns:a="http://schemas.openxmlformats.org/drawingml/2006/main">
            <a:pPr>
              <a:defRPr sz="2175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Ασκήσεις 1–11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Αρχείο: Κόστος.xlsx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A70BE3-AEE5-4E9A-A244-F77981351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000625"/>
            <a:ext cx="6096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1E7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B1E72"/>
                </a:solidFill>
                <a:latin typeface="Arial"/>
                <a:ea typeface="Arial"/>
                <a:cs typeface="Arial"/>
              </a:rPr>
              <a:t>Σχετικές και απόλυτες αναφορές σε τύπους ΦΠΑ.</a:t>
            </a:r>
          </a:p>
        </p:txBody>
      </p:sp>
    </p:spTree>
    <p:extLst>
      <p:ext uri="{BB962C8B-B14F-4D97-AF65-F5344CB8AC3E}">
        <p14:creationId xmlns:p14="http://schemas.microsoft.com/office/powerpoint/2010/main" val="3815878654"/>
      </p:ext>
    </p:extLst>
  </p:cSld>
  <p:clrMapOvr>
    <a:overrideClrMapping xmlns:a="http://schemas.openxmlformats.org/drawingml/2006/main"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F712E3-854D-44CE-AFAB-13FAB247A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"/>
            <a:ext cx="3905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7907"/>
          </a:bodyPr>
          <a:lstStyle xmlns:a="http://schemas.openxmlformats.org/drawingml/2006/main"/>
          <a:p xmlns:a="http://schemas.openxmlformats.org/drawingml/2006/main"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Δραστηριότητες Αξιολόγησης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57513D-F2F6-4EF0-B217-F48CF0533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857375"/>
            <a:ext cx="619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Φύλλο Εργασίας Β.4.1.M8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565E1E-7817-4F61-A4DB-94B18CE4D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857500"/>
            <a:ext cx="619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Σελίδα 38</a:t>
            </a:r>
          </a:p>
          <a:p xmlns:a="http://schemas.openxmlformats.org/drawingml/2006/main">
            <a:pPr>
              <a:defRPr sz="2175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Ασκήσεις 12–18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Αρχείο: Βαθμολόγιο.xlsx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76501E-CA4F-4D81-A7D8-FE29255FA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000625"/>
            <a:ext cx="6096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1E7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B1E72"/>
                </a:solidFill>
                <a:latin typeface="Arial"/>
                <a:ea typeface="Arial"/>
                <a:cs typeface="Arial"/>
              </a:rPr>
              <a:t>Χρησιμοποίησε σωστά σταθερές και μεταβαλλόμενες αναφορές.</a:t>
            </a:r>
          </a:p>
        </p:txBody>
      </p:sp>
    </p:spTree>
    <p:extLst>
      <p:ext uri="{BB962C8B-B14F-4D97-AF65-F5344CB8AC3E}">
        <p14:creationId xmlns:p14="http://schemas.microsoft.com/office/powerpoint/2010/main" val="608684808"/>
      </p:ext>
    </p:extLst>
  </p:cSld>
</p:sld>
</file>

<file path=ppt/theme/theme1.xml><?xml version="1.0" encoding="utf-8"?>
<a:theme xmlns:a="http://schemas.openxmlformats.org/drawingml/2006/main" name="Office Theme">
  <a:themeElements>
    <a:clrScheme name="Red Violet">
      <a:dk1>
        <a:sysClr val="windowText" lastClr="000000"/>
      </a:dk1>
      <a:lt1>
        <a:sysClr val="window" lastClr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Red Violet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2026-09-12T06:34:08.0710000Z</dcterms:created>
  <dcterms:modified xsi:type="dcterms:W3CDTF">2026-09-12T06:34:08.0710000Z</dcterms:modified>
</coreProperties>
</file>