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1e6c3e9bf9495e" /><Relationship Type="http://schemas.openxmlformats.org/officeDocument/2006/relationships/extended-properties" Target="/docProps/app.xml" Id="R1009d14f1a7d424f" /><Relationship Type="http://schemas.openxmlformats.org/officeDocument/2006/relationships/officeDocument" Target="/ppt/presentation.xml" Id="R6c4a8d975ccf40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35799b9c2b4500"/>
  </p:sldMasterIdLst>
  <p:notesMasterIdLst>
    <p:notesMasterId xmlns:r="http://schemas.openxmlformats.org/officeDocument/2006/relationships" r:id="R18c96da0a9b54631"/>
  </p:notesMasterIdLst>
  <p:sldIdLst>
    <p:sldId xmlns:r="http://schemas.openxmlformats.org/officeDocument/2006/relationships" id="256" r:id="R7c288e284c534fd2"/>
    <p:sldId xmlns:r="http://schemas.openxmlformats.org/officeDocument/2006/relationships" id="257" r:id="R77fb8b1602764985"/>
    <p:sldId xmlns:r="http://schemas.openxmlformats.org/officeDocument/2006/relationships" id="258" r:id="R654a2e1fbf0a4c2d"/>
    <p:sldId xmlns:r="http://schemas.openxmlformats.org/officeDocument/2006/relationships" id="259" r:id="Rf81e5507293f40c5"/>
    <p:sldId xmlns:r="http://schemas.openxmlformats.org/officeDocument/2006/relationships" id="260" r:id="Ref1760a31d1741a1"/>
    <p:sldId xmlns:r="http://schemas.openxmlformats.org/officeDocument/2006/relationships" id="261" r:id="R9d253dd9a3104945"/>
    <p:sldId xmlns:r="http://schemas.openxmlformats.org/officeDocument/2006/relationships" id="262" r:id="R99d52e8fa6194f37"/>
    <p:sldId xmlns:r="http://schemas.openxmlformats.org/officeDocument/2006/relationships" id="263" r:id="R11b53435b4af4c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2422928f7b4dfa" /><Relationship Type="http://schemas.openxmlformats.org/officeDocument/2006/relationships/slideMaster" Target="/ppt/slideMasters/slideMaster1.xml" Id="R3a35799b9c2b4500" /><Relationship Type="http://schemas.openxmlformats.org/officeDocument/2006/relationships/notesMaster" Target="/ppt/notesMasters/notesMaster1.xml" Id="R18c96da0a9b54631" /><Relationship Type="http://schemas.openxmlformats.org/officeDocument/2006/relationships/presProps" Target="/ppt/presProps.xml" Id="R7830a48b38da4675" /><Relationship Type="http://schemas.openxmlformats.org/officeDocument/2006/relationships/viewProps" Target="/ppt/viewProps.xml" Id="R5c658f5476664bc0" /><Relationship Type="http://schemas.openxmlformats.org/officeDocument/2006/relationships/tableStyles" Target="/ppt/tableStyles.xml" Id="R609943e7ca4b466e" /><Relationship Type="http://schemas.openxmlformats.org/officeDocument/2006/relationships/slide" Target="/ppt/slides/slide1.xml" Id="R7c288e284c534fd2" /><Relationship Type="http://schemas.openxmlformats.org/officeDocument/2006/relationships/slide" Target="/ppt/slides/slide2.xml" Id="R77fb8b1602764985" /><Relationship Type="http://schemas.openxmlformats.org/officeDocument/2006/relationships/slide" Target="/ppt/slides/slide3.xml" Id="R654a2e1fbf0a4c2d" /><Relationship Type="http://schemas.openxmlformats.org/officeDocument/2006/relationships/slide" Target="/ppt/slides/slide4.xml" Id="Rf81e5507293f40c5" /><Relationship Type="http://schemas.openxmlformats.org/officeDocument/2006/relationships/slide" Target="/ppt/slides/slide5.xml" Id="Ref1760a31d1741a1" /><Relationship Type="http://schemas.openxmlformats.org/officeDocument/2006/relationships/slide" Target="/ppt/slides/slide6.xml" Id="R9d253dd9a3104945" /><Relationship Type="http://schemas.openxmlformats.org/officeDocument/2006/relationships/slide" Target="/ppt/slides/slide7.xml" Id="R99d52e8fa6194f37" /><Relationship Type="http://schemas.openxmlformats.org/officeDocument/2006/relationships/slide" Target="/ppt/slides/slide8.xml" Id="R11b53435b4af4c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69db8e21e4e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4b6fd745d04e67" /><Relationship Type="http://schemas.openxmlformats.org/officeDocument/2006/relationships/notesMaster" Target="/ppt/notesMasters/notesMaster1.xml" Id="R7c226ff808cc46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a426df948e47fb" /><Relationship Type="http://schemas.openxmlformats.org/officeDocument/2006/relationships/notesMaster" Target="/ppt/notesMasters/notesMaster1.xml" Id="Rdc50716726004c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50f7f1beb5458a" /><Relationship Type="http://schemas.openxmlformats.org/officeDocument/2006/relationships/notesMaster" Target="/ppt/notesMasters/notesMaster1.xml" Id="R10ead90531154f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75aa8ea9d24056" /><Relationship Type="http://schemas.openxmlformats.org/officeDocument/2006/relationships/notesMaster" Target="/ppt/notesMasters/notesMaster1.xml" Id="R6bb6113aba8241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7c2bcefa0f48e8" /><Relationship Type="http://schemas.openxmlformats.org/officeDocument/2006/relationships/notesMaster" Target="/ppt/notesMasters/notesMaster1.xml" Id="R0e39d076c7c141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76a3771b4545d6" /><Relationship Type="http://schemas.openxmlformats.org/officeDocument/2006/relationships/notesMaster" Target="/ppt/notesMasters/notesMaster1.xml" Id="R5f5dbf8a9dd249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8a310129ca4326" /><Relationship Type="http://schemas.openxmlformats.org/officeDocument/2006/relationships/notesMaster" Target="/ppt/notesMasters/notesMaster1.xml" Id="R2feb34dd1ed242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3a10673b444e10" /><Relationship Type="http://schemas.openxmlformats.org/officeDocument/2006/relationships/notesMaster" Target="/ppt/notesMasters/notesMaster1.xml" Id="R3f9f914d2ea846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af935a7bf46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90ebe930649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d99e8eb394c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5e45251b241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3ef9c334748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264e3c386497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8e5fb85384e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37c9d229c427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c2f22d7ac49a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a968628f94f8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c98e2ba4a4d5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549990697e49fe" /><Relationship Type="http://schemas.openxmlformats.org/officeDocument/2006/relationships/slideLayout" Target="/ppt/slideLayouts/slideLayout1.xml" Id="Rdd790582c2b34ff7" /><Relationship Type="http://schemas.openxmlformats.org/officeDocument/2006/relationships/slideLayout" Target="/ppt/slideLayouts/slideLayout2.xml" Id="R9525e03d9a974722" /><Relationship Type="http://schemas.openxmlformats.org/officeDocument/2006/relationships/slideLayout" Target="/ppt/slideLayouts/slideLayout3.xml" Id="Rf9476bfc9ff34080" /><Relationship Type="http://schemas.openxmlformats.org/officeDocument/2006/relationships/slideLayout" Target="/ppt/slideLayouts/slideLayout4.xml" Id="R3104b0890c1945bf" /><Relationship Type="http://schemas.openxmlformats.org/officeDocument/2006/relationships/slideLayout" Target="/ppt/slideLayouts/slideLayout5.xml" Id="Ra1143c4a31ca4258" /><Relationship Type="http://schemas.openxmlformats.org/officeDocument/2006/relationships/slideLayout" Target="/ppt/slideLayouts/slideLayout6.xml" Id="R9529f818df8447f3" /><Relationship Type="http://schemas.openxmlformats.org/officeDocument/2006/relationships/slideLayout" Target="/ppt/slideLayouts/slideLayout7.xml" Id="R04e54e5518454d82" /><Relationship Type="http://schemas.openxmlformats.org/officeDocument/2006/relationships/slideLayout" Target="/ppt/slideLayouts/slideLayout8.xml" Id="Rbbf007229041479a" /><Relationship Type="http://schemas.openxmlformats.org/officeDocument/2006/relationships/slideLayout" Target="/ppt/slideLayouts/slideLayout9.xml" Id="Rd02c8eca858e4aa3" /><Relationship Type="http://schemas.openxmlformats.org/officeDocument/2006/relationships/slideLayout" Target="/ppt/slideLayouts/slideLayout10.xml" Id="R324bc05603a943fd" /><Relationship Type="http://schemas.openxmlformats.org/officeDocument/2006/relationships/slideLayout" Target="/ppt/slideLayouts/slideLayout11.xml" Id="R7e8b360912fa48a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90582c2b34ff7"/>
    <p:sldLayoutId xmlns:r="http://schemas.openxmlformats.org/officeDocument/2006/relationships" id="2147483650" r:id="R9525e03d9a974722"/>
    <p:sldLayoutId xmlns:r="http://schemas.openxmlformats.org/officeDocument/2006/relationships" id="2147483651" r:id="Rf9476bfc9ff34080"/>
    <p:sldLayoutId xmlns:r="http://schemas.openxmlformats.org/officeDocument/2006/relationships" id="2147483652" r:id="R3104b0890c1945bf"/>
    <p:sldLayoutId xmlns:r="http://schemas.openxmlformats.org/officeDocument/2006/relationships" id="2147483653" r:id="Ra1143c4a31ca4258"/>
    <p:sldLayoutId xmlns:r="http://schemas.openxmlformats.org/officeDocument/2006/relationships" id="2147483654" r:id="R9529f818df8447f3"/>
    <p:sldLayoutId xmlns:r="http://schemas.openxmlformats.org/officeDocument/2006/relationships" id="2147483655" r:id="R04e54e5518454d82"/>
    <p:sldLayoutId xmlns:r="http://schemas.openxmlformats.org/officeDocument/2006/relationships" id="2147483656" r:id="Rbbf007229041479a"/>
    <p:sldLayoutId xmlns:r="http://schemas.openxmlformats.org/officeDocument/2006/relationships" id="2147483657" r:id="Rd02c8eca858e4aa3"/>
    <p:sldLayoutId xmlns:r="http://schemas.openxmlformats.org/officeDocument/2006/relationships" id="2147483658" r:id="R324bc05603a943fd"/>
    <p:sldLayoutId xmlns:r="http://schemas.openxmlformats.org/officeDocument/2006/relationships" id="2147483659" r:id="R7e8b360912fa48a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7c981c4fa4e7b" /><Relationship Type="http://schemas.openxmlformats.org/officeDocument/2006/relationships/notesSlide" Target="/ppt/notesSlides/notesSlide1.xml" Id="Rf398bb5fabd741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2e5020178f4901" /><Relationship Type="http://schemas.openxmlformats.org/officeDocument/2006/relationships/image" Target="/ppt/media/image.png" Id="Rc8dc8a6ad5554fd4" /><Relationship Type="http://schemas.openxmlformats.org/officeDocument/2006/relationships/notesSlide" Target="/ppt/notesSlides/notesSlide2.xml" Id="R9b70694e54314f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79147a392c4e9f" /><Relationship Type="http://schemas.openxmlformats.org/officeDocument/2006/relationships/image" Target="/ppt/media/image2.png" Id="R59eec8a0316343c8" /><Relationship Type="http://schemas.openxmlformats.org/officeDocument/2006/relationships/notesSlide" Target="/ppt/notesSlides/notesSlide3.xml" Id="Re55d6dd4905249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503a40df1d4764" /><Relationship Type="http://schemas.openxmlformats.org/officeDocument/2006/relationships/image" Target="/ppt/media/image3.png" Id="R5b04ca9b117a470e" /><Relationship Type="http://schemas.openxmlformats.org/officeDocument/2006/relationships/notesSlide" Target="/ppt/notesSlides/notesSlide4.xml" Id="Rb52daf7f4bd94b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ff76c33aba4aa6" /><Relationship Type="http://schemas.openxmlformats.org/officeDocument/2006/relationships/image" Target="/ppt/media/image4.png" Id="R147ef5b41afa4631" /><Relationship Type="http://schemas.openxmlformats.org/officeDocument/2006/relationships/notesSlide" Target="/ppt/notesSlides/notesSlide5.xml" Id="R08eb67f329624f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f59f0249c94370" /><Relationship Type="http://schemas.openxmlformats.org/officeDocument/2006/relationships/image" Target="/ppt/media/image5.png" Id="R98b93e1b55b54768" /><Relationship Type="http://schemas.openxmlformats.org/officeDocument/2006/relationships/notesSlide" Target="/ppt/notesSlides/notesSlide6.xml" Id="R196777d87de84c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e0d31a4fb421d" /><Relationship Type="http://schemas.openxmlformats.org/officeDocument/2006/relationships/notesSlide" Target="/ppt/notesSlides/notesSlide7.xml" Id="Rfcb514dd37d749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12e208bd1d4ccc" /><Relationship Type="http://schemas.openxmlformats.org/officeDocument/2006/relationships/notesSlide" Target="/ppt/notesSlides/notesSlide8.xml" Id="R9aaf5ff8de7d46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Δημιουργία Γραφημάτων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26937-5386-42AB-A6B7-2E05351D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Επιλογή τύπου γραφήματος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97341-486C-47E8-A820-48449994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Στήλη ή ράβδος: σύγκριση τιμών.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Γραμμή: μεταβολή στον χρόνο.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Πίτα: ποσοστά ενός συνόλου.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τύπο που παρουσιάζει καθαρά τα δεδομένα.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c8a6ad5554fd4"/>
          <a:stretch xmlns:a="http://schemas.openxmlformats.org/drawingml/2006/main"/>
        </p:blipFill>
        <p:spPr>
          <a:xfrm xmlns:a="http://schemas.openxmlformats.org/drawingml/2006/main">
            <a:off x="6762750" y="1572559"/>
            <a:ext cx="4191000" cy="39033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B9DD6-E967-4C0F-A16E-C2D5C4D1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Δημιουργία γραφήματος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CF8FA-66AB-4F7D-92D1-0E72F1C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την περιοχή δεδομένων μαζί με τις επικεφαλίδες.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Insert &gt; Charts.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Επιλέγουμε τύπο και υποτύπο γραφήματος.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ec8a0316343c8"/>
          <a:stretch xmlns:a="http://schemas.openxmlformats.org/drawingml/2006/main"/>
        </p:blipFill>
        <p:spPr>
          <a:xfrm xmlns:a="http://schemas.openxmlformats.org/drawingml/2006/main">
            <a:off x="6762750" y="2865664"/>
            <a:ext cx="4191000" cy="13171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7FA2A-4C65-4E20-AE27-5CD6FE89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Στοιχεία ενός γραφήματος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F22D7-B944-4AEB-A1B0-81BD329E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Chart Area: ολόκληρο το γράφημα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Plot Area: περιοχή σχεδίασης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Series: σειρές δεδομένων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Axes: άξονες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Legend: υπόμνημα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Title και Data Labels: τίτλος και ετικέτες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4ca9b117a470e"/>
          <a:stretch xmlns:a="http://schemas.openxmlformats.org/drawingml/2006/main"/>
        </p:blipFill>
        <p:spPr>
          <a:xfrm xmlns:a="http://schemas.openxmlformats.org/drawingml/2006/main">
            <a:off x="6762750" y="1928446"/>
            <a:ext cx="4191000" cy="31916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71B4F-9CB0-4BAF-898B-677F0F16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Μετακίνηση και αλλαγή μεγέθους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EC0E9-F60A-4E3C-B76C-1C430E2C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Μετακίνηση: σύρουμε το περίγραμμα του γραφήματος.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Μέγεθος: σύρουμε τις λαβές στις γωνίες ή γράφουμε ακριβές ύψος και πλάτος στην καρτέλα Format.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ef5b41afa4631"/>
          <a:stretch xmlns:a="http://schemas.openxmlformats.org/drawingml/2006/main"/>
        </p:blipFill>
        <p:spPr>
          <a:xfrm xmlns:a="http://schemas.openxmlformats.org/drawingml/2006/main">
            <a:off x="6762750" y="2944063"/>
            <a:ext cx="4191000" cy="116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5603A-F513-441A-9EB8-FD50F320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Αλλαγή τύπου και διαγραφή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4A5DD-6D96-4731-B4CA-3D6A3818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Αλλαγή τύπου: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Chart Tools &gt; Design &gt; Change Chart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Διαγραφή: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το περίγραμμα του γραφήματος και πατάμε Delete.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93e1b55b54768"/>
          <a:stretch xmlns:a="http://schemas.openxmlformats.org/drawingml/2006/main"/>
        </p:blipFill>
        <p:spPr>
          <a:xfrm xmlns:a="http://schemas.openxmlformats.org/drawingml/2006/main">
            <a:off x="6762750" y="2071459"/>
            <a:ext cx="4191000" cy="29055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C897A-95D4-46E8-91BB-14DB1AD6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43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11FD1-9169-475D-9E52-E9B2B4DE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FF549-079B-4D31-9FE0-DC57960B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49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1–11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Γραφήματα.xlsx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7EDE5-956F-461B-BE7D-3C211D8E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Δημιουργία, μετακίνηση και αλλαγή τύπου γραφήματος.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2B617-1943-4CBA-AF83-E22ECEC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07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66497-A62A-4FDF-8E91-D5279AF3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90655-D3F9-47ED-9DA4-10DD1877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49–50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12–22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Γραφήματα.xlsx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AC9D2-3AA1-4E88-9D31-16A67840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Δημιούργησε γραφήματα γραμμής και πίτας.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2026-09-12T06:34:23.5300000Z</dcterms:created>
  <dcterms:modified xsi:type="dcterms:W3CDTF">2026-09-12T06:34:23.5300000Z</dcterms:modified>
</coreProperties>
</file>