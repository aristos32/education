
<file path=[Content_Types].xml><?xml version="1.0" encoding="utf-8"?>
<Types xmlns="http://schemas.openxmlformats.org/package/2006/content-types">
  <Default Extension="bin" ContentType="image/unknow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custSel modSld">
      <pc:chgData name="Άριστος Αρέστη" userId="813aa191-2d4c-464f-9d05-0a7e494d859f" providerId="ADAL" clId="{49C7B61D-1ACF-4AFF-A04E-A3B433E32474}" dt="2026-09-20T17:49:31.163" v="4" actId="14100"/>
      <pc:docMkLst>
        <pc:docMk/>
      </pc:docMkLst>
      <pc:sldChg chg="addSp delSp modSp mod">
        <pc:chgData name="Άριστος Αρέστη" userId="813aa191-2d4c-464f-9d05-0a7e494d859f" providerId="ADAL" clId="{49C7B61D-1ACF-4AFF-A04E-A3B433E32474}" dt="2026-09-20T17:49:31.163" v="4" actId="14100"/>
        <pc:sldMkLst>
          <pc:docMk/>
          <pc:sldMk cId="2133937481" sldId="258"/>
        </pc:sldMkLst>
        <pc:picChg chg="add mod">
          <ac:chgData name="Άριστος Αρέστη" userId="813aa191-2d4c-464f-9d05-0a7e494d859f" providerId="ADAL" clId="{49C7B61D-1ACF-4AFF-A04E-A3B433E32474}" dt="2026-09-20T17:49:31.163" v="4" actId="14100"/>
          <ac:picMkLst>
            <pc:docMk/>
            <pc:sldMk cId="2133937481" sldId="258"/>
            <ac:picMk id="10" creationId="{64530136-69B8-6E2D-7099-947C37DED7D8}"/>
          </ac:picMkLst>
        </pc:picChg>
        <pc:picChg chg="del">
          <ac:chgData name="Άριστος Αρέστη" userId="813aa191-2d4c-464f-9d05-0a7e494d859f" providerId="ADAL" clId="{49C7B61D-1ACF-4AFF-A04E-A3B433E32474}" dt="2026-09-20T17:49:19.945" v="0" actId="478"/>
          <ac:picMkLst>
            <pc:docMk/>
            <pc:sldMk cId="2133937481" sldId="258"/>
            <ac:picMk id="17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Screenshots: https://www.dienmayxanh.com/kinh-nghiem-hay/cac-thao-tac-co-ban-trong-excel-ma-ban-can-nam-vun-1384811 and https://www.customguide.com/curso/excel/seleccionar-celdas-y-rangos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Screenshot: https://openclassrooms.com/en/courses/7723761-master-the-fundamentals-of-excel/7841491-enter-and-modify-data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Screenshot: https://excelinsights.net/web/find-replace-data/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585AB-590D-2940-F9D8-91A2DEA70A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41E1D7-50E5-605C-ACD7-89AFACCFD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E8DB3-D225-FB0F-4A95-87FE121ACE4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20-Sep-26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4E33A-D01E-EAC3-6198-75DCE67E4BA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83C2F-F6A4-CF68-E054-91D3A8A6FC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8505-B11D-1416-6D6F-42532E02D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57602-7C8E-F65F-3DCB-CA7DA659D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13BDD-A3BD-F0FA-C970-7CE1AFD2115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20-Sep-26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A8432-C7E6-45F5-17B8-825C34C7B69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DBF15-3DC3-0F8C-B5EC-8D7DEA727D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48EAB-F365-E770-1C52-96B2FFEDB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EF05D-0555-A1C8-D595-C855A03CE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5151F-7E9E-AD94-792E-FA61FDA2DA6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20-Sep-26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E9C9E-7194-E1C7-7588-B038C3405E6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8C605-454F-8B7B-3D33-D05911EDD8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05F7B-A0AC-1293-82D4-9C86467F1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EC535-A3DE-99E7-ABC8-9CC4CE6E3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EDD5AB-35E0-87E1-275F-04606C697E9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510989-7939-77EB-0752-100DC7AFE1E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20-Sep-26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AA337F-EF84-36B2-1842-7E5CFCFDF36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13D7F-1250-5155-CC8F-1D7F74BF58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F6333-8C0F-A01D-5F86-7F6CB2076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0F6EB-5092-BB38-AE7A-D8A53CBE1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B800C-4EB4-5C42-1D78-6D44443DC87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E5F6E3-A638-F3AA-A0D8-8243AE1143A5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606B9C-947E-6E0E-3FB7-6409CA1AA08B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49EA02-9727-20CE-6F2F-AEE77719031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20-Sep-26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455506-EB11-CC08-A287-4C40A1068BE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29B98D-1ABA-F8A4-E267-33AA94C814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44A6F-AB0F-F2C2-8460-CD823A4D0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BB32F1-CA42-21EF-BB3D-FD9E4BF810F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20-Sep-26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D18139-25BA-A607-F49E-FAC8B9FF80F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1A14D5-22B8-8B31-2F15-3327A9172A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651FDA-FADC-718F-3679-DD1D82038C7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20-Sep-26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6CFA23-F762-DAC7-F055-34BBBEEA1BE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4845E-D252-E586-D35F-F6971F010B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CC88C-4219-7229-D578-F248CEBE5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FCADE-8154-624B-6907-062ADFA18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788E2C-3D70-2723-B03E-3E54F428E71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F4CF5D-DB9F-46BD-AA7E-99259ABBDFB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20-Sep-26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966BC-122D-0C34-66A6-82641A0F33C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0D53ED-CC38-27CB-CE75-0363724E29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D30A6-B84A-5729-409B-EECAD2538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8942B2-A346-D722-B157-F50399986B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D48F45-61CA-44E0-DBAE-9D36F6365D3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7F642F-E08C-B0D6-DCF9-FC1121C3A7D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20-Sep-26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5CD439-5831-B89F-A032-126BDC3BCCD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8F52A-1268-BF36-C904-53855E60D1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DC5F4-D20C-2DB3-8411-B320533BB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0EA972-BBB4-2124-F72C-ECCD006349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4EE25-5808-5EF9-D529-A97D9A5F4E7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20-Sep-26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2F814-6E03-DA7E-994E-BD8357BF20F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8E29C-8AD9-8F1D-C539-6DC238A4F7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9B99B6-549F-E1E7-9083-8BA3B57D8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6435A8-2F0B-810A-E41D-C6ABD4CC4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77F48-282A-7BEC-513D-DD66A962A5D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20-Sep-26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748BA-3A52-EFDE-3B83-2A4BC45687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26422-6EB7-6DF1-340C-059F624216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F3D97B-511D-E64B-9F91-7097B8212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744D8-7A9E-E0ED-82DF-9733866DD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6EFA3-0111-31E5-4E51-7B8F9DEA332C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99004-FBBF-4BCC-9BC3-88F554ADE514}" type="datetimeFigureOut">
              <a:t>20-Sep-26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04E89-7CB4-43E2-759A-8B18BC095A8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A3C9D-A059-CF8F-49C2-BF85966941A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1C89F-AE7A-4C3B-889F-FA429D0A7F9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</a:extLst>
          </p:cNvPr>
          <p:cNvSpPr>
            <a:spLocks noGrp="1"/>
          </p:cNvSpPr>
          <p:nvPr/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</a:extLst>
          </p:cNvPr>
          <p:cNvSpPr>
            <a:spLocks noGrp="1"/>
          </p:cNvSpPr>
          <p:nvPr/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571B63-82A4-FC3D-9860-20F38F1238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sz="7200">
                <a:solidFill>
                  <a:schemeClr val="accent2">
                    <a:lumMod val="50000"/>
                  </a:schemeClr>
                </a:solidFill>
              </a:rPr>
              <a:t>Διαχείριση Κελιών (1)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01352E-A170-144A-523B-B61C8AE338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A1AC1523-E1AC-4F39-9B08-B5CD71D4B0FD}"/>
              </a:ext>
            </a:extLst>
          </p:cNvPr>
          <p:cNvSpPr>
            <a:spLocks noGrp="1"/>
          </p:cNvSpPr>
          <p:nvPr/>
        </p:nv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9854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759B8-F883-AF39-A232-3F38E0FBC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6894423" cy="1113037"/>
          </a:xfrm>
        </p:spPr>
        <p:txBody>
          <a:bodyPr anchor="b">
            <a:noAutofit/>
          </a:bodyPr>
          <a:lstStyle/>
          <a:p>
            <a:r>
              <a:rPr sz="3600" b="1">
                <a:solidFill>
                  <a:schemeClr val="accent2">
                    <a:lumMod val="50000"/>
                  </a:schemeClr>
                </a:solidFill>
              </a:rPr>
              <a:t>Επιλογή κελιών και περιοχών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FEF2E-920A-465E-A79D-97ED1C86473C}"/>
              </a:ext>
            </a:extLst>
          </p:cNvPr>
          <p:cNvSpPr>
            <a:spLocks noGrp="1"/>
          </p:cNvSpPr>
          <p:nvPr/>
        </p:nvSpPr>
        <p:spPr>
          <a:xfrm>
            <a:off x="876300" y="1666875"/>
            <a:ext cx="5429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025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Ένα κελί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5F5CFF-78D2-4ECD-8F2C-7F1316FF4AC1}"/>
              </a:ext>
            </a:extLst>
          </p:cNvPr>
          <p:cNvSpPr>
            <a:spLocks noGrp="1"/>
          </p:cNvSpPr>
          <p:nvPr/>
        </p:nvSpPr>
        <p:spPr>
          <a:xfrm>
            <a:off x="876300" y="2124075"/>
            <a:ext cx="542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8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Κάνουμε ένα κλικ στο κελί.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AD218D-60E2-4E97-BFE9-79C28B3BD3E4}"/>
              </a:ext>
            </a:extLst>
          </p:cNvPr>
          <p:cNvSpPr>
            <a:spLocks noGrp="1"/>
          </p:cNvSpPr>
          <p:nvPr/>
        </p:nvSpPr>
        <p:spPr>
          <a:xfrm>
            <a:off x="876300" y="3000375"/>
            <a:ext cx="5429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025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Περιοχή κελιών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C5E10F-886D-4188-AFDC-0ED71B92703A}"/>
              </a:ext>
            </a:extLst>
          </p:cNvPr>
          <p:cNvSpPr>
            <a:spLocks noGrp="1"/>
          </p:cNvSpPr>
          <p:nvPr/>
        </p:nvSpPr>
        <p:spPr>
          <a:xfrm>
            <a:off x="876300" y="3457575"/>
            <a:ext cx="54292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1556"/>
          </a:bodyPr>
          <a:lstStyle/>
          <a:p>
            <a:pPr>
              <a:buNone/>
              <a:defRPr sz="18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Σύρουμε από το πρώτο έως το τελευταίο κελί, κρατώντας πατημένο το αριστερό πλήκτρο του ποντικιού.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81E172-6256-47B9-8B76-7EF6CF7EB2D6}"/>
              </a:ext>
            </a:extLst>
          </p:cNvPr>
          <p:cNvSpPr>
            <a:spLocks noGrp="1"/>
          </p:cNvSpPr>
          <p:nvPr/>
        </p:nvSpPr>
        <p:spPr>
          <a:xfrm>
            <a:off x="876300" y="4619625"/>
            <a:ext cx="5429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025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Μη γειτονικά κελιά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62C89A-7F24-4D7E-8D6C-AA0A051F19A5}"/>
              </a:ext>
            </a:extLst>
          </p:cNvPr>
          <p:cNvSpPr>
            <a:spLocks noGrp="1"/>
          </p:cNvSpPr>
          <p:nvPr/>
        </p:nvSpPr>
        <p:spPr>
          <a:xfrm>
            <a:off x="876300" y="5076825"/>
            <a:ext cx="5429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8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Κρατάμε πατημένο το Ctrl και επιλέγουμε τα κελιά που θέλουμε.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0" y="1578560"/>
            <a:ext cx="4524375" cy="2415004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826375" y="4191000"/>
            <a:ext cx="2730500" cy="204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47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759B8-F883-AF39-A232-3F38E0FBC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7826076" cy="854244"/>
          </a:xfrm>
        </p:spPr>
        <p:txBody>
          <a:bodyPr anchor="b">
            <a:noAutofit/>
          </a:bodyPr>
          <a:lstStyle/>
          <a:p>
            <a:r>
              <a:rPr sz="3600" b="1">
                <a:solidFill>
                  <a:schemeClr val="accent2">
                    <a:lumMod val="50000"/>
                  </a:schemeClr>
                </a:solidFill>
              </a:rPr>
              <a:t>Εισαγωγή και τροποποίηση δεδομένων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47998E-8A50-442E-85FC-A9585C656A50}"/>
              </a:ext>
            </a:extLst>
          </p:cNvPr>
          <p:cNvSpPr>
            <a:spLocks noGrp="1"/>
          </p:cNvSpPr>
          <p:nvPr/>
        </p:nvSpPr>
        <p:spPr>
          <a:xfrm>
            <a:off x="876300" y="1476375"/>
            <a:ext cx="61912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025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Τι μπορούμε να γράψουμε σε ένα κελί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29E5FE-6B8E-427E-B519-3623DBCA9947}"/>
              </a:ext>
            </a:extLst>
          </p:cNvPr>
          <p:cNvSpPr>
            <a:spLocks noGrp="1"/>
          </p:cNvSpPr>
          <p:nvPr/>
        </p:nvSpPr>
        <p:spPr>
          <a:xfrm>
            <a:off x="876300" y="1971675"/>
            <a:ext cx="6191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33"/>
          </a:bodyPr>
          <a:lstStyle/>
          <a:p>
            <a:pPr>
              <a:buNone/>
              <a:defRPr sz="18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Κείμενο, αριθμούς ή ημερομηνίες, σύμβολα και μαθηματικούς τύπους.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E27E6D-D1F0-4222-B518-EFB996E37209}"/>
              </a:ext>
            </a:extLst>
          </p:cNvPr>
          <p:cNvSpPr>
            <a:spLocks noGrp="1"/>
          </p:cNvSpPr>
          <p:nvPr/>
        </p:nvSpPr>
        <p:spPr>
          <a:xfrm>
            <a:off x="876300" y="2857500"/>
            <a:ext cx="61912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025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Εισαγωγή δεδομένων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1F2096-A992-47EB-A96F-3EDF6E3E36E2}"/>
              </a:ext>
            </a:extLst>
          </p:cNvPr>
          <p:cNvSpPr>
            <a:spLocks noGrp="1"/>
          </p:cNvSpPr>
          <p:nvPr/>
        </p:nvSpPr>
        <p:spPr>
          <a:xfrm>
            <a:off x="876300" y="3352800"/>
            <a:ext cx="6191250" cy="1381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8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1. Επιλέγουμε το κελί.</a:t>
            </a:r>
          </a:p>
          <a:p>
            <a:pPr>
              <a:buNone/>
              <a:defRPr sz="18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2. Πληκτρολογούμε τα δεδομένα.</a:t>
            </a:r>
          </a:p>
          <a:p>
            <a:pPr>
              <a:buNone/>
              <a:defRPr sz="18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3. Πατάμε Enter για καταχώριση.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FA3C08-C3DF-4509-BD8F-E40F8015C9C6}"/>
              </a:ext>
            </a:extLst>
          </p:cNvPr>
          <p:cNvSpPr>
            <a:spLocks noGrp="1"/>
          </p:cNvSpPr>
          <p:nvPr/>
        </p:nvSpPr>
        <p:spPr>
          <a:xfrm>
            <a:off x="876300" y="5048250"/>
            <a:ext cx="61912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025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Τροποποίηση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7DD091-4075-4A51-8A6D-08D3B4ED8FC9}"/>
              </a:ext>
            </a:extLst>
          </p:cNvPr>
          <p:cNvSpPr>
            <a:spLocks noGrp="1"/>
          </p:cNvSpPr>
          <p:nvPr/>
        </p:nvSpPr>
        <p:spPr>
          <a:xfrm>
            <a:off x="876300" y="5505450"/>
            <a:ext cx="6191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33"/>
          </a:bodyPr>
          <a:lstStyle/>
          <a:p>
            <a:pPr>
              <a:buNone/>
              <a:defRPr sz="18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Κάνουμε διπλό κλικ στο κελί και διορθώνουμε το περιεχόμενό του.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4530136-69B8-6E2D-7099-947C37DED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1500" y="1971674"/>
            <a:ext cx="4589559" cy="343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937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759B8-F883-AF39-A232-3F38E0FBC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3" y="525982"/>
            <a:ext cx="7524151" cy="992267"/>
          </a:xfrm>
        </p:spPr>
        <p:txBody>
          <a:bodyPr vert="horz" lIns="91440" tIns="45720" rIns="91440" bIns="45720" anchor="b">
            <a:noAutofit/>
          </a:bodyPr>
          <a:lstStyle/>
          <a:p>
            <a:r>
              <a:rPr sz="3600" b="1">
                <a:solidFill>
                  <a:schemeClr val="accent2">
                    <a:lumMod val="50000"/>
                  </a:schemeClr>
                </a:solidFill>
              </a:rPr>
              <a:t>Αναίρεση και ακύρωση αναίρεσης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B08F23-DFAB-4083-8F3F-950DC8CD70AA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3429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10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Αναίρεση (Undo)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25EC2E-B177-421E-B43E-ABC47BAD3740}"/>
              </a:ext>
            </a:extLst>
          </p:cNvPr>
          <p:cNvSpPr>
            <a:spLocks noGrp="1"/>
          </p:cNvSpPr>
          <p:nvPr/>
        </p:nvSpPr>
        <p:spPr>
          <a:xfrm>
            <a:off x="876300" y="2238375"/>
            <a:ext cx="6953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8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Αναιρεί την τελευταία ενέργεια.</a:t>
            </a:r>
          </a:p>
          <a:p>
            <a:pPr>
              <a:buNone/>
              <a:defRPr sz="18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Συντόμευση: Ctrl + Z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715375" y="2171700"/>
            <a:ext cx="666750" cy="6667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E70A701-E54F-42B0-BE34-C82566185666}"/>
              </a:ext>
            </a:extLst>
          </p:cNvPr>
          <p:cNvSpPr>
            <a:spLocks noGrp="1"/>
          </p:cNvSpPr>
          <p:nvPr/>
        </p:nvSpPr>
        <p:spPr>
          <a:xfrm>
            <a:off x="876300" y="3667125"/>
            <a:ext cx="44767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10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Ακύρωση αναίρεσης (Redo)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8D45D2-FB75-4F7E-8481-05CAFA742743}"/>
              </a:ext>
            </a:extLst>
          </p:cNvPr>
          <p:cNvSpPr>
            <a:spLocks noGrp="1"/>
          </p:cNvSpPr>
          <p:nvPr/>
        </p:nvSpPr>
        <p:spPr>
          <a:xfrm>
            <a:off x="876300" y="4191000"/>
            <a:ext cx="6953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8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Επαναφέρει την ενέργεια που αναιρέθηκε.</a:t>
            </a:r>
          </a:p>
          <a:p>
            <a:pPr>
              <a:buNone/>
              <a:defRPr sz="18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Συντόμευση: Ctrl + Y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715375" y="4179416"/>
            <a:ext cx="666750" cy="594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230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759B8-F883-AF39-A232-3F38E0FBC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5635420" cy="592349"/>
          </a:xfrm>
        </p:spPr>
        <p:txBody>
          <a:bodyPr vert="horz" lIns="91440" tIns="45720" rIns="91440" bIns="45720" anchor="b">
            <a:noAutofit/>
          </a:bodyPr>
          <a:lstStyle/>
          <a:p>
            <a:r>
              <a:rPr sz="3600" b="1">
                <a:solidFill>
                  <a:schemeClr val="accent2">
                    <a:lumMod val="50000"/>
                  </a:schemeClr>
                </a:solidFill>
              </a:rPr>
              <a:t>Εύρεση και αντικατάσταση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F30387-2494-4900-85F0-1289880FA232}"/>
              </a:ext>
            </a:extLst>
          </p:cNvPr>
          <p:cNvSpPr>
            <a:spLocks noGrp="1"/>
          </p:cNvSpPr>
          <p:nvPr/>
        </p:nvSpPr>
        <p:spPr>
          <a:xfrm>
            <a:off x="781050" y="1381125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025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Εύρεση (Find)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83E1F6-493D-490D-BD90-0C7117F62872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4953000" cy="1714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8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1. Home &gt; Find &amp; Select &gt; Find</a:t>
            </a:r>
          </a:p>
          <a:p>
            <a:pPr>
              <a:buNone/>
              <a:defRPr sz="18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2. Γράφουμε τη λέξη ή φράση.</a:t>
            </a:r>
          </a:p>
          <a:p>
            <a:pPr>
              <a:buNone/>
              <a:defRPr sz="18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3. Επιλέγουμε Find Next.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DA39F0-A15C-48BA-8A34-CF3EBEB761D5}"/>
              </a:ext>
            </a:extLst>
          </p:cNvPr>
          <p:cNvSpPr>
            <a:spLocks noGrp="1"/>
          </p:cNvSpPr>
          <p:nvPr/>
        </p:nvSpPr>
        <p:spPr>
          <a:xfrm>
            <a:off x="6238875" y="1381125"/>
            <a:ext cx="4095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025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Αντικατάσταση (Replace)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A6E86B-F9C7-45E8-85C9-0BB163C9DD82}"/>
              </a:ext>
            </a:extLst>
          </p:cNvPr>
          <p:cNvSpPr>
            <a:spLocks noGrp="1"/>
          </p:cNvSpPr>
          <p:nvPr/>
        </p:nvSpPr>
        <p:spPr>
          <a:xfrm>
            <a:off x="6238875" y="1857375"/>
            <a:ext cx="5048250" cy="19526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8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1. Home &gt; Find &amp; Select &gt; Replace</a:t>
            </a:r>
          </a:p>
          <a:p>
            <a:pPr>
              <a:buNone/>
              <a:defRPr sz="18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2. Find what: α</a:t>
            </a:r>
            <a:r>
              <a:rPr sz="180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ρχικό</a:t>
            </a:r>
            <a:r>
              <a:rPr sz="180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κείμενο</a:t>
            </a:r>
            <a:endParaRPr sz="1800" b="0" dirty="0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18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3. Replace with: </a:t>
            </a:r>
            <a:r>
              <a:rPr sz="180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νέο</a:t>
            </a:r>
            <a:r>
              <a:rPr sz="180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κείμενο</a:t>
            </a:r>
            <a:endParaRPr sz="1800" b="0" dirty="0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18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4. Replace ή Replace All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42A774-3084-4298-95CE-994EE3D00987}"/>
              </a:ext>
            </a:extLst>
          </p:cNvPr>
          <p:cNvSpPr>
            <a:spLocks noGrp="1"/>
          </p:cNvSpPr>
          <p:nvPr/>
        </p:nvSpPr>
        <p:spPr>
          <a:xfrm>
            <a:off x="809625" y="4333875"/>
            <a:ext cx="3238500" cy="1381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950" b="1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B1E72"/>
                </a:solidFill>
                <a:latin typeface="Arial"/>
                <a:ea typeface="Arial"/>
                <a:cs typeface="Arial"/>
              </a:rPr>
              <a:t>Το Replace αλλάζει μία εμφάνιση. Το Replace All αλλάζει όλες τις εμφανίσεις ταυτόχρονα.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668523" y="3733800"/>
            <a:ext cx="2854953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23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759B8-F883-AF39-A232-3F38E0FBC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3" y="525982"/>
            <a:ext cx="8823789" cy="592349"/>
          </a:xfrm>
        </p:spPr>
        <p:txBody>
          <a:bodyPr anchor="b">
            <a:noAutofit/>
          </a:bodyPr>
          <a:lstStyle/>
          <a:p>
            <a:r>
              <a:rPr sz="3600" b="1">
                <a:solidFill>
                  <a:schemeClr val="accent2">
                    <a:lumMod val="50000"/>
                  </a:schemeClr>
                </a:solidFill>
              </a:rPr>
              <a:t>Ταξινόμηση δεδομένων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AAEC4E-620B-443B-95E3-2B25379D5011}"/>
              </a:ext>
            </a:extLst>
          </p:cNvPr>
          <p:cNvSpPr>
            <a:spLocks noGrp="1"/>
          </p:cNvSpPr>
          <p:nvPr/>
        </p:nvSpPr>
        <p:spPr>
          <a:xfrm>
            <a:off x="809625" y="1381125"/>
            <a:ext cx="10001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0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Ταξινομούμε μια λίστα με βάση τις τιμές μιας στήλης.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DFB37E-F25A-4D54-8B4F-0977B4429B7E}"/>
              </a:ext>
            </a:extLst>
          </p:cNvPr>
          <p:cNvSpPr>
            <a:spLocks noGrp="1"/>
          </p:cNvSpPr>
          <p:nvPr/>
        </p:nvSpPr>
        <p:spPr>
          <a:xfrm>
            <a:off x="809625" y="2238375"/>
            <a:ext cx="1619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025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Βήματα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4D4ABF-D426-4A48-9A7E-B53733760FB3}"/>
              </a:ext>
            </a:extLst>
          </p:cNvPr>
          <p:cNvSpPr>
            <a:spLocks noGrp="1"/>
          </p:cNvSpPr>
          <p:nvPr/>
        </p:nvSpPr>
        <p:spPr>
          <a:xfrm>
            <a:off x="809625" y="2714625"/>
            <a:ext cx="6572250" cy="1666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8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1. Επιλέγουμε ένα κελί στη στήλη ταξινόμησης.</a:t>
            </a:r>
          </a:p>
          <a:p>
            <a:pPr>
              <a:buNone/>
              <a:defRPr sz="18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2. Ανοίγουμε Data &gt; Sort &amp; Filter.</a:t>
            </a:r>
          </a:p>
          <a:p>
            <a:pPr>
              <a:buNone/>
              <a:defRPr sz="18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3. Επιλέγουμε αύξουσα ή φθίνουσα σειρά.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953375" y="2723480"/>
            <a:ext cx="2857500" cy="122054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952875" y="4686300"/>
            <a:ext cx="457200" cy="4572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36E068B-253F-40C0-83C7-77D7948582BE}"/>
              </a:ext>
            </a:extLst>
          </p:cNvPr>
          <p:cNvSpPr>
            <a:spLocks noGrp="1"/>
          </p:cNvSpPr>
          <p:nvPr/>
        </p:nvSpPr>
        <p:spPr>
          <a:xfrm>
            <a:off x="4619625" y="4667250"/>
            <a:ext cx="6191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7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Αύξουσα: Α–Ω ή μικρότερο προς μεγαλύτερο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952875" y="5334000"/>
            <a:ext cx="457200" cy="4572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4C7C6E5-1D11-4AB1-9758-44A87769CC74}"/>
              </a:ext>
            </a:extLst>
          </p:cNvPr>
          <p:cNvSpPr>
            <a:spLocks noGrp="1"/>
          </p:cNvSpPr>
          <p:nvPr/>
        </p:nvSpPr>
        <p:spPr>
          <a:xfrm>
            <a:off x="4619625" y="5314950"/>
            <a:ext cx="6191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7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Φθίνουσα: Ω–Α ή μεγαλύτερο προς μικρότερο</a:t>
            </a:r>
          </a:p>
        </p:txBody>
      </p:sp>
    </p:spTree>
    <p:extLst>
      <p:ext uri="{BB962C8B-B14F-4D97-AF65-F5344CB8AC3E}">
        <p14:creationId xmlns:p14="http://schemas.microsoft.com/office/powerpoint/2010/main" val="2654053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1E7BB-CB22-80D1-6F93-1729B7732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sz="3600" b="1">
                <a:solidFill>
                  <a:schemeClr val="accent2">
                    <a:lumMod val="50000"/>
                  </a:schemeClr>
                </a:solidFill>
              </a:rPr>
              <a:t>Δραστηριότητες Εμπέδωσης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BA142D-6AC1-4043-9474-7FDFD87093E5}"/>
              </a:ext>
            </a:extLst>
          </p:cNvPr>
          <p:cNvSpPr>
            <a:spLocks noGrp="1"/>
          </p:cNvSpPr>
          <p:nvPr/>
        </p:nvSpPr>
        <p:spPr>
          <a:xfrm>
            <a:off x="5905500" y="1143000"/>
            <a:ext cx="5334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Β.4.1.M3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A29E23-BFBA-463A-9099-F7C59929DBF6}"/>
              </a:ext>
            </a:extLst>
          </p:cNvPr>
          <p:cNvSpPr>
            <a:spLocks noGrp="1"/>
          </p:cNvSpPr>
          <p:nvPr/>
        </p:nvSpPr>
        <p:spPr>
          <a:xfrm>
            <a:off x="5905500" y="1952625"/>
            <a:ext cx="4953000" cy="2286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1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Σελίδες 21–22</a:t>
            </a:r>
          </a:p>
          <a:p>
            <a:pPr>
              <a:buNone/>
              <a:defRPr sz="21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3–12</a:t>
            </a:r>
          </a:p>
          <a:p>
            <a:endParaRPr sz="2100" b="0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Εργασία στο αρχείο Πρόνοια.xlsx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E2576D-A613-4C9C-9CC4-D9AE5F5D8CCB}"/>
              </a:ext>
            </a:extLst>
          </p:cNvPr>
          <p:cNvSpPr>
            <a:spLocks noGrp="1"/>
          </p:cNvSpPr>
          <p:nvPr/>
        </p:nvSpPr>
        <p:spPr>
          <a:xfrm>
            <a:off x="5905500" y="4714875"/>
            <a:ext cx="495300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Χρησιμοποίησε τις εντολές επιλογής, εισαγωγής, διόρθωσης, αναίρεσης, εύρεσης και ταξινόμησης.</a:t>
            </a:r>
          </a:p>
        </p:txBody>
      </p:sp>
    </p:spTree>
    <p:extLst>
      <p:ext uri="{BB962C8B-B14F-4D97-AF65-F5344CB8AC3E}">
        <p14:creationId xmlns:p14="http://schemas.microsoft.com/office/powerpoint/2010/main" val="3815878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AE698-8678-D891-4A6F-29AB7E3B2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905250" cy="1809750"/>
          </a:xfrm>
        </p:spPr>
        <p:txBody>
          <a:bodyPr anchor="ctr">
            <a:normAutofit/>
          </a:bodyPr>
          <a:lstStyle/>
          <a:p>
            <a:pPr>
              <a:buNone/>
              <a:defRPr sz="3300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Αξιολόγησης</a:t>
            </a:r>
            <a:endParaRPr sz="36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3E4E85-BA2C-4331-A5D0-B21C21358C01}"/>
              </a:ext>
            </a:extLst>
          </p:cNvPr>
          <p:cNvSpPr>
            <a:spLocks noGrp="1"/>
          </p:cNvSpPr>
          <p:nvPr/>
        </p:nvSpPr>
        <p:spPr>
          <a:xfrm>
            <a:off x="4619625" y="1952625"/>
            <a:ext cx="6191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Β.4.1.M3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25E0A7-C613-4257-BD8D-F8F16526571B}"/>
              </a:ext>
            </a:extLst>
          </p:cNvPr>
          <p:cNvSpPr>
            <a:spLocks noGrp="1"/>
          </p:cNvSpPr>
          <p:nvPr/>
        </p:nvSpPr>
        <p:spPr>
          <a:xfrm>
            <a:off x="4619625" y="2809875"/>
            <a:ext cx="619125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2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Σελίδα 22</a:t>
            </a:r>
          </a:p>
          <a:p>
            <a:pPr>
              <a:buNone/>
              <a:defRPr sz="22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13–22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1C0B05-A088-4A25-8958-632F03E8B370}"/>
              </a:ext>
            </a:extLst>
          </p:cNvPr>
          <p:cNvSpPr>
            <a:spLocks noGrp="1"/>
          </p:cNvSpPr>
          <p:nvPr/>
        </p:nvSpPr>
        <p:spPr>
          <a:xfrm>
            <a:off x="4619625" y="4381500"/>
            <a:ext cx="619125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800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Απάντησε χωρίς να χρησιμοποιήσεις τις σημειώσεις σου και έλεγξε στο τέλος τις απαντήσεις.</a:t>
            </a:r>
          </a:p>
        </p:txBody>
      </p:sp>
    </p:spTree>
    <p:extLst>
      <p:ext uri="{BB962C8B-B14F-4D97-AF65-F5344CB8AC3E}">
        <p14:creationId xmlns:p14="http://schemas.microsoft.com/office/powerpoint/2010/main" val="608684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389</Words>
  <Application>Microsoft Office PowerPoint</Application>
  <DocSecurity>0</DocSecurity>
  <PresentationFormat>Widescreen</PresentationFormat>
  <Paragraphs>58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Διαχείριση Κελιών (1)</vt:lpstr>
      <vt:lpstr>Επιλογή κελιών και περιοχών</vt:lpstr>
      <vt:lpstr>Εισαγωγή και τροποποίηση δεδομένων</vt:lpstr>
      <vt:lpstr>Αναίρεση και ακύρωση αναίρεσης</vt:lpstr>
      <vt:lpstr>Εύρεση και αντικατάσταση</vt:lpstr>
      <vt:lpstr>Ταξινόμηση δεδομένων</vt:lpstr>
      <vt:lpstr>Δραστηριότητες Εμπέδωσης</vt:lpstr>
      <vt:lpstr>Δραστηριότητες Αξιολόγησης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</cp:revision>
  <dcterms:created xsi:type="dcterms:W3CDTF">2026-09-10T16:51:49Z</dcterms:created>
  <dcterms:modified xsi:type="dcterms:W3CDTF">2026-09-20T17:50:08Z</dcterms:modified>
</cp:coreProperties>
</file>