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5dd25cb8f8f4ffe" /><Relationship Type="http://schemas.openxmlformats.org/officeDocument/2006/relationships/extended-properties" Target="/docProps/app.xml" Id="R19c8974387534e30" /><Relationship Type="http://schemas.openxmlformats.org/officeDocument/2006/relationships/officeDocument" Target="/ppt/presentation.xml" Id="Raaac172780e347e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0bd2779eaf94c68"/>
  </p:sldMasterIdLst>
  <p:notesMasterIdLst>
    <p:notesMasterId xmlns:r="http://schemas.openxmlformats.org/officeDocument/2006/relationships" r:id="R87ad49e8f2e64cbd"/>
  </p:notesMasterIdLst>
  <p:sldIdLst>
    <p:sldId xmlns:r="http://schemas.openxmlformats.org/officeDocument/2006/relationships" id="256" r:id="R4ccc34387367402a"/>
    <p:sldId xmlns:r="http://schemas.openxmlformats.org/officeDocument/2006/relationships" id="257" r:id="R52359e6fe4244a4c"/>
    <p:sldId xmlns:r="http://schemas.openxmlformats.org/officeDocument/2006/relationships" id="258" r:id="Rcfc342f6643548bc"/>
    <p:sldId xmlns:r="http://schemas.openxmlformats.org/officeDocument/2006/relationships" id="259" r:id="Rd724d62cd4764d0f"/>
    <p:sldId xmlns:r="http://schemas.openxmlformats.org/officeDocument/2006/relationships" id="260" r:id="R1d241ec95ca04c35"/>
    <p:sldId xmlns:r="http://schemas.openxmlformats.org/officeDocument/2006/relationships" id="261" r:id="R8ed9de9fab304962"/>
    <p:sldId xmlns:r="http://schemas.openxmlformats.org/officeDocument/2006/relationships" id="262" r:id="R31ee4bcfb6444981"/>
    <p:sldId xmlns:r="http://schemas.openxmlformats.org/officeDocument/2006/relationships" id="263" r:id="Rf60d001857fb4d6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3bd994f1f3447e0" /><Relationship Type="http://schemas.openxmlformats.org/officeDocument/2006/relationships/slideMaster" Target="/ppt/slideMasters/slideMaster1.xml" Id="Rc0bd2779eaf94c68" /><Relationship Type="http://schemas.openxmlformats.org/officeDocument/2006/relationships/notesMaster" Target="/ppt/notesMasters/notesMaster1.xml" Id="R87ad49e8f2e64cbd" /><Relationship Type="http://schemas.openxmlformats.org/officeDocument/2006/relationships/presProps" Target="/ppt/presProps.xml" Id="R549516ef71de4311" /><Relationship Type="http://schemas.openxmlformats.org/officeDocument/2006/relationships/viewProps" Target="/ppt/viewProps.xml" Id="Rf7e61b7ef28f4a61" /><Relationship Type="http://schemas.openxmlformats.org/officeDocument/2006/relationships/tableStyles" Target="/ppt/tableStyles.xml" Id="R9b8b65802d444d85" /><Relationship Type="http://schemas.openxmlformats.org/officeDocument/2006/relationships/slide" Target="/ppt/slides/slide1.xml" Id="R4ccc34387367402a" /><Relationship Type="http://schemas.openxmlformats.org/officeDocument/2006/relationships/slide" Target="/ppt/slides/slide2.xml" Id="R52359e6fe4244a4c" /><Relationship Type="http://schemas.openxmlformats.org/officeDocument/2006/relationships/slide" Target="/ppt/slides/slide3.xml" Id="Rcfc342f6643548bc" /><Relationship Type="http://schemas.openxmlformats.org/officeDocument/2006/relationships/slide" Target="/ppt/slides/slide4.xml" Id="Rd724d62cd4764d0f" /><Relationship Type="http://schemas.openxmlformats.org/officeDocument/2006/relationships/slide" Target="/ppt/slides/slide5.xml" Id="R1d241ec95ca04c35" /><Relationship Type="http://schemas.openxmlformats.org/officeDocument/2006/relationships/slide" Target="/ppt/slides/slide6.xml" Id="R8ed9de9fab304962" /><Relationship Type="http://schemas.openxmlformats.org/officeDocument/2006/relationships/slide" Target="/ppt/slides/slide7.xml" Id="R31ee4bcfb6444981" /><Relationship Type="http://schemas.openxmlformats.org/officeDocument/2006/relationships/slide" Target="/ppt/slides/slide8.xml" Id="Rf60d001857fb4d6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2695b7a0fa42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ed Viole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c11201626c842e4" /><Relationship Type="http://schemas.openxmlformats.org/officeDocument/2006/relationships/notesMaster" Target="/ppt/notesMasters/notesMaster1.xml" Id="Re8b353c2120b491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69339f7f48a4eac" /><Relationship Type="http://schemas.openxmlformats.org/officeDocument/2006/relationships/notesMaster" Target="/ppt/notesMasters/notesMaster1.xml" Id="R045f992bf7f94a6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ecd0cd2ed204371" /><Relationship Type="http://schemas.openxmlformats.org/officeDocument/2006/relationships/notesMaster" Target="/ppt/notesMasters/notesMaster1.xml" Id="R8b573770f8794b0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55ccb2b6a6844f8" /><Relationship Type="http://schemas.openxmlformats.org/officeDocument/2006/relationships/notesMaster" Target="/ppt/notesMasters/notesMaster1.xml" Id="R2bbe8b87409d4f2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321aa67fd924770" /><Relationship Type="http://schemas.openxmlformats.org/officeDocument/2006/relationships/notesMaster" Target="/ppt/notesMasters/notesMaster1.xml" Id="R66760a9761e348d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71c7a1f18fd4b10" /><Relationship Type="http://schemas.openxmlformats.org/officeDocument/2006/relationships/notesMaster" Target="/ppt/notesMasters/notesMaster1.xml" Id="R57ef1d501fe642f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8b444eeed9a49f7" /><Relationship Type="http://schemas.openxmlformats.org/officeDocument/2006/relationships/notesMaster" Target="/ppt/notesMasters/notesMaster1.xml" Id="Ra745c6816e5a4a4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8fec6995dcd40af" /><Relationship Type="http://schemas.openxmlformats.org/officeDocument/2006/relationships/notesMaster" Target="/ppt/notesMasters/notesMaster1.xml" Id="Rb1b8b8c3f7564bc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https://www.howtoexcel.org/shift-cells-down/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https://500rockets.io/excel/the-excel-move-column-tutorial-59/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https://smallbiztrends.com/how-to-delete-your-twitter-account/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https://excelinsights.net/web/find-replace-data/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f39b7ce941421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cc0c97349f4fe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af5abc42354ca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0264da990141d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36dc739796461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a6a02e58244fb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d09c2fbb08467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8ac677b5fd4e4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d76f990dc7486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606544a3cb418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2ae9aba173458d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9585AB-590D-2940-F9D8-91A2DEA70AE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8B41E1D7-50E5-605C-ACD7-89AFACCFD5E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DEE8DB3-D225-FB0F-4A95-87FE121ACE4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7F4E33A-D01E-EAC3-6198-75DCE67E4BA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A783C2F-F6A4-CF68-E054-91D3A8A6FC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9D58505-B11D-1416-6D6F-42532E02D9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8E57602-7C8E-F65F-3DCB-CA7DA659D75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8E13BDD-A3BD-F0FA-C970-7CE1AFD211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39A8432-C7E6-45F5-17B8-825C34C7B69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32DBF15-3DC3-0F8C-B5EC-8D7DEA727DB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5A48EAB-F365-E770-1C52-96B2FFEDBA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95EF05D-0555-A1C8-D595-C855A03CE5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EC5151F-7E9E-AD94-792E-FA61FDA2DA6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5AE9C9E-7194-E1C7-7588-B038C3405E6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68C605-454F-8B7B-3D33-D05911EDD8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A305F7B-A0AC-1293-82D4-9C86467F10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E3EC535-A3DE-99E7-ABC8-9CC4CE6E3DC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2EDD5AB-35E0-87E1-275F-04606C697E9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B510989-7939-77EB-0752-100DC7AFE1E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7AA337F-EF84-36B2-1842-7E5CFCFDF36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F313D7F-1250-5155-CC8F-1D7F74BF58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0BF6333-8C0F-A01D-5F86-7F6CB2076C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8B0F6EB-5092-BB38-AE7A-D8A53CBE12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62B800C-4EB4-5C42-1D78-6D44443DC87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80E5F6E3-A638-F3AA-A0D8-8243AE1143A5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2606B9C-947E-6E0E-3FB7-6409CA1AA08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B749EA02-9727-20CE-6F2F-AEE77719031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40455506-EB11-CC08-A287-4C40A1068B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9729B98D-1ABA-F8A4-E267-33AA94C8147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DC44A6F-AB0F-F2C2-8460-CD823A4D03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AABB32F1-CA42-21EF-BB3D-FD9E4BF810F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58D18139-25BA-A607-F49E-FAC8B9FF80F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AB1A14D5-22B8-8B31-2F15-3327A9172AE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EF651FDA-FADC-718F-3679-DD1D82038C7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9B6CFA23-F762-DAC7-F055-34BBBEEA1BE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EE4845E-D252-E586-D35F-F6971F010B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3CC88C-4219-7229-D578-F248CEBE55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78FCADE-8154-624B-6907-062ADFA184E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DF788E2C-3D70-2723-B03E-3E54F428E71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DF4CF5D-DB9F-46BD-AA7E-99259ABBD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DD966BC-122D-0C34-66A6-82641A0F33C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30D53ED-CC38-27CB-CE75-0363724E29C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D3D30A6-B84A-5729-409B-EECAD25384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D18942B2-A346-D722-B157-F50399986B7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4D48F45-61CA-44E0-DBAE-9D36F6365D3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87F642F-E08C-B0D6-DCF9-FC1121C3A7D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15CD439-5831-B89F-A032-126BDC3BCCD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CF8F52A-1268-BF36-C904-53855E60D1C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4DC5F4-D20C-2DB3-8411-B320533BB9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30EA972-BBB4-2124-F72C-ECCD006349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644EE25-5808-5EF9-D529-A97D9A5F4E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662F814-6E03-DA7E-994E-BD8357BF20F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B08E29C-8AD9-8F1D-C539-6DC238A4F7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7E9B99B6-549F-E1E7-9083-8BA3B57D86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E6435A8-2F0B-810A-E41D-C6ABD4CC491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2877F48-282A-7BEC-513D-DD66A962A5D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9E748BA-3A52-EFDE-3B83-2A4BC45687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1D26422-6EB7-6DF1-340C-059F624216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31c334f8e834ac1" /><Relationship Type="http://schemas.openxmlformats.org/officeDocument/2006/relationships/slideLayout" Target="/ppt/slideLayouts/slideLayout1.xml" Id="Red404f3010624eeb" /><Relationship Type="http://schemas.openxmlformats.org/officeDocument/2006/relationships/slideLayout" Target="/ppt/slideLayouts/slideLayout2.xml" Id="Rda4703461e324c64" /><Relationship Type="http://schemas.openxmlformats.org/officeDocument/2006/relationships/slideLayout" Target="/ppt/slideLayouts/slideLayout3.xml" Id="Rbf7733833f4f47ed" /><Relationship Type="http://schemas.openxmlformats.org/officeDocument/2006/relationships/slideLayout" Target="/ppt/slideLayouts/slideLayout4.xml" Id="Rbb9e310124ba4e8d" /><Relationship Type="http://schemas.openxmlformats.org/officeDocument/2006/relationships/slideLayout" Target="/ppt/slideLayouts/slideLayout5.xml" Id="Rfec339685b37482a" /><Relationship Type="http://schemas.openxmlformats.org/officeDocument/2006/relationships/slideLayout" Target="/ppt/slideLayouts/slideLayout6.xml" Id="Rf7a9d5431ba34be2" /><Relationship Type="http://schemas.openxmlformats.org/officeDocument/2006/relationships/slideLayout" Target="/ppt/slideLayouts/slideLayout7.xml" Id="R138016e9abce46b3" /><Relationship Type="http://schemas.openxmlformats.org/officeDocument/2006/relationships/slideLayout" Target="/ppt/slideLayouts/slideLayout8.xml" Id="Rd67cd9ba33c9473f" /><Relationship Type="http://schemas.openxmlformats.org/officeDocument/2006/relationships/slideLayout" Target="/ppt/slideLayouts/slideLayout9.xml" Id="R93a8334393a24e69" /><Relationship Type="http://schemas.openxmlformats.org/officeDocument/2006/relationships/slideLayout" Target="/ppt/slideLayouts/slideLayout10.xml" Id="Rf055536c3cc443f2" /><Relationship Type="http://schemas.openxmlformats.org/officeDocument/2006/relationships/slideLayout" Target="/ppt/slideLayouts/slideLayout11.xml" Id="R7aa684e76a7d466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7F3D97B-511D-E64B-9F91-7097B82120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D5744D8-7A9E-E0ED-82DF-9733866DDA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DF6EFA3-0111-31E5-4E51-7B8F9DEA332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3804E89-7CB4-43E2-759A-8B18BC095A8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13A3C9D-A059-CF8F-49C2-BF85966941A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d404f3010624eeb"/>
    <p:sldLayoutId xmlns:r="http://schemas.openxmlformats.org/officeDocument/2006/relationships" id="2147483650" r:id="Rda4703461e324c64"/>
    <p:sldLayoutId xmlns:r="http://schemas.openxmlformats.org/officeDocument/2006/relationships" id="2147483651" r:id="Rbf7733833f4f47ed"/>
    <p:sldLayoutId xmlns:r="http://schemas.openxmlformats.org/officeDocument/2006/relationships" id="2147483652" r:id="Rbb9e310124ba4e8d"/>
    <p:sldLayoutId xmlns:r="http://schemas.openxmlformats.org/officeDocument/2006/relationships" id="2147483653" r:id="Rfec339685b37482a"/>
    <p:sldLayoutId xmlns:r="http://schemas.openxmlformats.org/officeDocument/2006/relationships" id="2147483654" r:id="Rf7a9d5431ba34be2"/>
    <p:sldLayoutId xmlns:r="http://schemas.openxmlformats.org/officeDocument/2006/relationships" id="2147483655" r:id="R138016e9abce46b3"/>
    <p:sldLayoutId xmlns:r="http://schemas.openxmlformats.org/officeDocument/2006/relationships" id="2147483656" r:id="Rd67cd9ba33c9473f"/>
    <p:sldLayoutId xmlns:r="http://schemas.openxmlformats.org/officeDocument/2006/relationships" id="2147483657" r:id="R93a8334393a24e69"/>
    <p:sldLayoutId xmlns:r="http://schemas.openxmlformats.org/officeDocument/2006/relationships" id="2147483658" r:id="Rf055536c3cc443f2"/>
    <p:sldLayoutId xmlns:r="http://schemas.openxmlformats.org/officeDocument/2006/relationships" id="2147483659" r:id="R7aa684e76a7d4667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ed Viole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8f27f068df4a17" /><Relationship Type="http://schemas.openxmlformats.org/officeDocument/2006/relationships/notesSlide" Target="/ppt/notesSlides/notesSlide1.xml" Id="Rb4a3b6c981bd4db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0a46c07c8fa4b1e" /><Relationship Type="http://schemas.openxmlformats.org/officeDocument/2006/relationships/image" Target="/ppt/media/image.png" Id="Re99ce4c43f1b44af" /><Relationship Type="http://schemas.openxmlformats.org/officeDocument/2006/relationships/notesSlide" Target="/ppt/notesSlides/notesSlide2.xml" Id="R5b8a90db7c8c494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0dadefc2ff41b0" /><Relationship Type="http://schemas.openxmlformats.org/officeDocument/2006/relationships/image" Target="/ppt/media/image2.png" Id="Rb2c14403c8304fda" /><Relationship Type="http://schemas.openxmlformats.org/officeDocument/2006/relationships/notesSlide" Target="/ppt/notesSlides/notesSlide3.xml" Id="R3ef2575b789448b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db5786bfa04413d" /><Relationship Type="http://schemas.openxmlformats.org/officeDocument/2006/relationships/image" Target="/ppt/media/image3.png" Id="R8278b75203d743d6" /><Relationship Type="http://schemas.openxmlformats.org/officeDocument/2006/relationships/notesSlide" Target="/ppt/notesSlides/notesSlide4.xml" Id="Rc5a8fa039074470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8cd884c8544f4d" /><Relationship Type="http://schemas.openxmlformats.org/officeDocument/2006/relationships/image" Target="/ppt/media/image4.png" Id="Re8188c3f7c054128" /><Relationship Type="http://schemas.openxmlformats.org/officeDocument/2006/relationships/notesSlide" Target="/ppt/notesSlides/notesSlide5.xml" Id="Rbd5bb7240b79468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85a93a11cf44a91" /><Relationship Type="http://schemas.openxmlformats.org/officeDocument/2006/relationships/image" Target="/ppt/media/image5.png" Id="Rd35ef643c76c4fad" /><Relationship Type="http://schemas.openxmlformats.org/officeDocument/2006/relationships/notesSlide" Target="/ppt/notesSlides/notesSlide6.xml" Id="Rd3c672d6d93c475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dff4dd27173478c" /><Relationship Type="http://schemas.openxmlformats.org/officeDocument/2006/relationships/notesSlide" Target="/ppt/notesSlides/notesSlide7.xml" Id="R69a7c02b59a34af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33e60d05ab2435f" /><Relationship Type="http://schemas.openxmlformats.org/officeDocument/2006/relationships/notesSlide" Target="/ppt/notesSlides/notesSlide8.xml" Id="R512b7899d9d04b8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522B21E-B2B9-4C72-9A71-C87EFD13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685736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EB7D2A2-F448-44D4-938C-DC84CBCB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"/>
            <a:ext cx="12192000" cy="44125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71AEA07-1E14-44B4-8E55-64EF049CD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464" y="551962"/>
            <a:ext cx="10999072" cy="461854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6571B63-82A4-FC3D-9860-20F38F12386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293338"/>
            <a:ext cx="9144000" cy="3274592"/>
          </a:xfr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825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825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Γραφήματα</a:t>
            </a:r>
            <a:endParaRPr sz="720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4101352E-A170-144A-523B-B61C8AE3387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5514052"/>
            <a:ext cx="9144000" cy="65191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Straight Connector 13">
            <a:extLst xmlns:a="http://schemas.openxmlformats.org/drawingml/2006/main">
              <a:ext uri="{FF2B5EF4-FFF2-40B4-BE49-F238E27FC236}">
                <a16:creationId xmlns:a16="http://schemas.microsoft.com/office/drawing/2014/main" id="{A1AC1523-E1AC-4F39-9B08-B5CD71D4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6464" y="6354708"/>
            <a:ext cx="11000232" cy="0"/>
          </a:xfrm>
          <a:prstGeom xmlns:a="http://schemas.openxmlformats.org/drawingml/2006/main" prst="line">
            <a:avLst/>
          </a:prstGeom>
          <a:ln xmlns:a="http://schemas.openxmlformats.org/drawingml/2006/main" w="101600">
            <a:solidFill>
              <a:schemeClr val="accent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301985463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01755A-DD79-4354-AD9E-5162E7E47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Εισαγωγή γραφήματος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9D8001-05DB-41AB-AFA4-E0C083A43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Insert &gt; Chart.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Επιλέγουμε τύπο, όπως Column, Bar, Line ή Pie, και πατάμε OK.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9ce4c43f1b44af"/>
          <a:stretch xmlns:a="http://schemas.openxmlformats.org/drawingml/2006/main"/>
        </p:blipFill>
        <p:spPr>
          <a:xfrm xmlns:a="http://schemas.openxmlformats.org/drawingml/2006/main">
            <a:off x="6889987" y="1571625"/>
            <a:ext cx="3936526" cy="3714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84756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ACF608-873D-48EE-AE9A-B9DF5B70C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Δεδομένα γραφήματος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5F74AA-6294-4C73-BE6B-0BF0AC740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Στο φύλλο δεδομένων αντικαθιστούμε τις δοκιμαστικές τιμές και επικεφαλίδες.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Το γράφημα ενημερώνεται αυτόματα.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c14403c8304fda"/>
          <a:stretch xmlns:a="http://schemas.openxmlformats.org/drawingml/2006/main"/>
        </p:blipFill>
        <p:spPr>
          <a:xfrm xmlns:a="http://schemas.openxmlformats.org/drawingml/2006/main">
            <a:off x="6762750" y="2356757"/>
            <a:ext cx="4191000" cy="214448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9374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059449-B3CD-4166-8CAA-669CDE46B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Στοιχεία γραφήματος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3A91CE-0A1A-4B0E-B184-CC9AED0AF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Με το κουμπί Chart Elements προσθέτουμε τίτλο γραφήματος, τίτλους αξόνων, υπόμνημα και γραμμές πλέγματος.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78b75203d743d6"/>
          <a:stretch xmlns:a="http://schemas.openxmlformats.org/drawingml/2006/main"/>
        </p:blipFill>
        <p:spPr>
          <a:xfrm xmlns:a="http://schemas.openxmlformats.org/drawingml/2006/main">
            <a:off x="7255648" y="1571625"/>
            <a:ext cx="3205205" cy="3714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23000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8C37EA-CFC0-4661-92B1-EA2B83772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Αλλαγή τύπου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673F08-2AAF-410E-9429-77C8F5088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Chart Design &gt; Change Chart Type.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Επιλέγουμε νέο τύπο χωρίς να ξαναγράψουμε τα δεδομένα.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188c3f7c054128"/>
          <a:stretch xmlns:a="http://schemas.openxmlformats.org/drawingml/2006/main"/>
        </p:blipFill>
        <p:spPr>
          <a:xfrm xmlns:a="http://schemas.openxmlformats.org/drawingml/2006/main">
            <a:off x="6762750" y="2278013"/>
            <a:ext cx="4191000" cy="23019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72322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0A7FA9-BAA6-4F51-987B-A9B349982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Επεξεργασία δεδομένων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439D1A-772E-4183-B85A-066B643C3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Chart Design &gt; Edit Data ανοίγει ξανά το φύλλο δεδομένων.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Προσθέτουμε ή αφαιρούμε σειρές και κατηγορίες προσαρμόζοντας την επιλεγμένη περιοχή.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5ef643c76c4fad"/>
          <a:stretch xmlns:a="http://schemas.openxmlformats.org/drawingml/2006/main"/>
        </p:blipFill>
        <p:spPr>
          <a:xfrm xmlns:a="http://schemas.openxmlformats.org/drawingml/2006/main">
            <a:off x="6762750" y="1759360"/>
            <a:ext cx="4191000" cy="333928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053172"/>
      </p:ext>
    </p:extLst>
  </p:cSld>
</p:sld>
</file>

<file path=ppt/slides/slide7.xml><?xml version="1.0" encoding="utf-8"?>
<p:sld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98B0DA-E7AF-4154-9AD2-C1805C596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Δραστηριότητες Εμπέδωσης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4DCBDC-C23B-47A2-9F3E-E6E0CC9B6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190625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Φύλλο Εργασίας Β.4.2.M6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CCD89D-BA45-4BF7-9829-B3F5FA5CE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95500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Σελίδες 83-84</a:t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Ασκήσεις 1-10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Αρχείο: Ask1.pptx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7056C1-FC0E-40DC-A53C-989FDAA45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000625"/>
            <a:ext cx="609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B1E7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B1E72"/>
                </a:solidFill>
                <a:latin typeface="Arial"/>
                <a:ea typeface="Arial"/>
                <a:cs typeface="Arial"/>
              </a:rPr>
              <a:t>Δημιουργία και βασική επεξεργασία γραφήματος.</a:t>
            </a:r>
          </a:p>
        </p:txBody>
      </p:sp>
    </p:spTree>
    <p:extLst>
      <p:ext uri="{BB962C8B-B14F-4D97-AF65-F5344CB8AC3E}">
        <p14:creationId xmlns:p14="http://schemas.microsoft.com/office/powerpoint/2010/main" val="3815878654"/>
      </p:ext>
    </p:extLst>
  </p:cSld>
  <p:clrMapOvr>
    <a:overrideClrMapping xmlns:a="http://schemas.openxmlformats.org/drawingml/2006/main"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354FC8-FE8D-4ECE-9D1D-BC9686365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Δραστηριότητες Αξιολόγησης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6743CE-74BC-4148-976E-1A91A2846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57375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Φύλλο Εργασίας Β.4.2.M6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8AF3C5-CE18-4126-A366-C92EC0B4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57500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Σελίδες 84-85</a:t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Ασκήσεις 11-21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Αρχείο: Ask2.pptx, Ask3.pptx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06845D-644E-4A1B-938E-3540CF8C3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000625"/>
            <a:ext cx="609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B1E7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B1E72"/>
                </a:solidFill>
                <a:latin typeface="Arial"/>
                <a:ea typeface="Arial"/>
                <a:cs typeface="Arial"/>
              </a:rPr>
              <a:t>Δημιούργησε τους ζητούμενους τύπους γραφημάτων.</a:t>
            </a:r>
          </a:p>
        </p:txBody>
      </p:sp>
    </p:spTree>
    <p:extLst>
      <p:ext uri="{BB962C8B-B14F-4D97-AF65-F5344CB8AC3E}">
        <p14:creationId xmlns:p14="http://schemas.microsoft.com/office/powerpoint/2010/main" val="608684808"/>
      </p:ext>
    </p:extLst>
  </p:cSld>
</p:sld>
</file>

<file path=ppt/theme/theme1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ed Viole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2026-09-12T06:52:52.3500000Z</dcterms:created>
  <dcterms:modified xsi:type="dcterms:W3CDTF">2026-09-12T06:52:52.3500000Z</dcterms:modified>
</coreProperties>
</file>