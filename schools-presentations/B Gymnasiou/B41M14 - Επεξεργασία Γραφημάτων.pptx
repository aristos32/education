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d4ffb2ecc34b27" /><Relationship Type="http://schemas.openxmlformats.org/officeDocument/2006/relationships/extended-properties" Target="/docProps/app.xml" Id="R37374bfbf25b4fb6" /><Relationship Type="http://schemas.openxmlformats.org/officeDocument/2006/relationships/officeDocument" Target="/ppt/presentation.xml" Id="R3687c30da3674b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1a7cbcff884b16"/>
  </p:sldMasterIdLst>
  <p:notesMasterIdLst>
    <p:notesMasterId xmlns:r="http://schemas.openxmlformats.org/officeDocument/2006/relationships" r:id="R5b027bb7a4db47c1"/>
  </p:notesMasterIdLst>
  <p:sldIdLst>
    <p:sldId xmlns:r="http://schemas.openxmlformats.org/officeDocument/2006/relationships" id="256" r:id="R589ad15b78c84c34"/>
    <p:sldId xmlns:r="http://schemas.openxmlformats.org/officeDocument/2006/relationships" id="257" r:id="R88d54512797e4ab6"/>
    <p:sldId xmlns:r="http://schemas.openxmlformats.org/officeDocument/2006/relationships" id="258" r:id="Rb57c744838cf449f"/>
    <p:sldId xmlns:r="http://schemas.openxmlformats.org/officeDocument/2006/relationships" id="259" r:id="R8765485fec7a4471"/>
    <p:sldId xmlns:r="http://schemas.openxmlformats.org/officeDocument/2006/relationships" id="260" r:id="R160e378abc6e4cdc"/>
    <p:sldId xmlns:r="http://schemas.openxmlformats.org/officeDocument/2006/relationships" id="261" r:id="Rd3049c33f1504855"/>
    <p:sldId xmlns:r="http://schemas.openxmlformats.org/officeDocument/2006/relationships" id="262" r:id="R529262fdb28a44eb"/>
    <p:sldId xmlns:r="http://schemas.openxmlformats.org/officeDocument/2006/relationships" id="263" r:id="R9294b9da95e04a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180ee641f948cd" /><Relationship Type="http://schemas.openxmlformats.org/officeDocument/2006/relationships/slideMaster" Target="/ppt/slideMasters/slideMaster1.xml" Id="Rc31a7cbcff884b16" /><Relationship Type="http://schemas.openxmlformats.org/officeDocument/2006/relationships/notesMaster" Target="/ppt/notesMasters/notesMaster1.xml" Id="R5b027bb7a4db47c1" /><Relationship Type="http://schemas.openxmlformats.org/officeDocument/2006/relationships/presProps" Target="/ppt/presProps.xml" Id="Rdf98ccab094e46b0" /><Relationship Type="http://schemas.openxmlformats.org/officeDocument/2006/relationships/viewProps" Target="/ppt/viewProps.xml" Id="R093666d9321944dc" /><Relationship Type="http://schemas.openxmlformats.org/officeDocument/2006/relationships/tableStyles" Target="/ppt/tableStyles.xml" Id="Re3059259e5f64ede" /><Relationship Type="http://schemas.openxmlformats.org/officeDocument/2006/relationships/slide" Target="/ppt/slides/slide1.xml" Id="R589ad15b78c84c34" /><Relationship Type="http://schemas.openxmlformats.org/officeDocument/2006/relationships/slide" Target="/ppt/slides/slide2.xml" Id="R88d54512797e4ab6" /><Relationship Type="http://schemas.openxmlformats.org/officeDocument/2006/relationships/slide" Target="/ppt/slides/slide3.xml" Id="Rb57c744838cf449f" /><Relationship Type="http://schemas.openxmlformats.org/officeDocument/2006/relationships/slide" Target="/ppt/slides/slide4.xml" Id="R8765485fec7a4471" /><Relationship Type="http://schemas.openxmlformats.org/officeDocument/2006/relationships/slide" Target="/ppt/slides/slide5.xml" Id="R160e378abc6e4cdc" /><Relationship Type="http://schemas.openxmlformats.org/officeDocument/2006/relationships/slide" Target="/ppt/slides/slide6.xml" Id="Rd3049c33f1504855" /><Relationship Type="http://schemas.openxmlformats.org/officeDocument/2006/relationships/slide" Target="/ppt/slides/slide7.xml" Id="R529262fdb28a44eb" /><Relationship Type="http://schemas.openxmlformats.org/officeDocument/2006/relationships/slide" Target="/ppt/slides/slide8.xml" Id="R9294b9da95e04a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290e64dc4e43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27462d48ff436a" /><Relationship Type="http://schemas.openxmlformats.org/officeDocument/2006/relationships/notesMaster" Target="/ppt/notesMasters/notesMaster1.xml" Id="Rd9760afc16c044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f3927425c545d7" /><Relationship Type="http://schemas.openxmlformats.org/officeDocument/2006/relationships/notesMaster" Target="/ppt/notesMasters/notesMaster1.xml" Id="R1b06213d7836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7e7cc20e0a4a0b" /><Relationship Type="http://schemas.openxmlformats.org/officeDocument/2006/relationships/notesMaster" Target="/ppt/notesMasters/notesMaster1.xml" Id="R4d603b77440b47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3753add71b4116" /><Relationship Type="http://schemas.openxmlformats.org/officeDocument/2006/relationships/notesMaster" Target="/ppt/notesMasters/notesMaster1.xml" Id="R028d136b63154b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d8328b26eb494e" /><Relationship Type="http://schemas.openxmlformats.org/officeDocument/2006/relationships/notesMaster" Target="/ppt/notesMasters/notesMaster1.xml" Id="R1d2e28e5200b4b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0072bc51cf4895" /><Relationship Type="http://schemas.openxmlformats.org/officeDocument/2006/relationships/notesMaster" Target="/ppt/notesMasters/notesMaster1.xml" Id="R0cd27482bae84d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6ac36b923f4d24" /><Relationship Type="http://schemas.openxmlformats.org/officeDocument/2006/relationships/notesMaster" Target="/ppt/notesMasters/notesMaster1.xml" Id="R435af12ccb1d47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52bd32a4c94351" /><Relationship Type="http://schemas.openxmlformats.org/officeDocument/2006/relationships/notesMaster" Target="/ppt/notesMasters/notesMaster1.xml" Id="R170bba8e20094e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2d9b99d0546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679f787b74b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ca3b0dd6f47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8c8b414a443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eeab3aaed42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bb0ab6922840b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93eb8a7264ff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c3840ef4e2454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de4ef897b475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3add8640a4b8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eb845f9c4437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61e1148d4242ba" /><Relationship Type="http://schemas.openxmlformats.org/officeDocument/2006/relationships/slideLayout" Target="/ppt/slideLayouts/slideLayout1.xml" Id="Rbd90683fe2a642b5" /><Relationship Type="http://schemas.openxmlformats.org/officeDocument/2006/relationships/slideLayout" Target="/ppt/slideLayouts/slideLayout2.xml" Id="R7671e59a28fa48ab" /><Relationship Type="http://schemas.openxmlformats.org/officeDocument/2006/relationships/slideLayout" Target="/ppt/slideLayouts/slideLayout3.xml" Id="R5220b528cc6e4a73" /><Relationship Type="http://schemas.openxmlformats.org/officeDocument/2006/relationships/slideLayout" Target="/ppt/slideLayouts/slideLayout4.xml" Id="Rf809ceeccc10458a" /><Relationship Type="http://schemas.openxmlformats.org/officeDocument/2006/relationships/slideLayout" Target="/ppt/slideLayouts/slideLayout5.xml" Id="R44d0aea7e53243fd" /><Relationship Type="http://schemas.openxmlformats.org/officeDocument/2006/relationships/slideLayout" Target="/ppt/slideLayouts/slideLayout6.xml" Id="R48071a4d462e4532" /><Relationship Type="http://schemas.openxmlformats.org/officeDocument/2006/relationships/slideLayout" Target="/ppt/slideLayouts/slideLayout7.xml" Id="Rdcd58cde93bf4e2d" /><Relationship Type="http://schemas.openxmlformats.org/officeDocument/2006/relationships/slideLayout" Target="/ppt/slideLayouts/slideLayout8.xml" Id="Rebdf60c02872498e" /><Relationship Type="http://schemas.openxmlformats.org/officeDocument/2006/relationships/slideLayout" Target="/ppt/slideLayouts/slideLayout9.xml" Id="Re19cc745749445af" /><Relationship Type="http://schemas.openxmlformats.org/officeDocument/2006/relationships/slideLayout" Target="/ppt/slideLayouts/slideLayout10.xml" Id="Ra5d2f3b2285b401f" /><Relationship Type="http://schemas.openxmlformats.org/officeDocument/2006/relationships/slideLayout" Target="/ppt/slideLayouts/slideLayout11.xml" Id="R68adb779a9ee443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90683fe2a642b5"/>
    <p:sldLayoutId xmlns:r="http://schemas.openxmlformats.org/officeDocument/2006/relationships" id="2147483650" r:id="R7671e59a28fa48ab"/>
    <p:sldLayoutId xmlns:r="http://schemas.openxmlformats.org/officeDocument/2006/relationships" id="2147483651" r:id="R5220b528cc6e4a73"/>
    <p:sldLayoutId xmlns:r="http://schemas.openxmlformats.org/officeDocument/2006/relationships" id="2147483652" r:id="Rf809ceeccc10458a"/>
    <p:sldLayoutId xmlns:r="http://schemas.openxmlformats.org/officeDocument/2006/relationships" id="2147483653" r:id="R44d0aea7e53243fd"/>
    <p:sldLayoutId xmlns:r="http://schemas.openxmlformats.org/officeDocument/2006/relationships" id="2147483654" r:id="R48071a4d462e4532"/>
    <p:sldLayoutId xmlns:r="http://schemas.openxmlformats.org/officeDocument/2006/relationships" id="2147483655" r:id="Rdcd58cde93bf4e2d"/>
    <p:sldLayoutId xmlns:r="http://schemas.openxmlformats.org/officeDocument/2006/relationships" id="2147483656" r:id="Rebdf60c02872498e"/>
    <p:sldLayoutId xmlns:r="http://schemas.openxmlformats.org/officeDocument/2006/relationships" id="2147483657" r:id="Re19cc745749445af"/>
    <p:sldLayoutId xmlns:r="http://schemas.openxmlformats.org/officeDocument/2006/relationships" id="2147483658" r:id="Ra5d2f3b2285b401f"/>
    <p:sldLayoutId xmlns:r="http://schemas.openxmlformats.org/officeDocument/2006/relationships" id="2147483659" r:id="R68adb779a9ee443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5e8f98e844226" /><Relationship Type="http://schemas.openxmlformats.org/officeDocument/2006/relationships/notesSlide" Target="/ppt/notesSlides/notesSlide1.xml" Id="R5b1793e7d6aa4f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358111e01a4cf6" /><Relationship Type="http://schemas.openxmlformats.org/officeDocument/2006/relationships/image" Target="/ppt/media/image.png" Id="R93aec16efaf244be" /><Relationship Type="http://schemas.openxmlformats.org/officeDocument/2006/relationships/notesSlide" Target="/ppt/notesSlides/notesSlide2.xml" Id="R60c3f24014f84d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b51c425f7641ba" /><Relationship Type="http://schemas.openxmlformats.org/officeDocument/2006/relationships/image" Target="/ppt/media/image2.png" Id="R8992bb46ae2946eb" /><Relationship Type="http://schemas.openxmlformats.org/officeDocument/2006/relationships/notesSlide" Target="/ppt/notesSlides/notesSlide3.xml" Id="Rb0b1e405925841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8a2e96a27e4962" /><Relationship Type="http://schemas.openxmlformats.org/officeDocument/2006/relationships/image" Target="/ppt/media/image3.png" Id="R066379d9feb34961" /><Relationship Type="http://schemas.openxmlformats.org/officeDocument/2006/relationships/notesSlide" Target="/ppt/notesSlides/notesSlide4.xml" Id="R5f9cc36a2db545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dcf700bcd54bf3" /><Relationship Type="http://schemas.openxmlformats.org/officeDocument/2006/relationships/image" Target="/ppt/media/image4.png" Id="Rf0b846b9e8664c86" /><Relationship Type="http://schemas.openxmlformats.org/officeDocument/2006/relationships/notesSlide" Target="/ppt/notesSlides/notesSlide5.xml" Id="Rfdf993704a9945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9a946689d44d9e" /><Relationship Type="http://schemas.openxmlformats.org/officeDocument/2006/relationships/image" Target="/ppt/media/image5.png" Id="Rd29c86b229124d3e" /><Relationship Type="http://schemas.openxmlformats.org/officeDocument/2006/relationships/notesSlide" Target="/ppt/notesSlides/notesSlide6.xml" Id="R08fbd8df1b4a45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86d92fadd1466d" /><Relationship Type="http://schemas.openxmlformats.org/officeDocument/2006/relationships/notesSlide" Target="/ppt/notesSlides/notesSlide7.xml" Id="R8b694c34e60c45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f3238f1c5348b4" /><Relationship Type="http://schemas.openxmlformats.org/officeDocument/2006/relationships/notesSlide" Target="/ppt/notesSlides/notesSlide8.xml" Id="Ra5d2e1a6720f47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Επεξεργασία Γραφημάτων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0A1B4-C1B7-4BC8-A360-F9546233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Επιλογή στοιχείου γραφήματος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F416A-C392-4E01-83D6-57FF78C1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Κάνουμε κλικ στο γράφημα και μετά στο στοιχείο που θέλουμε να αλλάξουμε: τίτλο, σειρά δεδομένων, περιοχή σχεδίασης ή υπόμνημα.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ec16efaf244be"/>
          <a:stretch xmlns:a="http://schemas.openxmlformats.org/drawingml/2006/main"/>
        </p:blipFill>
        <p:spPr>
          <a:xfrm xmlns:a="http://schemas.openxmlformats.org/drawingml/2006/main">
            <a:off x="6762750" y="1928446"/>
            <a:ext cx="4191000" cy="31916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BC92C-F32E-40E5-B6C5-DFD364AB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Τίτλος και ετικέτες δεδομένων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6316F-F96C-4B6F-A5C8-277B23C9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 Chart Tools προσθέτουμε Chart Title και Data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Για αλλαγή τίτλου κάνουμε κλικ στο πλαίσιο και γράφουμε νέο κείμενο.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Για διαγραφή επιλέγουμε το στοιχείο και πατάμε Delete.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2bb46ae2946eb"/>
          <a:stretch xmlns:a="http://schemas.openxmlformats.org/drawingml/2006/main"/>
        </p:blipFill>
        <p:spPr>
          <a:xfrm xmlns:a="http://schemas.openxmlformats.org/drawingml/2006/main">
            <a:off x="6762750" y="2365037"/>
            <a:ext cx="4191000" cy="23184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EFFEE-D314-4E55-B09D-7478F215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Χρώματα γραφήματος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5BEF7-A80F-494E-BEED-124C857A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τη σειρά, τη ράβδο, τη γραμμή ή το τμήμα πίτας.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 Format αλλάζουμε Shape Fill.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 τον ίδιο τρόπο αλλάζουμε Chart Area, Plot Area και Legend.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379d9feb34961"/>
          <a:stretch xmlns:a="http://schemas.openxmlformats.org/drawingml/2006/main"/>
        </p:blipFill>
        <p:spPr>
          <a:xfrm xmlns:a="http://schemas.openxmlformats.org/drawingml/2006/main">
            <a:off x="6762750" y="2988192"/>
            <a:ext cx="4191000" cy="10721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2AC93-28CD-429E-AC7D-EE9C957B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Μορφοποίηση κειμένου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13DD7-D46B-44D6-8207-794E0C12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τίτλο, άξονα ή υπόμνημα.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 Home &gt; Font αλλάζουμε: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Γραμματοσειρά και μέγεθος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Χρώμα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Έντονη γραφή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846b9e8664c86"/>
          <a:stretch xmlns:a="http://schemas.openxmlformats.org/drawingml/2006/main"/>
        </p:blipFill>
        <p:spPr>
          <a:xfrm xmlns:a="http://schemas.openxmlformats.org/drawingml/2006/main">
            <a:off x="6762750" y="2944063"/>
            <a:ext cx="4191000" cy="1160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D0173-18C8-437D-8C52-80D693C3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Υπόμνημα γραφήματος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4FFFC-5869-4E2F-B2F2-9308C067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 Legend εξηγεί τις σειρές δεδομένων.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Μπορούμε να το προσθέσουμε, να το μετακινήσουμε δεξιά ή σε άλλη θέση και να το διαγράψουμε από τα στοιχεία γραφήματος.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c86b229124d3e"/>
          <a:stretch xmlns:a="http://schemas.openxmlformats.org/drawingml/2006/main"/>
        </p:blipFill>
        <p:spPr>
          <a:xfrm xmlns:a="http://schemas.openxmlformats.org/drawingml/2006/main">
            <a:off x="6762750" y="2365037"/>
            <a:ext cx="4191000" cy="23184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D5E43-D8CC-4492-B85A-D0E37374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43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A6E5A-A192-4EE4-ADA9-9CC8BEAD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56AF1-C85C-4434-818C-71E54D79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51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1–12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Γραφήματα2.xlsx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F87E1-BCEE-41B6-984A-FFB358B5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Τίτλος, χρώματα, ετικέτες και υπόμνημα.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857D5-1775-4401-A999-E18CFAA9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907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42EED-616A-4D44-8615-906411C5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9C68F-F663-4C78-AF38-889C6D26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51–52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13–25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Γραφήματα2.xlsx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C5EE9-C74F-46C5-B46A-B09F745E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Μορφοποίησε γράφημα πίτας και τα επιμέρους στοιχεία του.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2026-09-12T06:34:26.5170000Z</dcterms:created>
  <dcterms:modified xsi:type="dcterms:W3CDTF">2026-09-12T06:34:26.5170000Z</dcterms:modified>
</coreProperties>
</file>