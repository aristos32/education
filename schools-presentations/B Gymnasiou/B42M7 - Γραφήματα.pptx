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80a4f8ab3458c" /><Relationship Type="http://schemas.openxmlformats.org/officeDocument/2006/relationships/extended-properties" Target="/docProps/app.xml" Id="Raa3e972b820e4aca" /><Relationship Type="http://schemas.openxmlformats.org/officeDocument/2006/relationships/officeDocument" Target="/ppt/presentation.xml" Id="R74cb12689daf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30bb5fdb742e5"/>
  </p:sldMasterIdLst>
  <p:notesMasterIdLst>
    <p:notesMasterId xmlns:r="http://schemas.openxmlformats.org/officeDocument/2006/relationships" r:id="R3c2e09093a174cb3"/>
  </p:notesMasterIdLst>
  <p:sldIdLst>
    <p:sldId xmlns:r="http://schemas.openxmlformats.org/officeDocument/2006/relationships" id="256" r:id="R8d449f3097484ed3"/>
    <p:sldId xmlns:r="http://schemas.openxmlformats.org/officeDocument/2006/relationships" id="257" r:id="R38e685b64a264d78"/>
    <p:sldId xmlns:r="http://schemas.openxmlformats.org/officeDocument/2006/relationships" id="258" r:id="Rf71043eb8ab644e5"/>
    <p:sldId xmlns:r="http://schemas.openxmlformats.org/officeDocument/2006/relationships" id="259" r:id="R598704fd8924483d"/>
    <p:sldId xmlns:r="http://schemas.openxmlformats.org/officeDocument/2006/relationships" id="260" r:id="Rb1fa671e30f84f38"/>
    <p:sldId xmlns:r="http://schemas.openxmlformats.org/officeDocument/2006/relationships" id="261" r:id="R4e82a580802c4abd"/>
    <p:sldId xmlns:r="http://schemas.openxmlformats.org/officeDocument/2006/relationships" id="262" r:id="Rf4881493c54a475c"/>
    <p:sldId xmlns:r="http://schemas.openxmlformats.org/officeDocument/2006/relationships" id="263" r:id="Rcc43c5679c8147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84f55f46c04544" /><Relationship Type="http://schemas.openxmlformats.org/officeDocument/2006/relationships/slideMaster" Target="/ppt/slideMasters/slideMaster1.xml" Id="R2ce30bb5fdb742e5" /><Relationship Type="http://schemas.openxmlformats.org/officeDocument/2006/relationships/notesMaster" Target="/ppt/notesMasters/notesMaster1.xml" Id="R3c2e09093a174cb3" /><Relationship Type="http://schemas.openxmlformats.org/officeDocument/2006/relationships/presProps" Target="/ppt/presProps.xml" Id="R98b93481bc024a87" /><Relationship Type="http://schemas.openxmlformats.org/officeDocument/2006/relationships/viewProps" Target="/ppt/viewProps.xml" Id="R6edc3575a8284cc4" /><Relationship Type="http://schemas.openxmlformats.org/officeDocument/2006/relationships/tableStyles" Target="/ppt/tableStyles.xml" Id="R4496ea54c70a48cd" /><Relationship Type="http://schemas.openxmlformats.org/officeDocument/2006/relationships/slide" Target="/ppt/slides/slide1.xml" Id="R8d449f3097484ed3" /><Relationship Type="http://schemas.openxmlformats.org/officeDocument/2006/relationships/slide" Target="/ppt/slides/slide2.xml" Id="R38e685b64a264d78" /><Relationship Type="http://schemas.openxmlformats.org/officeDocument/2006/relationships/slide" Target="/ppt/slides/slide3.xml" Id="Rf71043eb8ab644e5" /><Relationship Type="http://schemas.openxmlformats.org/officeDocument/2006/relationships/slide" Target="/ppt/slides/slide4.xml" Id="R598704fd8924483d" /><Relationship Type="http://schemas.openxmlformats.org/officeDocument/2006/relationships/slide" Target="/ppt/slides/slide5.xml" Id="Rb1fa671e30f84f38" /><Relationship Type="http://schemas.openxmlformats.org/officeDocument/2006/relationships/slide" Target="/ppt/slides/slide6.xml" Id="R4e82a580802c4abd" /><Relationship Type="http://schemas.openxmlformats.org/officeDocument/2006/relationships/slide" Target="/ppt/slides/slide7.xml" Id="Rf4881493c54a475c" /><Relationship Type="http://schemas.openxmlformats.org/officeDocument/2006/relationships/slide" Target="/ppt/slides/slide8.xml" Id="Rcc43c5679c81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666d3daab1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b4def13934be0" /><Relationship Type="http://schemas.openxmlformats.org/officeDocument/2006/relationships/notesMaster" Target="/ppt/notesMasters/notesMaster1.xml" Id="R76c13aec294e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c977ec8ef4dda" /><Relationship Type="http://schemas.openxmlformats.org/officeDocument/2006/relationships/notesMaster" Target="/ppt/notesMasters/notesMaster1.xml" Id="Rbc8538c7a33e4d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bb6c6f3a3c4308" /><Relationship Type="http://schemas.openxmlformats.org/officeDocument/2006/relationships/notesMaster" Target="/ppt/notesMasters/notesMaster1.xml" Id="Rc904c3e8a77f4b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39f96b8f7e48df" /><Relationship Type="http://schemas.openxmlformats.org/officeDocument/2006/relationships/notesMaster" Target="/ppt/notesMasters/notesMaster1.xml" Id="R107c1c30f51d41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4993af8b664a61" /><Relationship Type="http://schemas.openxmlformats.org/officeDocument/2006/relationships/notesMaster" Target="/ppt/notesMasters/notesMaster1.xml" Id="R3fce9fd5c9b1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7994c8d6094dcd" /><Relationship Type="http://schemas.openxmlformats.org/officeDocument/2006/relationships/notesMaster" Target="/ppt/notesMasters/notesMaster1.xml" Id="Rb6b129bb317a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b3df063bd42f4" /><Relationship Type="http://schemas.openxmlformats.org/officeDocument/2006/relationships/notesMaster" Target="/ppt/notesMasters/notesMaster1.xml" Id="R67ccecab68c8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2b778198504705" /><Relationship Type="http://schemas.openxmlformats.org/officeDocument/2006/relationships/notesMaster" Target="/ppt/notesMasters/notesMaster1.xml" Id="R3cf68afe673c45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d5f8195064c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d26fe1a4d47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f34f4f65f4c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298dd7eed44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d5f65a0c74b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40b01069c48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b6cf7d2b046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08002562b4f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7035733f243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8330ed3e540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079a3000b490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7280886b44033" /><Relationship Type="http://schemas.openxmlformats.org/officeDocument/2006/relationships/slideLayout" Target="/ppt/slideLayouts/slideLayout1.xml" Id="R7162262539b74847" /><Relationship Type="http://schemas.openxmlformats.org/officeDocument/2006/relationships/slideLayout" Target="/ppt/slideLayouts/slideLayout2.xml" Id="R89e9b227a88e4932" /><Relationship Type="http://schemas.openxmlformats.org/officeDocument/2006/relationships/slideLayout" Target="/ppt/slideLayouts/slideLayout3.xml" Id="R1811498b8eae48e6" /><Relationship Type="http://schemas.openxmlformats.org/officeDocument/2006/relationships/slideLayout" Target="/ppt/slideLayouts/slideLayout4.xml" Id="Re3a053e214d04fdb" /><Relationship Type="http://schemas.openxmlformats.org/officeDocument/2006/relationships/slideLayout" Target="/ppt/slideLayouts/slideLayout5.xml" Id="R05f052cd6eb24efe" /><Relationship Type="http://schemas.openxmlformats.org/officeDocument/2006/relationships/slideLayout" Target="/ppt/slideLayouts/slideLayout6.xml" Id="R62dfa67563a84836" /><Relationship Type="http://schemas.openxmlformats.org/officeDocument/2006/relationships/slideLayout" Target="/ppt/slideLayouts/slideLayout7.xml" Id="R99f846c85fa647e8" /><Relationship Type="http://schemas.openxmlformats.org/officeDocument/2006/relationships/slideLayout" Target="/ppt/slideLayouts/slideLayout8.xml" Id="Rda38d83e5b504c8f" /><Relationship Type="http://schemas.openxmlformats.org/officeDocument/2006/relationships/slideLayout" Target="/ppt/slideLayouts/slideLayout9.xml" Id="Rafb5f791bc7e49de" /><Relationship Type="http://schemas.openxmlformats.org/officeDocument/2006/relationships/slideLayout" Target="/ppt/slideLayouts/slideLayout10.xml" Id="Rf2fa8d2ec56641f2" /><Relationship Type="http://schemas.openxmlformats.org/officeDocument/2006/relationships/slideLayout" Target="/ppt/slideLayouts/slideLayout11.xml" Id="R8f91e48e35cb42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2262539b74847"/>
    <p:sldLayoutId xmlns:r="http://schemas.openxmlformats.org/officeDocument/2006/relationships" id="2147483650" r:id="R89e9b227a88e4932"/>
    <p:sldLayoutId xmlns:r="http://schemas.openxmlformats.org/officeDocument/2006/relationships" id="2147483651" r:id="R1811498b8eae48e6"/>
    <p:sldLayoutId xmlns:r="http://schemas.openxmlformats.org/officeDocument/2006/relationships" id="2147483652" r:id="Re3a053e214d04fdb"/>
    <p:sldLayoutId xmlns:r="http://schemas.openxmlformats.org/officeDocument/2006/relationships" id="2147483653" r:id="R05f052cd6eb24efe"/>
    <p:sldLayoutId xmlns:r="http://schemas.openxmlformats.org/officeDocument/2006/relationships" id="2147483654" r:id="R62dfa67563a84836"/>
    <p:sldLayoutId xmlns:r="http://schemas.openxmlformats.org/officeDocument/2006/relationships" id="2147483655" r:id="R99f846c85fa647e8"/>
    <p:sldLayoutId xmlns:r="http://schemas.openxmlformats.org/officeDocument/2006/relationships" id="2147483656" r:id="Rda38d83e5b504c8f"/>
    <p:sldLayoutId xmlns:r="http://schemas.openxmlformats.org/officeDocument/2006/relationships" id="2147483657" r:id="Rafb5f791bc7e49de"/>
    <p:sldLayoutId xmlns:r="http://schemas.openxmlformats.org/officeDocument/2006/relationships" id="2147483658" r:id="Rf2fa8d2ec56641f2"/>
    <p:sldLayoutId xmlns:r="http://schemas.openxmlformats.org/officeDocument/2006/relationships" id="2147483659" r:id="R8f91e48e35cb428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dd9ea055e4f66" /><Relationship Type="http://schemas.openxmlformats.org/officeDocument/2006/relationships/notesSlide" Target="/ppt/notesSlides/notesSlide1.xml" Id="R9202c4a1af3b4d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8c890b4924d67" /><Relationship Type="http://schemas.openxmlformats.org/officeDocument/2006/relationships/image" Target="/ppt/media/image.png" Id="R836f6a91bdfd4952" /><Relationship Type="http://schemas.openxmlformats.org/officeDocument/2006/relationships/notesSlide" Target="/ppt/notesSlides/notesSlide2.xml" Id="R88e173b8708345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08fc3d6c546e0" /><Relationship Type="http://schemas.openxmlformats.org/officeDocument/2006/relationships/image" Target="/ppt/media/image2.png" Id="R301a4134ed46447e" /><Relationship Type="http://schemas.openxmlformats.org/officeDocument/2006/relationships/notesSlide" Target="/ppt/notesSlides/notesSlide3.xml" Id="R9f3cb3ca256e44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3d7dbb6a584b5e" /><Relationship Type="http://schemas.openxmlformats.org/officeDocument/2006/relationships/image" Target="/ppt/media/image3.png" Id="Rb29c8c25961a4634" /><Relationship Type="http://schemas.openxmlformats.org/officeDocument/2006/relationships/notesSlide" Target="/ppt/notesSlides/notesSlide4.xml" Id="R77473fa9a6b3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7ce12586c346cd" /><Relationship Type="http://schemas.openxmlformats.org/officeDocument/2006/relationships/image" Target="/ppt/media/image4.png" Id="Racfa5200f5c04725" /><Relationship Type="http://schemas.openxmlformats.org/officeDocument/2006/relationships/notesSlide" Target="/ppt/notesSlides/notesSlide5.xml" Id="R33d7c3e6345a45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612fadb7cb410a" /><Relationship Type="http://schemas.openxmlformats.org/officeDocument/2006/relationships/image" Target="/ppt/media/image5.png" Id="R3d413410644c42d3" /><Relationship Type="http://schemas.openxmlformats.org/officeDocument/2006/relationships/notesSlide" Target="/ppt/notesSlides/notesSlide6.xml" Id="Rd0ca60de60924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8604b70414244" /><Relationship Type="http://schemas.openxmlformats.org/officeDocument/2006/relationships/notesSlide" Target="/ppt/notesSlides/notesSlide7.xml" Id="Rf990058901f9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4d0f3f96945b5" /><Relationship Type="http://schemas.openxmlformats.org/officeDocument/2006/relationships/notesSlide" Target="/ppt/notesSlides/notesSlide8.xml" Id="Rbbd408869312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Γραφημάτων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A20A1-A6BF-451A-9730-8D6C22D9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Ετικέτες δεδομένων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785AC-E68F-44D0-B23E-94177AA2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Elements &gt; Data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θέση εμφάνισης, όπως Center, Inside End ή Outside End.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f6a91bdfd4952"/>
          <a:stretch xmlns:a="http://schemas.openxmlformats.org/drawingml/2006/main"/>
        </p:blipFill>
        <p:spPr>
          <a:xfrm xmlns:a="http://schemas.openxmlformats.org/drawingml/2006/main">
            <a:off x="6762750" y="1759360"/>
            <a:ext cx="4191000" cy="33392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45AD-C1FD-41E8-9FCA-6958F98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Τίτλοι και υπόμνημα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00BD-B0D9-4904-A319-D909C9C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Chart Elements ενεργοποιούμε Chart Title, Axis Titles και Legend.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κλικ στο πλαίσιο τίτλου για αλλαγή κειμένου.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a4134ed46447e"/>
          <a:stretch xmlns:a="http://schemas.openxmlformats.org/drawingml/2006/main"/>
        </p:blipFill>
        <p:spPr>
          <a:xfrm xmlns:a="http://schemas.openxmlformats.org/drawingml/2006/main">
            <a:off x="7255648" y="1571625"/>
            <a:ext cx="3205205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F4105-E192-4E9C-8E31-F0BB6AB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Χρώμα σειράς δεδομένων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E1450-16A3-4F2E-B0A3-4E814BCC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μία σειρά ή ένα τμήμα πίτας.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Chart Format &gt; Shape Fill για γέμισμα και Shape Outline για περίγραμμα.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c8c25961a4634"/>
          <a:stretch xmlns:a="http://schemas.openxmlformats.org/drawingml/2006/main"/>
        </p:blipFill>
        <p:spPr>
          <a:xfrm xmlns:a="http://schemas.openxmlformats.org/drawingml/2006/main">
            <a:off x="6762750" y="2893483"/>
            <a:ext cx="4191000" cy="10710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C7DB6-F277-4374-8FEB-0187EE0B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 κειμένου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F141-485D-4A7C-8D64-489BB83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τίτλο, άξονα, ετικέτα ή υπόμνημα.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Home &gt; Font αλλάζουμε γραμματοσειρά, μέγεθος, χρώμα και έντονη γραφή.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a5200f5c04725"/>
          <a:stretch xmlns:a="http://schemas.openxmlformats.org/drawingml/2006/main"/>
        </p:blipFill>
        <p:spPr>
          <a:xfrm xmlns:a="http://schemas.openxmlformats.org/drawingml/2006/main">
            <a:off x="6762750" y="2687515"/>
            <a:ext cx="4191000" cy="14829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A842B-B0A2-4D17-A79B-B0CB6943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στοιχείων γραφήματος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B970-2C3C-49F2-8502-B36BDEA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 Chart Design &gt; Add Chart Element προσθέτουμε στοιχεία.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αφαίρεση επιλέγουμε το στοιχείο και πατάμε Delete.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13410644c42d3"/>
          <a:stretch xmlns:a="http://schemas.openxmlformats.org/drawingml/2006/main"/>
        </p:blipFill>
        <p:spPr>
          <a:xfrm xmlns:a="http://schemas.openxmlformats.org/drawingml/2006/main">
            <a:off x="6762750" y="2278013"/>
            <a:ext cx="4191000" cy="2301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2E599-4B49-47D3-8E5D-3569A74A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B5E26-1C57-404A-A55F-BDBF6D59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7E2A3-E4BC-481C-A06D-E07BC4B4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87-88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Chart1.pptx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F704-3DA4-483E-95E9-FD9A070D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Ετικέτες, τίτλοι, χρώματα και μορφοποίηση γραφήματος.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73340-28D2-4954-93AE-85325AC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3C140-09CB-4B09-9328-72AEA77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17DB-94E4-496A-AE38-F6ADCAD4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88-89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8-13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Chart2.pptx, Chart3.pptx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AD28D-C843-408A-9B8F-1490688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τις ζητούμενες αλλαγές στα γραφήματα.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2026-09-12T06:56:39.6060000Z</dcterms:created>
  <dcterms:modified xsi:type="dcterms:W3CDTF">2026-09-12T06:56:39.6060000Z</dcterms:modified>
</coreProperties>
</file>