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0" r:id="rId8"/>
  </p:sldIdLst>
  <p:sldSz cx="12192000" cy="6858000"/>
  <p:notesSz cx="6858000" cy="9144000"/>
  <p:defaultTextStyle>
    <a:defPPr>
      <a:defRPr lang="en-C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7862B2-3969-4282-9561-261C6068E8E4}" v="46" dt="2026-09-05T07:02:07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BB7862B2-3969-4282-9561-261C6068E8E4}"/>
    <pc:docChg chg="custSel addSld delSld modSld">
      <pc:chgData name="Άριστος Αρέστη" userId="813aa191-2d4c-464f-9d05-0a7e494d859f" providerId="ADAL" clId="{BB7862B2-3969-4282-9561-261C6068E8E4}" dt="2026-09-10T17:05:48.226" v="253" actId="20577"/>
      <pc:docMkLst>
        <pc:docMk/>
      </pc:docMkLst>
      <pc:sldChg chg="modSp">
        <pc:chgData name="Άριστος Αρέστη" userId="813aa191-2d4c-464f-9d05-0a7e494d859f" providerId="ADAL" clId="{BB7862B2-3969-4282-9561-261C6068E8E4}" dt="2026-09-05T06:22:20.991" v="35" actId="20577"/>
        <pc:sldMkLst>
          <pc:docMk/>
          <pc:sldMk cId="3019854637" sldId="256"/>
        </pc:sldMkLst>
        <pc:spChg chg="mod">
          <ac:chgData name="Άριστος Αρέστη" userId="813aa191-2d4c-464f-9d05-0a7e494d859f" providerId="ADAL" clId="{BB7862B2-3969-4282-9561-261C6068E8E4}" dt="2026-09-05T06:22:20.991" v="35" actId="20577"/>
          <ac:spMkLst>
            <pc:docMk/>
            <pc:sldMk cId="3019854637" sldId="256"/>
            <ac:spMk id="2" creationId="{36571B63-82A4-FC3D-9860-20F38F123861}"/>
          </ac:spMkLst>
        </pc:spChg>
      </pc:sldChg>
      <pc:sldChg chg="addSp delSp modSp mod">
        <pc:chgData name="Άριστος Αρέστη" userId="813aa191-2d4c-464f-9d05-0a7e494d859f" providerId="ADAL" clId="{BB7862B2-3969-4282-9561-261C6068E8E4}" dt="2026-09-10T17:05:48.226" v="253" actId="20577"/>
        <pc:sldMkLst>
          <pc:docMk/>
          <pc:sldMk cId="4279378956" sldId="257"/>
        </pc:sldMkLst>
        <pc:spChg chg="mod">
          <ac:chgData name="Άριστος Αρέστη" userId="813aa191-2d4c-464f-9d05-0a7e494d859f" providerId="ADAL" clId="{BB7862B2-3969-4282-9561-261C6068E8E4}" dt="2026-09-05T06:22:46.825" v="36"/>
          <ac:spMkLst>
            <pc:docMk/>
            <pc:sldMk cId="4279378956" sldId="257"/>
            <ac:spMk id="2" creationId="{657759B8-F883-AF39-A232-3F38E0FBC22C}"/>
          </ac:spMkLst>
        </pc:spChg>
        <pc:spChg chg="mod">
          <ac:chgData name="Άριστος Αρέστη" userId="813aa191-2d4c-464f-9d05-0a7e494d859f" providerId="ADAL" clId="{BB7862B2-3969-4282-9561-261C6068E8E4}" dt="2026-09-10T17:05:48.226" v="253" actId="20577"/>
          <ac:spMkLst>
            <pc:docMk/>
            <pc:sldMk cId="4279378956" sldId="257"/>
            <ac:spMk id="3" creationId="{602ECB2F-F3B9-B659-B9D7-CEF79378CD6B}"/>
          </ac:spMkLst>
        </pc:spChg>
        <pc:picChg chg="del">
          <ac:chgData name="Άριστος Αρέστη" userId="813aa191-2d4c-464f-9d05-0a7e494d859f" providerId="ADAL" clId="{BB7862B2-3969-4282-9561-261C6068E8E4}" dt="2026-09-05T06:27:49.065" v="47" actId="478"/>
          <ac:picMkLst>
            <pc:docMk/>
            <pc:sldMk cId="4279378956" sldId="257"/>
            <ac:picMk id="5" creationId="{447DEFFD-9218-392E-D0E2-4CC1939D9AAB}"/>
          </ac:picMkLst>
        </pc:picChg>
        <pc:picChg chg="add mod">
          <ac:chgData name="Άριστος Αρέστη" userId="813aa191-2d4c-464f-9d05-0a7e494d859f" providerId="ADAL" clId="{BB7862B2-3969-4282-9561-261C6068E8E4}" dt="2026-09-05T06:29:32.012" v="54" actId="14100"/>
          <ac:picMkLst>
            <pc:docMk/>
            <pc:sldMk cId="4279378956" sldId="257"/>
            <ac:picMk id="6" creationId="{049C7BF1-AF15-4EFA-335A-6B90F44B39B9}"/>
          </ac:picMkLst>
        </pc:picChg>
      </pc:sldChg>
      <pc:sldChg chg="del">
        <pc:chgData name="Άριστος Αρέστη" userId="813aa191-2d4c-464f-9d05-0a7e494d859f" providerId="ADAL" clId="{BB7862B2-3969-4282-9561-261C6068E8E4}" dt="2026-09-05T06:48:33.060" v="95" actId="47"/>
        <pc:sldMkLst>
          <pc:docMk/>
          <pc:sldMk cId="205878500" sldId="258"/>
        </pc:sldMkLst>
      </pc:sldChg>
      <pc:sldChg chg="del">
        <pc:chgData name="Άριστος Αρέστη" userId="813aa191-2d4c-464f-9d05-0a7e494d859f" providerId="ADAL" clId="{BB7862B2-3969-4282-9561-261C6068E8E4}" dt="2026-09-05T06:48:33.060" v="95" actId="47"/>
        <pc:sldMkLst>
          <pc:docMk/>
          <pc:sldMk cId="2052397070" sldId="259"/>
        </pc:sldMkLst>
      </pc:sldChg>
      <pc:sldChg chg="modSp mod">
        <pc:chgData name="Άριστος Αρέστη" userId="813aa191-2d4c-464f-9d05-0a7e494d859f" providerId="ADAL" clId="{BB7862B2-3969-4282-9561-261C6068E8E4}" dt="2026-09-10T13:54:40.140" v="249" actId="5793"/>
        <pc:sldMkLst>
          <pc:docMk/>
          <pc:sldMk cId="3815878654" sldId="260"/>
        </pc:sldMkLst>
        <pc:spChg chg="mod">
          <ac:chgData name="Άριστος Αρέστη" userId="813aa191-2d4c-464f-9d05-0a7e494d859f" providerId="ADAL" clId="{BB7862B2-3969-4282-9561-261C6068E8E4}" dt="2026-09-10T13:54:40.140" v="249" actId="5793"/>
          <ac:spMkLst>
            <pc:docMk/>
            <pc:sldMk cId="3815878654" sldId="260"/>
            <ac:spMk id="3" creationId="{7CB06FC5-E736-C4C3-A851-1BF6C398AE90}"/>
          </ac:spMkLst>
        </pc:spChg>
      </pc:sldChg>
      <pc:sldChg chg="del">
        <pc:chgData name="Άριστος Αρέστη" userId="813aa191-2d4c-464f-9d05-0a7e494d859f" providerId="ADAL" clId="{BB7862B2-3969-4282-9561-261C6068E8E4}" dt="2026-09-05T06:48:33.060" v="95" actId="47"/>
        <pc:sldMkLst>
          <pc:docMk/>
          <pc:sldMk cId="2311054826" sldId="261"/>
        </pc:sldMkLst>
      </pc:sldChg>
      <pc:sldChg chg="del">
        <pc:chgData name="Άριστος Αρέστη" userId="813aa191-2d4c-464f-9d05-0a7e494d859f" providerId="ADAL" clId="{BB7862B2-3969-4282-9561-261C6068E8E4}" dt="2026-09-05T06:48:33.060" v="95" actId="47"/>
        <pc:sldMkLst>
          <pc:docMk/>
          <pc:sldMk cId="1425835038" sldId="262"/>
        </pc:sldMkLst>
      </pc:sldChg>
      <pc:sldChg chg="del">
        <pc:chgData name="Άριστος Αρέστη" userId="813aa191-2d4c-464f-9d05-0a7e494d859f" providerId="ADAL" clId="{BB7862B2-3969-4282-9561-261C6068E8E4}" dt="2026-09-10T13:54:47.784" v="250" actId="47"/>
        <pc:sldMkLst>
          <pc:docMk/>
          <pc:sldMk cId="608684808" sldId="263"/>
        </pc:sldMkLst>
      </pc:sldChg>
      <pc:sldChg chg="addSp delSp modSp add mod setBg delDesignElem">
        <pc:chgData name="Άριστος Αρέστη" userId="813aa191-2d4c-464f-9d05-0a7e494d859f" providerId="ADAL" clId="{BB7862B2-3969-4282-9561-261C6068E8E4}" dt="2026-09-05T06:37:41.443" v="94" actId="14100"/>
        <pc:sldMkLst>
          <pc:docMk/>
          <pc:sldMk cId="2026847565" sldId="264"/>
        </pc:sldMkLst>
        <pc:spChg chg="mod">
          <ac:chgData name="Άριστος Αρέστη" userId="813aa191-2d4c-464f-9d05-0a7e494d859f" providerId="ADAL" clId="{BB7862B2-3969-4282-9561-261C6068E8E4}" dt="2026-09-05T06:37:41.443" v="94" actId="14100"/>
          <ac:spMkLst>
            <pc:docMk/>
            <pc:sldMk cId="2026847565" sldId="264"/>
            <ac:spMk id="2" creationId="{657759B8-F883-AF39-A232-3F38E0FBC22C}"/>
          </ac:spMkLst>
        </pc:spChg>
        <pc:spChg chg="del">
          <ac:chgData name="Άριστος Αρέστη" userId="813aa191-2d4c-464f-9d05-0a7e494d859f" providerId="ADAL" clId="{BB7862B2-3969-4282-9561-261C6068E8E4}" dt="2026-09-05T06:31:56.271" v="73" actId="478"/>
          <ac:spMkLst>
            <pc:docMk/>
            <pc:sldMk cId="2026847565" sldId="264"/>
            <ac:spMk id="3" creationId="{602ECB2F-F3B9-B659-B9D7-CEF79378CD6B}"/>
          </ac:spMkLst>
        </pc:spChg>
        <pc:spChg chg="add del mod">
          <ac:chgData name="Άριστος Αρέστη" userId="813aa191-2d4c-464f-9d05-0a7e494d859f" providerId="ADAL" clId="{BB7862B2-3969-4282-9561-261C6068E8E4}" dt="2026-09-05T06:31:58.885" v="74" actId="478"/>
          <ac:spMkLst>
            <pc:docMk/>
            <pc:sldMk cId="2026847565" sldId="264"/>
            <ac:spMk id="5" creationId="{82F71D2E-D222-AF84-6D2E-3CEE2BFDC7BF}"/>
          </ac:spMkLst>
        </pc:spChg>
        <pc:spChg chg="del">
          <ac:chgData name="Άριστος Αρέστη" userId="813aa191-2d4c-464f-9d05-0a7e494d859f" providerId="ADAL" clId="{BB7862B2-3969-4282-9561-261C6068E8E4}" dt="2026-09-05T06:31:27.725" v="56"/>
          <ac:spMkLst>
            <pc:docMk/>
            <pc:sldMk cId="2026847565" sldId="264"/>
            <ac:spMk id="10" creationId="{DBC6133C-0615-4CE4-9132-37E609A9BDFA}"/>
          </ac:spMkLst>
        </pc:spChg>
        <pc:spChg chg="del">
          <ac:chgData name="Άριστος Αρέστη" userId="813aa191-2d4c-464f-9d05-0a7e494d859f" providerId="ADAL" clId="{BB7862B2-3969-4282-9561-261C6068E8E4}" dt="2026-09-05T06:31:27.725" v="56"/>
          <ac:spMkLst>
            <pc:docMk/>
            <pc:sldMk cId="2026847565" sldId="264"/>
            <ac:spMk id="12" creationId="{169CC832-2974-4E8D-90ED-3E2941BA7336}"/>
          </ac:spMkLst>
        </pc:spChg>
        <pc:spChg chg="del">
          <ac:chgData name="Άριστος Αρέστη" userId="813aa191-2d4c-464f-9d05-0a7e494d859f" providerId="ADAL" clId="{BB7862B2-3969-4282-9561-261C6068E8E4}" dt="2026-09-05T06:31:27.725" v="56"/>
          <ac:spMkLst>
            <pc:docMk/>
            <pc:sldMk cId="2026847565" sldId="264"/>
            <ac:spMk id="14" creationId="{55222F96-971A-4F90-B841-6BAB416C7AC1}"/>
          </ac:spMkLst>
        </pc:spChg>
        <pc:spChg chg="del">
          <ac:chgData name="Άριστος Αρέστη" userId="813aa191-2d4c-464f-9d05-0a7e494d859f" providerId="ADAL" clId="{BB7862B2-3969-4282-9561-261C6068E8E4}" dt="2026-09-05T06:31:27.725" v="56"/>
          <ac:spMkLst>
            <pc:docMk/>
            <pc:sldMk cId="2026847565" sldId="264"/>
            <ac:spMk id="16" creationId="{08980754-6F4B-43C9-B9BE-127B6BED6586}"/>
          </ac:spMkLst>
        </pc:spChg>
        <pc:spChg chg="del">
          <ac:chgData name="Άριστος Αρέστη" userId="813aa191-2d4c-464f-9d05-0a7e494d859f" providerId="ADAL" clId="{BB7862B2-3969-4282-9561-261C6068E8E4}" dt="2026-09-05T06:31:27.725" v="56"/>
          <ac:spMkLst>
            <pc:docMk/>
            <pc:sldMk cId="2026847565" sldId="264"/>
            <ac:spMk id="18" creationId="{2C1BBA94-3F40-40AA-8BB9-E69E25E537C1}"/>
          </ac:spMkLst>
        </pc:spChg>
        <pc:picChg chg="del mod">
          <ac:chgData name="Άριστος Αρέστη" userId="813aa191-2d4c-464f-9d05-0a7e494d859f" providerId="ADAL" clId="{BB7862B2-3969-4282-9561-261C6068E8E4}" dt="2026-09-05T06:36:21.652" v="84" actId="478"/>
          <ac:picMkLst>
            <pc:docMk/>
            <pc:sldMk cId="2026847565" sldId="264"/>
            <ac:picMk id="6" creationId="{049C7BF1-AF15-4EFA-335A-6B90F44B39B9}"/>
          </ac:picMkLst>
        </pc:picChg>
        <pc:picChg chg="add mod">
          <ac:chgData name="Άριστος Αρέστη" userId="813aa191-2d4c-464f-9d05-0a7e494d859f" providerId="ADAL" clId="{BB7862B2-3969-4282-9561-261C6068E8E4}" dt="2026-09-05T06:37:00.604" v="90" actId="14100"/>
          <ac:picMkLst>
            <pc:docMk/>
            <pc:sldMk cId="2026847565" sldId="264"/>
            <ac:picMk id="8" creationId="{CD170797-3798-34CF-9D41-28BD780D5884}"/>
          </ac:picMkLst>
        </pc:picChg>
      </pc:sldChg>
      <pc:sldChg chg="add">
        <pc:chgData name="Άριστος Αρέστη" userId="813aa191-2d4c-464f-9d05-0a7e494d859f" providerId="ADAL" clId="{BB7862B2-3969-4282-9561-261C6068E8E4}" dt="2026-09-05T06:35:46.966" v="81"/>
        <pc:sldMkLst>
          <pc:docMk/>
          <pc:sldMk cId="2133937481" sldId="265"/>
        </pc:sldMkLst>
      </pc:sldChg>
      <pc:sldChg chg="delSp add del setBg delDesignElem">
        <pc:chgData name="Άριστος Αρέστη" userId="813aa191-2d4c-464f-9d05-0a7e494d859f" providerId="ADAL" clId="{BB7862B2-3969-4282-9561-261C6068E8E4}" dt="2026-09-05T06:35:43.383" v="80" actId="47"/>
        <pc:sldMkLst>
          <pc:docMk/>
          <pc:sldMk cId="3748839693" sldId="265"/>
        </pc:sldMkLst>
        <pc:spChg chg="del">
          <ac:chgData name="Άριστος Αρέστη" userId="813aa191-2d4c-464f-9d05-0a7e494d859f" providerId="ADAL" clId="{BB7862B2-3969-4282-9561-261C6068E8E4}" dt="2026-09-05T06:35:36.647" v="79"/>
          <ac:spMkLst>
            <pc:docMk/>
            <pc:sldMk cId="3748839693" sldId="265"/>
            <ac:spMk id="10" creationId="{DBC6133C-0615-4CE4-9132-37E609A9BDFA}"/>
          </ac:spMkLst>
        </pc:spChg>
        <pc:spChg chg="del">
          <ac:chgData name="Άριστος Αρέστη" userId="813aa191-2d4c-464f-9d05-0a7e494d859f" providerId="ADAL" clId="{BB7862B2-3969-4282-9561-261C6068E8E4}" dt="2026-09-05T06:35:36.647" v="79"/>
          <ac:spMkLst>
            <pc:docMk/>
            <pc:sldMk cId="3748839693" sldId="265"/>
            <ac:spMk id="12" creationId="{169CC832-2974-4E8D-90ED-3E2941BA7336}"/>
          </ac:spMkLst>
        </pc:spChg>
        <pc:spChg chg="del">
          <ac:chgData name="Άριστος Αρέστη" userId="813aa191-2d4c-464f-9d05-0a7e494d859f" providerId="ADAL" clId="{BB7862B2-3969-4282-9561-261C6068E8E4}" dt="2026-09-05T06:35:36.647" v="79"/>
          <ac:spMkLst>
            <pc:docMk/>
            <pc:sldMk cId="3748839693" sldId="265"/>
            <ac:spMk id="14" creationId="{55222F96-971A-4F90-B841-6BAB416C7AC1}"/>
          </ac:spMkLst>
        </pc:spChg>
        <pc:spChg chg="del">
          <ac:chgData name="Άριστος Αρέστη" userId="813aa191-2d4c-464f-9d05-0a7e494d859f" providerId="ADAL" clId="{BB7862B2-3969-4282-9561-261C6068E8E4}" dt="2026-09-05T06:35:36.647" v="79"/>
          <ac:spMkLst>
            <pc:docMk/>
            <pc:sldMk cId="3748839693" sldId="265"/>
            <ac:spMk id="16" creationId="{08980754-6F4B-43C9-B9BE-127B6BED6586}"/>
          </ac:spMkLst>
        </pc:spChg>
        <pc:spChg chg="del">
          <ac:chgData name="Άριστος Αρέστη" userId="813aa191-2d4c-464f-9d05-0a7e494d859f" providerId="ADAL" clId="{BB7862B2-3969-4282-9561-261C6068E8E4}" dt="2026-09-05T06:35:36.647" v="79"/>
          <ac:spMkLst>
            <pc:docMk/>
            <pc:sldMk cId="3748839693" sldId="265"/>
            <ac:spMk id="18" creationId="{2C1BBA94-3F40-40AA-8BB9-E69E25E537C1}"/>
          </ac:spMkLst>
        </pc:spChg>
      </pc:sldChg>
      <pc:sldChg chg="addSp delSp modSp add mod">
        <pc:chgData name="Άριστος Αρέστη" userId="813aa191-2d4c-464f-9d05-0a7e494d859f" providerId="ADAL" clId="{BB7862B2-3969-4282-9561-261C6068E8E4}" dt="2026-09-05T06:53:17.663" v="180" actId="14100"/>
        <pc:sldMkLst>
          <pc:docMk/>
          <pc:sldMk cId="1791099530" sldId="266"/>
        </pc:sldMkLst>
        <pc:spChg chg="mod">
          <ac:chgData name="Άριστος Αρέστη" userId="813aa191-2d4c-464f-9d05-0a7e494d859f" providerId="ADAL" clId="{BB7862B2-3969-4282-9561-261C6068E8E4}" dt="2026-09-05T06:51:18.518" v="164" actId="113"/>
          <ac:spMkLst>
            <pc:docMk/>
            <pc:sldMk cId="1791099530" sldId="266"/>
            <ac:spMk id="2" creationId="{657759B8-F883-AF39-A232-3F38E0FBC22C}"/>
          </ac:spMkLst>
        </pc:spChg>
        <pc:spChg chg="add mod">
          <ac:chgData name="Άριστος Αρέστη" userId="813aa191-2d4c-464f-9d05-0a7e494d859f" providerId="ADAL" clId="{BB7862B2-3969-4282-9561-261C6068E8E4}" dt="2026-09-05T06:52:44.031" v="173"/>
          <ac:spMkLst>
            <pc:docMk/>
            <pc:sldMk cId="1791099530" sldId="266"/>
            <ac:spMk id="3" creationId="{74387376-3D52-5550-C44C-F9986830EDD3}"/>
          </ac:spMkLst>
        </pc:spChg>
        <pc:picChg chg="add mod">
          <ac:chgData name="Άριστος Αρέστη" userId="813aa191-2d4c-464f-9d05-0a7e494d859f" providerId="ADAL" clId="{BB7862B2-3969-4282-9561-261C6068E8E4}" dt="2026-09-05T06:53:17.663" v="180" actId="14100"/>
          <ac:picMkLst>
            <pc:docMk/>
            <pc:sldMk cId="1791099530" sldId="266"/>
            <ac:picMk id="5" creationId="{58C36D7C-6B57-A0EF-2995-32D0AD11AB13}"/>
          </ac:picMkLst>
        </pc:picChg>
        <pc:picChg chg="del">
          <ac:chgData name="Άριστος Αρέστη" userId="813aa191-2d4c-464f-9d05-0a7e494d859f" providerId="ADAL" clId="{BB7862B2-3969-4282-9561-261C6068E8E4}" dt="2026-09-05T06:51:21.335" v="165" actId="478"/>
          <ac:picMkLst>
            <pc:docMk/>
            <pc:sldMk cId="1791099530" sldId="266"/>
            <ac:picMk id="6" creationId="{049C7BF1-AF15-4EFA-335A-6B90F44B39B9}"/>
          </ac:picMkLst>
        </pc:picChg>
      </pc:sldChg>
      <pc:sldChg chg="addSp delSp modSp add mod">
        <pc:chgData name="Άριστος Αρέστη" userId="813aa191-2d4c-464f-9d05-0a7e494d859f" providerId="ADAL" clId="{BB7862B2-3969-4282-9561-261C6068E8E4}" dt="2026-09-05T07:02:13.829" v="201" actId="14100"/>
        <pc:sldMkLst>
          <pc:docMk/>
          <pc:sldMk cId="4205591542" sldId="267"/>
        </pc:sldMkLst>
        <pc:spChg chg="mod">
          <ac:chgData name="Άριστος Αρέστη" userId="813aa191-2d4c-464f-9d05-0a7e494d859f" providerId="ADAL" clId="{BB7862B2-3969-4282-9561-261C6068E8E4}" dt="2026-09-05T07:00:16.344" v="185" actId="14100"/>
          <ac:spMkLst>
            <pc:docMk/>
            <pc:sldMk cId="4205591542" sldId="267"/>
            <ac:spMk id="2" creationId="{657759B8-F883-AF39-A232-3F38E0FBC22C}"/>
          </ac:spMkLst>
        </pc:spChg>
        <pc:spChg chg="mod">
          <ac:chgData name="Άριστος Αρέστη" userId="813aa191-2d4c-464f-9d05-0a7e494d859f" providerId="ADAL" clId="{BB7862B2-3969-4282-9561-261C6068E8E4}" dt="2026-09-05T07:00:54.733" v="195" actId="6549"/>
          <ac:spMkLst>
            <pc:docMk/>
            <pc:sldMk cId="4205591542" sldId="267"/>
            <ac:spMk id="3" creationId="{74387376-3D52-5550-C44C-F9986830EDD3}"/>
          </ac:spMkLst>
        </pc:spChg>
        <pc:picChg chg="del">
          <ac:chgData name="Άριστος Αρέστη" userId="813aa191-2d4c-464f-9d05-0a7e494d859f" providerId="ADAL" clId="{BB7862B2-3969-4282-9561-261C6068E8E4}" dt="2026-09-05T07:02:01.301" v="196" actId="478"/>
          <ac:picMkLst>
            <pc:docMk/>
            <pc:sldMk cId="4205591542" sldId="267"/>
            <ac:picMk id="5" creationId="{58C36D7C-6B57-A0EF-2995-32D0AD11AB13}"/>
          </ac:picMkLst>
        </pc:picChg>
        <pc:picChg chg="add mod">
          <ac:chgData name="Άριστος Αρέστη" userId="813aa191-2d4c-464f-9d05-0a7e494d859f" providerId="ADAL" clId="{BB7862B2-3969-4282-9561-261C6068E8E4}" dt="2026-09-05T07:02:13.829" v="201" actId="14100"/>
          <ac:picMkLst>
            <pc:docMk/>
            <pc:sldMk cId="4205591542" sldId="267"/>
            <ac:picMk id="6" creationId="{D2DD2D54-9C63-CEF9-6090-94174DFD6B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97113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718837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20539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144035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02388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473869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22965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26029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44369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2303798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703845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rPr lang="en-CY" smtClean="0"/>
              <a:t>09/10/2026</a:t>
            </a:fld>
            <a:endParaRPr lang="en-C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rPr lang="en-CY" smtClean="0"/>
              <a:t>‹#›</a:t>
            </a:fld>
            <a:endParaRPr lang="en-CY"/>
          </a:p>
        </p:txBody>
      </p:sp>
    </p:spTree>
    <p:extLst>
      <p:ext uri="{BB962C8B-B14F-4D97-AF65-F5344CB8AC3E}">
        <p14:creationId xmlns:p14="http://schemas.microsoft.com/office/powerpoint/2010/main" val="148092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l-GR" sz="7200" dirty="0"/>
              <a:t>Υπολογιστικά φύλλα (</a:t>
            </a:r>
            <a:r>
              <a:rPr lang="en-US" sz="7200" dirty="0"/>
              <a:t>excel)</a:t>
            </a:r>
            <a:endParaRPr lang="en-CY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lang="en-CY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l-GR" sz="3600" dirty="0"/>
              <a:t>Υπολογιστικά φύλλα</a:t>
            </a:r>
            <a:endParaRPr lang="en-CY" sz="3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ECB2F-F3B9-B659-B9D7-CEF79378C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l-GR" sz="1600" dirty="0"/>
              <a:t>Το Υπολογιστικό φύλλο ή Λογιστικό φύλλο είναι ένα πρόγραμμα το οποίο ασχολείται με την εισαγωγή και ανάλυση αριθμητικών δεδομένων. </a:t>
            </a:r>
            <a:endParaRPr lang="en-US" sz="1600" dirty="0"/>
          </a:p>
          <a:p>
            <a:r>
              <a:rPr lang="el-GR" sz="1600" dirty="0"/>
              <a:t>Σε ένα υπολογιστικό φύλλο μπορούμε να παρουσιάσουμε και να ταξινομήσουμε τα δεδομένα μας σε στήλες και γραμμές</a:t>
            </a:r>
            <a:endParaRPr lang="en-US" sz="1600" dirty="0"/>
          </a:p>
          <a:p>
            <a:r>
              <a:rPr lang="el-GR" sz="1600" dirty="0"/>
              <a:t>Να</a:t>
            </a:r>
            <a:r>
              <a:rPr lang="en-US" sz="1600" dirty="0"/>
              <a:t> </a:t>
            </a:r>
            <a:r>
              <a:rPr lang="el-GR" sz="1600" dirty="0"/>
              <a:t>επεξεργαστούμε μεγάλο όγκο πληροφοριών, να εκτελέσουμε μαθηματικές πράξεις με ακρίβεια, να αυτοματοποιήσουμε την εκτέλεση πράξεων και να παρουσιάσουμε τα αποτελέσματά μας σε γραφήματα.</a:t>
            </a:r>
            <a:endParaRPr lang="en-CY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049C7BF1-AF15-4EFA-335A-6B90F44B3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065" y="1309105"/>
            <a:ext cx="6305933" cy="434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37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6357315" cy="592349"/>
          </a:xfrm>
        </p:spPr>
        <p:txBody>
          <a:bodyPr anchor="b">
            <a:normAutofit fontScale="90000"/>
          </a:bodyPr>
          <a:lstStyle/>
          <a:p>
            <a:r>
              <a:rPr lang="el-GR" sz="3600" dirty="0"/>
              <a:t>Ξεκίνημα του Υπολογιστικού Φύλλου</a:t>
            </a:r>
            <a:endParaRPr lang="en-CY" sz="3600" dirty="0"/>
          </a:p>
        </p:txBody>
      </p:sp>
      <p:pic>
        <p:nvPicPr>
          <p:cNvPr id="8" name="Picture 7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CD170797-3798-34CF-9D41-28BD780D5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820" y="2243240"/>
            <a:ext cx="9523782" cy="248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592349"/>
          </a:xfrm>
        </p:spPr>
        <p:txBody>
          <a:bodyPr anchor="b">
            <a:normAutofit/>
          </a:bodyPr>
          <a:lstStyle/>
          <a:p>
            <a:r>
              <a:rPr lang="el-GR" sz="3600" dirty="0"/>
              <a:t>Το παράθυρο</a:t>
            </a:r>
            <a:endParaRPr lang="en-CY" sz="3600" dirty="0"/>
          </a:p>
        </p:txBody>
      </p:sp>
      <p:pic>
        <p:nvPicPr>
          <p:cNvPr id="6" name="Picture 5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049C7BF1-AF15-4EFA-335A-6B90F44B3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06" y="1254833"/>
            <a:ext cx="7687113" cy="530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64" y="519966"/>
            <a:ext cx="7229604" cy="592349"/>
          </a:xfrm>
        </p:spPr>
        <p:txBody>
          <a:bodyPr anchor="b">
            <a:noAutofit/>
          </a:bodyPr>
          <a:lstStyle/>
          <a:p>
            <a:r>
              <a:rPr lang="el-GR" sz="2800" b="1" dirty="0"/>
              <a:t>γραμμές (Rows)</a:t>
            </a:r>
            <a:r>
              <a:rPr lang="en-US" sz="2800" b="1" dirty="0"/>
              <a:t>, </a:t>
            </a:r>
            <a:r>
              <a:rPr lang="el-GR" sz="2800" b="1" dirty="0"/>
              <a:t>στήλες (Columns), κελιά (Cells)</a:t>
            </a:r>
            <a:endParaRPr lang="en-CY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87376-3D52-5550-C44C-F9986830EDD3}"/>
              </a:ext>
            </a:extLst>
          </p:cNvPr>
          <p:cNvSpPr txBox="1"/>
          <p:nvPr/>
        </p:nvSpPr>
        <p:spPr>
          <a:xfrm>
            <a:off x="727911" y="1570121"/>
            <a:ext cx="39343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Το κελί παίρνει το όνομά του από το γράμμα της στήλης και τον αριθμό της γραμμής, π.χ. Α1, D3, H7.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Το κελί το οποίο είναι επιλεγμένο ονομάζεται ενεργό κελί (Active Cell) και παρουσιάζεται με μαύρο περίγραμμα.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Όταν επιλέξουμε δύο ή περισσότερα κελιά μαζί, τότε δημιουργούμε μια περιοχή κελιών.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Μια περιοχή κελιών παίρνει το όνομά της από το πρώτο και το τελευταίο της κελί.</a:t>
            </a:r>
            <a:endParaRPr lang="en-GB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8C36D7C-6B57-A0EF-2995-32D0AD11A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465" y="1684075"/>
            <a:ext cx="5970036" cy="331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9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59B8-F883-AF39-A232-3F38E0FBC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63" y="519966"/>
            <a:ext cx="7891341" cy="592349"/>
          </a:xfrm>
        </p:spPr>
        <p:txBody>
          <a:bodyPr anchor="b">
            <a:noAutofit/>
          </a:bodyPr>
          <a:lstStyle/>
          <a:p>
            <a:r>
              <a:rPr lang="el-GR" sz="2800" b="1" dirty="0"/>
              <a:t>Καλές πρακτικές στη δημιουργία λίστας δεδομένων</a:t>
            </a:r>
            <a:endParaRPr lang="en-CY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87376-3D52-5550-C44C-F9986830EDD3}"/>
              </a:ext>
            </a:extLst>
          </p:cNvPr>
          <p:cNvSpPr txBox="1"/>
          <p:nvPr/>
        </p:nvSpPr>
        <p:spPr>
          <a:xfrm>
            <a:off x="727911" y="1570121"/>
            <a:ext cx="39343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Γράφουμε μόνο ένα είδος πληροφορίας σε κάθε κελί. Για παράδειγμα, αν έχουμε να γράψουμε ένα ονοματεπώνυμο, θα πρέπει να βάλουμε σε άλλο κελί το όνομα και σε άλλο το επώνυμο.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Να μην αφήνουμε κενές γραμμές ή στήλες ανάμεσα στα δεδομένα μιας λίστας.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Αν από τα στοιχεία μιας λίστας θα υπολογίσουμε άθροισμα, μέσο όρο κ.λπ. τότε είναι καλό να αφήνουμε κενή γραμμή πάνω από αυτά. 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dirty="0"/>
              <a:t>Τα κελιά γύρω από μια λίστα πρέπει να είναι άδεια</a:t>
            </a:r>
            <a:endParaRPr lang="en-GB" dirty="0"/>
          </a:p>
        </p:txBody>
      </p:sp>
      <p:pic>
        <p:nvPicPr>
          <p:cNvPr id="6" name="Picture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D2DD2D54-9C63-CEF9-6090-94174DFD6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130" y="1632451"/>
            <a:ext cx="6150085" cy="382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9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1E7BB-CB22-80D1-6F93-1729B773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l-GR"/>
              <a:t>Ασκήσεις</a:t>
            </a:r>
            <a:endParaRPr lang="en-C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06FC5-E736-C4C3-A851-1BF6C398A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/>
          </a:bodyPr>
          <a:lstStyle/>
          <a:p>
            <a:r>
              <a:rPr lang="el-GR" sz="2000" dirty="0"/>
              <a:t>Σελίδα </a:t>
            </a:r>
            <a:r>
              <a:rPr lang="en-US" sz="2000" dirty="0"/>
              <a:t>13-16</a:t>
            </a:r>
            <a:r>
              <a:rPr lang="el-GR" sz="2000" dirty="0"/>
              <a:t>, ασκήσεις 1-7, με την καθοδήγηση του καθηγητή σας.</a:t>
            </a:r>
          </a:p>
          <a:p>
            <a:pPr marL="0" indent="0">
              <a:buNone/>
            </a:pPr>
            <a:endParaRPr lang="en-CY" sz="2000" dirty="0"/>
          </a:p>
          <a:p>
            <a:endParaRPr lang="el-GR" sz="2000" dirty="0"/>
          </a:p>
          <a:p>
            <a:pPr marL="0" indent="0">
              <a:buNone/>
            </a:pPr>
            <a:endParaRPr lang="en-CY" sz="2000" dirty="0"/>
          </a:p>
        </p:txBody>
      </p:sp>
      <p:pic>
        <p:nvPicPr>
          <p:cNvPr id="1028" name="Picture 4" descr="teacher and student computer clip art - Clip Art Library">
            <a:extLst>
              <a:ext uri="{FF2B5EF4-FFF2-40B4-BE49-F238E27FC236}">
                <a16:creationId xmlns:a16="http://schemas.microsoft.com/office/drawing/2014/main" id="{43F8529F-65E5-998B-753C-92E8AF53AE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4" r="16307" b="1"/>
          <a:stretch/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878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270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Υπολογιστικά φύλλα (excel)</vt:lpstr>
      <vt:lpstr>Υπολογιστικά φύλλα</vt:lpstr>
      <vt:lpstr>Ξεκίνημα του Υπολογιστικού Φύλλου</vt:lpstr>
      <vt:lpstr>Το παράθυρο</vt:lpstr>
      <vt:lpstr>γραμμές (Rows), στήλες (Columns), κελιά (Cells)</vt:lpstr>
      <vt:lpstr>Καλές πρακτικές στη δημιουργία λίστας δεδομένων</vt:lpstr>
      <vt:lpstr>Ασκήσεις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Αρχεία</dc:title>
  <dc:creator>Σπύρος Σπύρου</dc:creator>
  <cp:lastModifiedBy>Άριστος Αρέστη</cp:lastModifiedBy>
  <cp:revision>2</cp:revision>
  <dcterms:created xsi:type="dcterms:W3CDTF">2023-09-26T19:26:33Z</dcterms:created>
  <dcterms:modified xsi:type="dcterms:W3CDTF">2026-09-10T17:05:57Z</dcterms:modified>
</cp:coreProperties>
</file>