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f40569c01447a" /><Relationship Type="http://schemas.openxmlformats.org/officeDocument/2006/relationships/extended-properties" Target="/docProps/app.xml" Id="Rd4b7b0445b6c4805" /><Relationship Type="http://schemas.openxmlformats.org/officeDocument/2006/relationships/officeDocument" Target="/ppt/presentation.xml" Id="R35912e60d39c46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aa16af411441d9"/>
  </p:sldMasterIdLst>
  <p:notesMasterIdLst>
    <p:notesMasterId xmlns:r="http://schemas.openxmlformats.org/officeDocument/2006/relationships" r:id="R3a1177fa56b543fe"/>
  </p:notesMasterIdLst>
  <p:sldIdLst>
    <p:sldId xmlns:r="http://schemas.openxmlformats.org/officeDocument/2006/relationships" id="256" r:id="R25968f149a404718"/>
    <p:sldId xmlns:r="http://schemas.openxmlformats.org/officeDocument/2006/relationships" id="257" r:id="Rfa0a6786033a4d37"/>
    <p:sldId xmlns:r="http://schemas.openxmlformats.org/officeDocument/2006/relationships" id="258" r:id="R16bdcd33ffb2408c"/>
    <p:sldId xmlns:r="http://schemas.openxmlformats.org/officeDocument/2006/relationships" id="259" r:id="R5fdc2384cab74f2d"/>
    <p:sldId xmlns:r="http://schemas.openxmlformats.org/officeDocument/2006/relationships" id="260" r:id="R025b5c4244274c2c"/>
    <p:sldId xmlns:r="http://schemas.openxmlformats.org/officeDocument/2006/relationships" id="261" r:id="Ree1c8b5e5cf04ecd"/>
    <p:sldId xmlns:r="http://schemas.openxmlformats.org/officeDocument/2006/relationships" id="262" r:id="Rda3632bae26a4c36"/>
    <p:sldId xmlns:r="http://schemas.openxmlformats.org/officeDocument/2006/relationships" id="263" r:id="R01a46ddf80e943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f1f65215924cf7" /><Relationship Type="http://schemas.openxmlformats.org/officeDocument/2006/relationships/slideMaster" Target="/ppt/slideMasters/slideMaster1.xml" Id="R59aa16af411441d9" /><Relationship Type="http://schemas.openxmlformats.org/officeDocument/2006/relationships/notesMaster" Target="/ppt/notesMasters/notesMaster1.xml" Id="R3a1177fa56b543fe" /><Relationship Type="http://schemas.openxmlformats.org/officeDocument/2006/relationships/presProps" Target="/ppt/presProps.xml" Id="Rb91e889bcba141be" /><Relationship Type="http://schemas.openxmlformats.org/officeDocument/2006/relationships/viewProps" Target="/ppt/viewProps.xml" Id="R0eca5ae54c0e4340" /><Relationship Type="http://schemas.openxmlformats.org/officeDocument/2006/relationships/tableStyles" Target="/ppt/tableStyles.xml" Id="Rfd694afac4514ada" /><Relationship Type="http://schemas.openxmlformats.org/officeDocument/2006/relationships/slide" Target="/ppt/slides/slide1.xml" Id="R25968f149a404718" /><Relationship Type="http://schemas.openxmlformats.org/officeDocument/2006/relationships/slide" Target="/ppt/slides/slide2.xml" Id="Rfa0a6786033a4d37" /><Relationship Type="http://schemas.openxmlformats.org/officeDocument/2006/relationships/slide" Target="/ppt/slides/slide3.xml" Id="R16bdcd33ffb2408c" /><Relationship Type="http://schemas.openxmlformats.org/officeDocument/2006/relationships/slide" Target="/ppt/slides/slide4.xml" Id="R5fdc2384cab74f2d" /><Relationship Type="http://schemas.openxmlformats.org/officeDocument/2006/relationships/slide" Target="/ppt/slides/slide5.xml" Id="R025b5c4244274c2c" /><Relationship Type="http://schemas.openxmlformats.org/officeDocument/2006/relationships/slide" Target="/ppt/slides/slide6.xml" Id="Ree1c8b5e5cf04ecd" /><Relationship Type="http://schemas.openxmlformats.org/officeDocument/2006/relationships/slide" Target="/ppt/slides/slide7.xml" Id="Rda3632bae26a4c36" /><Relationship Type="http://schemas.openxmlformats.org/officeDocument/2006/relationships/slide" Target="/ppt/slides/slide8.xml" Id="R01a46ddf80e943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587fd08bc048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d607c5de5641a3" /><Relationship Type="http://schemas.openxmlformats.org/officeDocument/2006/relationships/notesMaster" Target="/ppt/notesMasters/notesMaster1.xml" Id="R58215e1f932840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d0ff4f517447b0" /><Relationship Type="http://schemas.openxmlformats.org/officeDocument/2006/relationships/notesMaster" Target="/ppt/notesMasters/notesMaster1.xml" Id="Rb9d85a9f01804f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4ede92b28047e0" /><Relationship Type="http://schemas.openxmlformats.org/officeDocument/2006/relationships/notesMaster" Target="/ppt/notesMasters/notesMaster1.xml" Id="Ra3ff62ae4da047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05624e021247c3" /><Relationship Type="http://schemas.openxmlformats.org/officeDocument/2006/relationships/notesMaster" Target="/ppt/notesMasters/notesMaster1.xml" Id="R6adf5314f3d94c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19fb3f5d844262" /><Relationship Type="http://schemas.openxmlformats.org/officeDocument/2006/relationships/notesMaster" Target="/ppt/notesMasters/notesMaster1.xml" Id="R5246b24c74b848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236595902046a1" /><Relationship Type="http://schemas.openxmlformats.org/officeDocument/2006/relationships/notesMaster" Target="/ppt/notesMasters/notesMaster1.xml" Id="Ra3cb9f55b52e4e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709a4c93243ec" /><Relationship Type="http://schemas.openxmlformats.org/officeDocument/2006/relationships/notesMaster" Target="/ppt/notesMasters/notesMaster1.xml" Id="R767a22c2c3c54e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134617e0264cc9" /><Relationship Type="http://schemas.openxmlformats.org/officeDocument/2006/relationships/notesMaster" Target="/ppt/notesMasters/notesMaster1.xml" Id="R082ac50236e94f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b3b8959e843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bff72b65f48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4923b8dc84a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435dbb75b4f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17e30e7e04f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9a0de5c3949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937aca5e949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52a90b54c465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c1a38dc9545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58d78969a468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be5a941574c7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90e8c17c1f45f3" /><Relationship Type="http://schemas.openxmlformats.org/officeDocument/2006/relationships/slideLayout" Target="/ppt/slideLayouts/slideLayout1.xml" Id="R4a7a329d14b04aee" /><Relationship Type="http://schemas.openxmlformats.org/officeDocument/2006/relationships/slideLayout" Target="/ppt/slideLayouts/slideLayout2.xml" Id="R6a2ec10e87a14dd9" /><Relationship Type="http://schemas.openxmlformats.org/officeDocument/2006/relationships/slideLayout" Target="/ppt/slideLayouts/slideLayout3.xml" Id="Rdfa75dae0a524b0f" /><Relationship Type="http://schemas.openxmlformats.org/officeDocument/2006/relationships/slideLayout" Target="/ppt/slideLayouts/slideLayout4.xml" Id="R397daee9cbec44c1" /><Relationship Type="http://schemas.openxmlformats.org/officeDocument/2006/relationships/slideLayout" Target="/ppt/slideLayouts/slideLayout5.xml" Id="Rf4928a5bfb3149b7" /><Relationship Type="http://schemas.openxmlformats.org/officeDocument/2006/relationships/slideLayout" Target="/ppt/slideLayouts/slideLayout6.xml" Id="R1a3171063c55427a" /><Relationship Type="http://schemas.openxmlformats.org/officeDocument/2006/relationships/slideLayout" Target="/ppt/slideLayouts/slideLayout7.xml" Id="Ra383186f8afb4380" /><Relationship Type="http://schemas.openxmlformats.org/officeDocument/2006/relationships/slideLayout" Target="/ppt/slideLayouts/slideLayout8.xml" Id="R3370edb2fde34f82" /><Relationship Type="http://schemas.openxmlformats.org/officeDocument/2006/relationships/slideLayout" Target="/ppt/slideLayouts/slideLayout9.xml" Id="Rd6b2167d8224473d" /><Relationship Type="http://schemas.openxmlformats.org/officeDocument/2006/relationships/slideLayout" Target="/ppt/slideLayouts/slideLayout10.xml" Id="R284b9db365dc4176" /><Relationship Type="http://schemas.openxmlformats.org/officeDocument/2006/relationships/slideLayout" Target="/ppt/slideLayouts/slideLayout11.xml" Id="R85d0e8ecb20d4ff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7a329d14b04aee"/>
    <p:sldLayoutId xmlns:r="http://schemas.openxmlformats.org/officeDocument/2006/relationships" id="2147483650" r:id="R6a2ec10e87a14dd9"/>
    <p:sldLayoutId xmlns:r="http://schemas.openxmlformats.org/officeDocument/2006/relationships" id="2147483651" r:id="Rdfa75dae0a524b0f"/>
    <p:sldLayoutId xmlns:r="http://schemas.openxmlformats.org/officeDocument/2006/relationships" id="2147483652" r:id="R397daee9cbec44c1"/>
    <p:sldLayoutId xmlns:r="http://schemas.openxmlformats.org/officeDocument/2006/relationships" id="2147483653" r:id="Rf4928a5bfb3149b7"/>
    <p:sldLayoutId xmlns:r="http://schemas.openxmlformats.org/officeDocument/2006/relationships" id="2147483654" r:id="R1a3171063c55427a"/>
    <p:sldLayoutId xmlns:r="http://schemas.openxmlformats.org/officeDocument/2006/relationships" id="2147483655" r:id="Ra383186f8afb4380"/>
    <p:sldLayoutId xmlns:r="http://schemas.openxmlformats.org/officeDocument/2006/relationships" id="2147483656" r:id="R3370edb2fde34f82"/>
    <p:sldLayoutId xmlns:r="http://schemas.openxmlformats.org/officeDocument/2006/relationships" id="2147483657" r:id="Rd6b2167d8224473d"/>
    <p:sldLayoutId xmlns:r="http://schemas.openxmlformats.org/officeDocument/2006/relationships" id="2147483658" r:id="R284b9db365dc4176"/>
    <p:sldLayoutId xmlns:r="http://schemas.openxmlformats.org/officeDocument/2006/relationships" id="2147483659" r:id="R85d0e8ecb20d4ff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6ff526da4473c" /><Relationship Type="http://schemas.openxmlformats.org/officeDocument/2006/relationships/notesSlide" Target="/ppt/notesSlides/notesSlide1.xml" Id="R826d96eec46a43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4f6671bd7540de" /><Relationship Type="http://schemas.openxmlformats.org/officeDocument/2006/relationships/image" Target="/ppt/media/image.png" Id="R3479b5a5b0434651" /><Relationship Type="http://schemas.openxmlformats.org/officeDocument/2006/relationships/notesSlide" Target="/ppt/notesSlides/notesSlide2.xml" Id="Rc1474f437ba34c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4294baf5a04321" /><Relationship Type="http://schemas.openxmlformats.org/officeDocument/2006/relationships/image" Target="/ppt/media/image2.png" Id="Rbc5594e4c1ce43be" /><Relationship Type="http://schemas.openxmlformats.org/officeDocument/2006/relationships/notesSlide" Target="/ppt/notesSlides/notesSlide3.xml" Id="Ra24dab8acb054a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b3febb7e3941d5" /><Relationship Type="http://schemas.openxmlformats.org/officeDocument/2006/relationships/image" Target="/ppt/media/image3.png" Id="R1785e1005cdc458d" /><Relationship Type="http://schemas.openxmlformats.org/officeDocument/2006/relationships/notesSlide" Target="/ppt/notesSlides/notesSlide4.xml" Id="R8dd58f16c12e40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aa81c443124d9c" /><Relationship Type="http://schemas.openxmlformats.org/officeDocument/2006/relationships/image" Target="/ppt/media/image4.png" Id="R751834f9002f4024" /><Relationship Type="http://schemas.openxmlformats.org/officeDocument/2006/relationships/notesSlide" Target="/ppt/notesSlides/notesSlide5.xml" Id="R2979fa10c9254e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31b33508834c9d" /><Relationship Type="http://schemas.openxmlformats.org/officeDocument/2006/relationships/image" Target="/ppt/media/image5.png" Id="R331f3c55bb144fa3" /><Relationship Type="http://schemas.openxmlformats.org/officeDocument/2006/relationships/notesSlide" Target="/ppt/notesSlides/notesSlide6.xml" Id="Rd93a9acfd74342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a9b175849e41a2" /><Relationship Type="http://schemas.openxmlformats.org/officeDocument/2006/relationships/notesSlide" Target="/ppt/notesSlides/notesSlide7.xml" Id="R1926d57d61454b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4242109d294010" /><Relationship Type="http://schemas.openxmlformats.org/officeDocument/2006/relationships/notesSlide" Target="/ppt/notesSlides/notesSlide8.xml" Id="Rab6ba4235d264a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Ανάπτυξη μιας Παρουσίασης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39410-A175-4E50-8098-34627FE8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Προβολές παρουσίασης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492CD-6A77-44E1-954E-BA9734D4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Normal: επεξεργασία διαφάνειας.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Slide Sorter: οργάνωση διαφανειών.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Notes Page: σημειώσεις ομιλητή.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Reading View: προβολή μέσα σε παράθυρο.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9b5a5b0434651"/>
          <a:stretch xmlns:a="http://schemas.openxmlformats.org/drawingml/2006/main"/>
        </p:blipFill>
        <p:spPr>
          <a:xfrm xmlns:a="http://schemas.openxmlformats.org/drawingml/2006/main">
            <a:off x="6762750" y="2579722"/>
            <a:ext cx="4191000" cy="1698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65B34-FBA6-4EE6-A0C3-AA2CC908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Έναρξη προβολής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60953-58B6-4951-BAC1-27AB7386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Slide Show &gt; From Beginning για έναρξη από την πρώτη διαφάνεια.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From Current Slide για έναρξη από την επιλεγμένη διαφάνεια.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594e4c1ce43be"/>
          <a:stretch xmlns:a="http://schemas.openxmlformats.org/drawingml/2006/main"/>
        </p:blipFill>
        <p:spPr>
          <a:xfrm xmlns:a="http://schemas.openxmlformats.org/drawingml/2006/main">
            <a:off x="6762750" y="2714978"/>
            <a:ext cx="4191000" cy="14280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F1780-2C57-46E6-8893-1F2F7EB0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Θέμα και φόντο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662CB-C122-4AAD-8C69-E6E7359A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Design &gt; Themes για ενιαία εμφάνιση.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Variants για παραλλαγές χρωμάτων.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Format Background για χρώμα ή διαβάθμιση στο φόντο.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5e1005cdc458d"/>
          <a:stretch xmlns:a="http://schemas.openxmlformats.org/drawingml/2006/main"/>
        </p:blipFill>
        <p:spPr>
          <a:xfrm xmlns:a="http://schemas.openxmlformats.org/drawingml/2006/main">
            <a:off x="6762750" y="3115879"/>
            <a:ext cx="4191000" cy="6262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42A07-CEB3-43A8-A2AA-951D0569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Διάταξη διαφάνειας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1CFB7-9ED1-4E10-BD40-0ECB37A6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Home &gt; Layout και επιλέγουμε Title Slide, Title and Content, Two Content, Blank ή άλλη διάταξη.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Η διάταξη καθορίζει τις θέσεις κράτησης.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834f9002f4024"/>
          <a:stretch xmlns:a="http://schemas.openxmlformats.org/drawingml/2006/main"/>
        </p:blipFill>
        <p:spPr>
          <a:xfrm xmlns:a="http://schemas.openxmlformats.org/drawingml/2006/main">
            <a:off x="7149465" y="1571625"/>
            <a:ext cx="341757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F2CE3-91BF-4A88-966C-1D5ABC61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Οργάνωση διαφανειών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790A6-981C-4A38-B907-8738AED2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New Slide για προσθήκη.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Duplicate Slide για αντίγραφο.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Delete για διαγραφή.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Σύρουμε τις μικρογραφίες για αλλαγή σειράς ή μεταφορά μεταξύ παρουσιάσεων.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f3c55bb144fa3"/>
          <a:stretch xmlns:a="http://schemas.openxmlformats.org/drawingml/2006/main"/>
        </p:blipFill>
        <p:spPr>
          <a:xfrm xmlns:a="http://schemas.openxmlformats.org/drawingml/2006/main">
            <a:off x="7775408" y="1571625"/>
            <a:ext cx="2165684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15709-7D0A-49D5-B800-2CCBCD63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35B32-371E-4856-B5F2-262FEF1B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150D7-897E-4A5B-BA71-9AA95E02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67-68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M2a.pptx, M2b.pptx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EDFB0-D89D-4255-A15A-E6AB8328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Προβολές, θέματα, διατάξεις και οργάνωση διαφανειών.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23BA0-AFD7-4AC5-B5E6-80A308FD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90898-1A19-4AD8-BF5F-DB4A4458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38A03-4D10-4A2A-BC0A-74A3E3B1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68-69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17-27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M2c.pptx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A4189-CD67-47BB-A3D7-A23E85FD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Αντιγραφή, μετακίνηση και διαγραφή διαφανειών.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2026-09-12T06:52:40.2120000Z</dcterms:created>
  <dcterms:modified xsi:type="dcterms:W3CDTF">2026-09-12T06:52:40.2120000Z</dcterms:modified>
</coreProperties>
</file>