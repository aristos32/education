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6197da54504bc9" /><Relationship Type="http://schemas.openxmlformats.org/officeDocument/2006/relationships/extended-properties" Target="/docProps/app.xml" Id="R1dc0b6631e6a46cb" /><Relationship Type="http://schemas.openxmlformats.org/officeDocument/2006/relationships/officeDocument" Target="/ppt/presentation.xml" Id="R5fa8ace1158e41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72f8722d1a45d4"/>
  </p:sldMasterIdLst>
  <p:notesMasterIdLst>
    <p:notesMasterId xmlns:r="http://schemas.openxmlformats.org/officeDocument/2006/relationships" r:id="Rb3c7f832630d49f5"/>
  </p:notesMasterIdLst>
  <p:sldIdLst>
    <p:sldId xmlns:r="http://schemas.openxmlformats.org/officeDocument/2006/relationships" id="256" r:id="Raa38062fc3884486"/>
    <p:sldId xmlns:r="http://schemas.openxmlformats.org/officeDocument/2006/relationships" id="257" r:id="R9f17530052bc4303"/>
    <p:sldId xmlns:r="http://schemas.openxmlformats.org/officeDocument/2006/relationships" id="258" r:id="Rb9c358eb52324312"/>
    <p:sldId xmlns:r="http://schemas.openxmlformats.org/officeDocument/2006/relationships" id="259" r:id="R9ef7b55f8c3f4c72"/>
    <p:sldId xmlns:r="http://schemas.openxmlformats.org/officeDocument/2006/relationships" id="260" r:id="Ra81fdadce9374ee5"/>
    <p:sldId xmlns:r="http://schemas.openxmlformats.org/officeDocument/2006/relationships" id="261" r:id="R4cae87b1aff0410b"/>
    <p:sldId xmlns:r="http://schemas.openxmlformats.org/officeDocument/2006/relationships" id="262" r:id="R9c418a2d8a814fe4"/>
    <p:sldId xmlns:r="http://schemas.openxmlformats.org/officeDocument/2006/relationships" id="263" r:id="R998a3cf4a0014d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e85a1c76914609" /><Relationship Type="http://schemas.openxmlformats.org/officeDocument/2006/relationships/slideMaster" Target="/ppt/slideMasters/slideMaster1.xml" Id="R1272f8722d1a45d4" /><Relationship Type="http://schemas.openxmlformats.org/officeDocument/2006/relationships/notesMaster" Target="/ppt/notesMasters/notesMaster1.xml" Id="Rb3c7f832630d49f5" /><Relationship Type="http://schemas.openxmlformats.org/officeDocument/2006/relationships/presProps" Target="/ppt/presProps.xml" Id="R5e8dd428b0dd4250" /><Relationship Type="http://schemas.openxmlformats.org/officeDocument/2006/relationships/viewProps" Target="/ppt/viewProps.xml" Id="R5293aed18bab4e8f" /><Relationship Type="http://schemas.openxmlformats.org/officeDocument/2006/relationships/tableStyles" Target="/ppt/tableStyles.xml" Id="R0a2b8eacb4d84739" /><Relationship Type="http://schemas.openxmlformats.org/officeDocument/2006/relationships/slide" Target="/ppt/slides/slide1.xml" Id="Raa38062fc3884486" /><Relationship Type="http://schemas.openxmlformats.org/officeDocument/2006/relationships/slide" Target="/ppt/slides/slide2.xml" Id="R9f17530052bc4303" /><Relationship Type="http://schemas.openxmlformats.org/officeDocument/2006/relationships/slide" Target="/ppt/slides/slide3.xml" Id="Rb9c358eb52324312" /><Relationship Type="http://schemas.openxmlformats.org/officeDocument/2006/relationships/slide" Target="/ppt/slides/slide4.xml" Id="R9ef7b55f8c3f4c72" /><Relationship Type="http://schemas.openxmlformats.org/officeDocument/2006/relationships/slide" Target="/ppt/slides/slide5.xml" Id="Ra81fdadce9374ee5" /><Relationship Type="http://schemas.openxmlformats.org/officeDocument/2006/relationships/slide" Target="/ppt/slides/slide6.xml" Id="R4cae87b1aff0410b" /><Relationship Type="http://schemas.openxmlformats.org/officeDocument/2006/relationships/slide" Target="/ppt/slides/slide7.xml" Id="R9c418a2d8a814fe4" /><Relationship Type="http://schemas.openxmlformats.org/officeDocument/2006/relationships/slide" Target="/ppt/slides/slide8.xml" Id="R998a3cf4a0014d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e8b932293c4c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6b9a6dc71a4dac" /><Relationship Type="http://schemas.openxmlformats.org/officeDocument/2006/relationships/notesMaster" Target="/ppt/notesMasters/notesMaster1.xml" Id="Ra0900691d46542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3dae80d8f647ec" /><Relationship Type="http://schemas.openxmlformats.org/officeDocument/2006/relationships/notesMaster" Target="/ppt/notesMasters/notesMaster1.xml" Id="Ree03e2ff80d64d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a287aecd3349c7" /><Relationship Type="http://schemas.openxmlformats.org/officeDocument/2006/relationships/notesMaster" Target="/ppt/notesMasters/notesMaster1.xml" Id="R6ca4e77b71cf47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a684ee30064548" /><Relationship Type="http://schemas.openxmlformats.org/officeDocument/2006/relationships/notesMaster" Target="/ppt/notesMasters/notesMaster1.xml" Id="Rd41c0faa22994b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21155fbaa4488a" /><Relationship Type="http://schemas.openxmlformats.org/officeDocument/2006/relationships/notesMaster" Target="/ppt/notesMasters/notesMaster1.xml" Id="Rbe87c4651c1a4a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3c0675db8b4c4d" /><Relationship Type="http://schemas.openxmlformats.org/officeDocument/2006/relationships/notesMaster" Target="/ppt/notesMasters/notesMaster1.xml" Id="R538fcd52df3d48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08920e9ddd4909" /><Relationship Type="http://schemas.openxmlformats.org/officeDocument/2006/relationships/notesMaster" Target="/ppt/notesMasters/notesMaster1.xml" Id="Rf417d15bd86a40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bda7409f034341" /><Relationship Type="http://schemas.openxmlformats.org/officeDocument/2006/relationships/notesMaster" Target="/ppt/notesMasters/notesMaster1.xml" Id="Rb0b33f8eb97a4b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https://www.howtoexcel.org/shift-cells-down/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https://500rockets.io/excel/the-excel-move-column-tutorial-59/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https://smallbiztrends.com/how-to-delete-your-twitter-account/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https://excelinsights.net/web/find-replace-data/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8f5c8c766547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f6495639b34ba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a21baee68349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4fb1e3ce104f5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d809d4944e41b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64b637856845e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906196c69f485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22239f9418459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04d56e40de475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85d5a1ecbf4c9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d126179d054a8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eb1206776c4c70" /><Relationship Type="http://schemas.openxmlformats.org/officeDocument/2006/relationships/slideLayout" Target="/ppt/slideLayouts/slideLayout1.xml" Id="R31cfbccb6218492a" /><Relationship Type="http://schemas.openxmlformats.org/officeDocument/2006/relationships/slideLayout" Target="/ppt/slideLayouts/slideLayout2.xml" Id="Rce1e394b4b5446f4" /><Relationship Type="http://schemas.openxmlformats.org/officeDocument/2006/relationships/slideLayout" Target="/ppt/slideLayouts/slideLayout3.xml" Id="R79f9206bd8524774" /><Relationship Type="http://schemas.openxmlformats.org/officeDocument/2006/relationships/slideLayout" Target="/ppt/slideLayouts/slideLayout4.xml" Id="Rc3e55c7049284ab3" /><Relationship Type="http://schemas.openxmlformats.org/officeDocument/2006/relationships/slideLayout" Target="/ppt/slideLayouts/slideLayout5.xml" Id="R533537b7d8ab4b2e" /><Relationship Type="http://schemas.openxmlformats.org/officeDocument/2006/relationships/slideLayout" Target="/ppt/slideLayouts/slideLayout6.xml" Id="R946e96cd72f54481" /><Relationship Type="http://schemas.openxmlformats.org/officeDocument/2006/relationships/slideLayout" Target="/ppt/slideLayouts/slideLayout7.xml" Id="Ra9cd93e1baf04619" /><Relationship Type="http://schemas.openxmlformats.org/officeDocument/2006/relationships/slideLayout" Target="/ppt/slideLayouts/slideLayout8.xml" Id="R2a4b5ecbc7264cbd" /><Relationship Type="http://schemas.openxmlformats.org/officeDocument/2006/relationships/slideLayout" Target="/ppt/slideLayouts/slideLayout9.xml" Id="R787c22b0f9964588" /><Relationship Type="http://schemas.openxmlformats.org/officeDocument/2006/relationships/slideLayout" Target="/ppt/slideLayouts/slideLayout10.xml" Id="Rcb8e5ad42cb14df7" /><Relationship Type="http://schemas.openxmlformats.org/officeDocument/2006/relationships/slideLayout" Target="/ppt/slideLayouts/slideLayout11.xml" Id="R57d25c0447ff4a9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cfbccb6218492a"/>
    <p:sldLayoutId xmlns:r="http://schemas.openxmlformats.org/officeDocument/2006/relationships" id="2147483650" r:id="Rce1e394b4b5446f4"/>
    <p:sldLayoutId xmlns:r="http://schemas.openxmlformats.org/officeDocument/2006/relationships" id="2147483651" r:id="R79f9206bd8524774"/>
    <p:sldLayoutId xmlns:r="http://schemas.openxmlformats.org/officeDocument/2006/relationships" id="2147483652" r:id="Rc3e55c7049284ab3"/>
    <p:sldLayoutId xmlns:r="http://schemas.openxmlformats.org/officeDocument/2006/relationships" id="2147483653" r:id="R533537b7d8ab4b2e"/>
    <p:sldLayoutId xmlns:r="http://schemas.openxmlformats.org/officeDocument/2006/relationships" id="2147483654" r:id="R946e96cd72f54481"/>
    <p:sldLayoutId xmlns:r="http://schemas.openxmlformats.org/officeDocument/2006/relationships" id="2147483655" r:id="Ra9cd93e1baf04619"/>
    <p:sldLayoutId xmlns:r="http://schemas.openxmlformats.org/officeDocument/2006/relationships" id="2147483656" r:id="R2a4b5ecbc7264cbd"/>
    <p:sldLayoutId xmlns:r="http://schemas.openxmlformats.org/officeDocument/2006/relationships" id="2147483657" r:id="R787c22b0f9964588"/>
    <p:sldLayoutId xmlns:r="http://schemas.openxmlformats.org/officeDocument/2006/relationships" id="2147483658" r:id="Rcb8e5ad42cb14df7"/>
    <p:sldLayoutId xmlns:r="http://schemas.openxmlformats.org/officeDocument/2006/relationships" id="2147483659" r:id="R57d25c0447ff4a9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16d3499e14669" /><Relationship Type="http://schemas.openxmlformats.org/officeDocument/2006/relationships/notesSlide" Target="/ppt/notesSlides/notesSlide1.xml" Id="R707880ea76d244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a3126e1fdd4dd0" /><Relationship Type="http://schemas.openxmlformats.org/officeDocument/2006/relationships/image" Target="/ppt/media/image.png" Id="Rbc77aaaa780d499f" /><Relationship Type="http://schemas.openxmlformats.org/officeDocument/2006/relationships/notesSlide" Target="/ppt/notesSlides/notesSlide2.xml" Id="Rd095d7f90e3c4c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844433eacf4d57" /><Relationship Type="http://schemas.openxmlformats.org/officeDocument/2006/relationships/image" Target="/ppt/media/image2.png" Id="R658e90aa68514c6f" /><Relationship Type="http://schemas.openxmlformats.org/officeDocument/2006/relationships/notesSlide" Target="/ppt/notesSlides/notesSlide3.xml" Id="R1e63d5b2301743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506d7ff85541d2" /><Relationship Type="http://schemas.openxmlformats.org/officeDocument/2006/relationships/image" Target="/ppt/media/image3.png" Id="R664b650bd67340bc" /><Relationship Type="http://schemas.openxmlformats.org/officeDocument/2006/relationships/notesSlide" Target="/ppt/notesSlides/notesSlide4.xml" Id="Rbb96fc1771854c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0f7428544d4d80" /><Relationship Type="http://schemas.openxmlformats.org/officeDocument/2006/relationships/image" Target="/ppt/media/image4.png" Id="R310cf5fdef9e4560" /><Relationship Type="http://schemas.openxmlformats.org/officeDocument/2006/relationships/notesSlide" Target="/ppt/notesSlides/notesSlide5.xml" Id="R510ad64d36a245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d2a4f93ac04646" /><Relationship Type="http://schemas.openxmlformats.org/officeDocument/2006/relationships/image" Target="/ppt/media/image5.png" Id="R9005b6d33d4a4915" /><Relationship Type="http://schemas.openxmlformats.org/officeDocument/2006/relationships/notesSlide" Target="/ppt/notesSlides/notesSlide6.xml" Id="R6726135f4b8e4e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d51368e33a407f" /><Relationship Type="http://schemas.openxmlformats.org/officeDocument/2006/relationships/notesSlide" Target="/ppt/notesSlides/notesSlide7.xml" Id="Rbf873807a9994d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44b942db4944f5" /><Relationship Type="http://schemas.openxmlformats.org/officeDocument/2006/relationships/notesSlide" Target="/ppt/notesSlides/notesSlide8.xml" Id="R1bcbd93419f14c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522B21E-B2B9-4C72-9A71-C87EFD13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73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EB7D2A2-F448-44D4-938C-DC84CBC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12192000" cy="44125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71AEA07-1E14-44B4-8E55-64EF049C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4" y="551962"/>
            <a:ext cx="10999072" cy="46185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293338"/>
            <a:ext cx="9144000" cy="3274592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Κινήσεις Αντικειμένων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5514052"/>
            <a:ext cx="9144000" cy="65191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A1AC1523-E1AC-4F39-9B08-B5CD71D4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6464" y="6354708"/>
            <a:ext cx="11000232" cy="0"/>
          </a:xfrm>
          <a:prstGeom xmlns:a="http://schemas.openxmlformats.org/drawingml/2006/main" prst="line">
            <a:avLst/>
          </a:prstGeom>
          <a:ln xmlns:a="http://schemas.openxmlformats.org/drawingml/2006/main" w="101600">
            <a:solidFill>
              <a:schemeClr val="accent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019854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11247-8A2C-45F6-9A0C-440CA944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Προσθήκη κίνησης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D231B-7926-4CFB-B14C-5D7038AA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Επιλέγουμε το αντικείμενο και ανοίγουμε Animations.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Επιλέγουμε Entrance, Emphasis, Exit ή Motion Path.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77aaaa780d499f"/>
          <a:stretch xmlns:a="http://schemas.openxmlformats.org/drawingml/2006/main"/>
        </p:blipFill>
        <p:spPr>
          <a:xfrm xmlns:a="http://schemas.openxmlformats.org/drawingml/2006/main">
            <a:off x="6762750" y="3262223"/>
            <a:ext cx="4191000" cy="3335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75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C66D8-01F9-4D04-889F-EB398131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Effect Options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E8387-E50F-48EE-9ABC-68827721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Το Effect Options αλλάζει την κατεύθυνση ή τον τρόπο εκτέλεσης της κίνησης.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e90aa68514c6f"/>
          <a:stretch xmlns:a="http://schemas.openxmlformats.org/drawingml/2006/main"/>
        </p:blipFill>
        <p:spPr>
          <a:xfrm xmlns:a="http://schemas.openxmlformats.org/drawingml/2006/main">
            <a:off x="6762750" y="1744920"/>
            <a:ext cx="4191000" cy="33681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374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D25A6-344D-4413-97FB-C06CED8E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Έναρξη κίνησης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62646-46DA-443F-B3B1-A5CDCFFB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Start On Click: με κλικ.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Start With Previous: μαζί με την προηγούμενη.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Start After Previous: μετά την προηγούμενη.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b650bd67340bc"/>
          <a:stretch xmlns:a="http://schemas.openxmlformats.org/drawingml/2006/main"/>
        </p:blipFill>
        <p:spPr>
          <a:xfrm xmlns:a="http://schemas.openxmlformats.org/drawingml/2006/main">
            <a:off x="6762750" y="2927183"/>
            <a:ext cx="4191000" cy="100363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300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3F678-7CFB-452C-A74E-2B85493C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Χρόνος και καθυστέρηση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30B25-E279-4927-AF02-9BD31F68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Duration καθορίζει τη διάρκεια της κίνησης.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Delay ορίζει πόσο θα περιμένει πριν ξεκινήσει.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0cf5fdef9e4560"/>
          <a:stretch xmlns:a="http://schemas.openxmlformats.org/drawingml/2006/main"/>
        </p:blipFill>
        <p:spPr>
          <a:xfrm xmlns:a="http://schemas.openxmlformats.org/drawingml/2006/main">
            <a:off x="6772924" y="1571625"/>
            <a:ext cx="4170651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32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828C6-E2AE-41D2-B8F7-9B85A05B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Σειρά και αφαίρεση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9D135-7A99-4F86-9C0B-F11E8FED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Animation Pane εμφανίζει όλες τις κινήσεις.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Move Earlier ή Move Later αλλάζει τη σειρά.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Remove αφαιρεί την επιλεγμένη κίνηση.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5b6d33d4a4915"/>
          <a:stretch xmlns:a="http://schemas.openxmlformats.org/drawingml/2006/main"/>
        </p:blipFill>
        <p:spPr>
          <a:xfrm xmlns:a="http://schemas.openxmlformats.org/drawingml/2006/main">
            <a:off x="7971068" y="1571625"/>
            <a:ext cx="1774364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53172"/>
      </p:ext>
    </p:extLst>
  </p:cSld>
</p:sld>
</file>

<file path=ppt/slides/slide7.xml><?xml version="1.0" encoding="utf-8"?>
<p:sld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118CA-CFD2-4D24-9627-F68CAB6E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Εμπέδωσης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4F416-6858-4F75-B780-E62215F0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906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Β.4.2.M14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4F880-596C-45D3-9A55-3DC00BBD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Σελίδα 109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1-13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Actors.pptx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7F401-3C20-4112-B884-B2E0674B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Κινήσεις, έναρξη, διάρκεια, καθυστέρηση και σειρά.</a:t>
            </a:r>
          </a:p>
        </p:txBody>
      </p:sp>
    </p:spTree>
    <p:extLst>
      <p:ext uri="{BB962C8B-B14F-4D97-AF65-F5344CB8AC3E}">
        <p14:creationId xmlns:p14="http://schemas.microsoft.com/office/powerpoint/2010/main" val="3815878654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BE313-8A02-4440-93D7-BE49D567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Αξιολόγησης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8C9D7-2963-47C8-991E-D7EEBDC1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573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Β.4.2.M14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41CDD-FCE8-4F89-BBD7-E60B284D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Σελίδα 110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14-20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Singers.pptx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B5DA2-EC57-4C16-ACF7-B92BC360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Πρόσθεσε, τροποποίησε ή αφαίρεσε κινήσεις.</a:t>
            </a:r>
          </a:p>
        </p:txBody>
      </p:sp>
    </p:spTree>
    <p:extLst>
      <p:ext uri="{BB962C8B-B14F-4D97-AF65-F5344CB8AC3E}">
        <p14:creationId xmlns:p14="http://schemas.microsoft.com/office/powerpoint/2010/main" val="608684808"/>
      </p:ext>
    </p:extLst>
  </p:cSld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2026-09-12T06:53:15.3530000Z</dcterms:created>
  <dcterms:modified xsi:type="dcterms:W3CDTF">2026-09-12T06:53:15.3530000Z</dcterms:modified>
</coreProperties>
</file>