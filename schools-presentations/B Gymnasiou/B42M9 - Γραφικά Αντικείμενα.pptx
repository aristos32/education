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445d6c94f248c7" /><Relationship Type="http://schemas.openxmlformats.org/officeDocument/2006/relationships/extended-properties" Target="/docProps/app.xml" Id="Rba27088b21d14f77" /><Relationship Type="http://schemas.openxmlformats.org/officeDocument/2006/relationships/officeDocument" Target="/ppt/presentation.xml" Id="R0aa742d5acfc4b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c809762e1c41cb"/>
  </p:sldMasterIdLst>
  <p:notesMasterIdLst>
    <p:notesMasterId xmlns:r="http://schemas.openxmlformats.org/officeDocument/2006/relationships" r:id="R6c8d50894fd748a2"/>
  </p:notesMasterIdLst>
  <p:sldIdLst>
    <p:sldId xmlns:r="http://schemas.openxmlformats.org/officeDocument/2006/relationships" id="256" r:id="R87724788de9f4afa"/>
    <p:sldId xmlns:r="http://schemas.openxmlformats.org/officeDocument/2006/relationships" id="257" r:id="R6657cf01ae874f82"/>
    <p:sldId xmlns:r="http://schemas.openxmlformats.org/officeDocument/2006/relationships" id="258" r:id="Rf3cc9103934e48db"/>
    <p:sldId xmlns:r="http://schemas.openxmlformats.org/officeDocument/2006/relationships" id="259" r:id="R6232b1e643d846b3"/>
    <p:sldId xmlns:r="http://schemas.openxmlformats.org/officeDocument/2006/relationships" id="260" r:id="Ree40f920242445ba"/>
    <p:sldId xmlns:r="http://schemas.openxmlformats.org/officeDocument/2006/relationships" id="261" r:id="R8f977f4f40184954"/>
    <p:sldId xmlns:r="http://schemas.openxmlformats.org/officeDocument/2006/relationships" id="262" r:id="Rb423bd57509841d7"/>
    <p:sldId xmlns:r="http://schemas.openxmlformats.org/officeDocument/2006/relationships" id="263" r:id="R4d59ae0dd2ae48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0b710df1684ea5" /><Relationship Type="http://schemas.openxmlformats.org/officeDocument/2006/relationships/slideMaster" Target="/ppt/slideMasters/slideMaster1.xml" Id="R7bc809762e1c41cb" /><Relationship Type="http://schemas.openxmlformats.org/officeDocument/2006/relationships/notesMaster" Target="/ppt/notesMasters/notesMaster1.xml" Id="R6c8d50894fd748a2" /><Relationship Type="http://schemas.openxmlformats.org/officeDocument/2006/relationships/presProps" Target="/ppt/presProps.xml" Id="Rcb1a42655455492a" /><Relationship Type="http://schemas.openxmlformats.org/officeDocument/2006/relationships/viewProps" Target="/ppt/viewProps.xml" Id="Rac476208df6144a3" /><Relationship Type="http://schemas.openxmlformats.org/officeDocument/2006/relationships/tableStyles" Target="/ppt/tableStyles.xml" Id="Rc91f0db87d454f88" /><Relationship Type="http://schemas.openxmlformats.org/officeDocument/2006/relationships/slide" Target="/ppt/slides/slide1.xml" Id="R87724788de9f4afa" /><Relationship Type="http://schemas.openxmlformats.org/officeDocument/2006/relationships/slide" Target="/ppt/slides/slide2.xml" Id="R6657cf01ae874f82" /><Relationship Type="http://schemas.openxmlformats.org/officeDocument/2006/relationships/slide" Target="/ppt/slides/slide3.xml" Id="Rf3cc9103934e48db" /><Relationship Type="http://schemas.openxmlformats.org/officeDocument/2006/relationships/slide" Target="/ppt/slides/slide4.xml" Id="R6232b1e643d846b3" /><Relationship Type="http://schemas.openxmlformats.org/officeDocument/2006/relationships/slide" Target="/ppt/slides/slide5.xml" Id="Ree40f920242445ba" /><Relationship Type="http://schemas.openxmlformats.org/officeDocument/2006/relationships/slide" Target="/ppt/slides/slide6.xml" Id="R8f977f4f40184954" /><Relationship Type="http://schemas.openxmlformats.org/officeDocument/2006/relationships/slide" Target="/ppt/slides/slide7.xml" Id="Rb423bd57509841d7" /><Relationship Type="http://schemas.openxmlformats.org/officeDocument/2006/relationships/slide" Target="/ppt/slides/slide8.xml" Id="R4d59ae0dd2ae48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7cf22892914d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113daa4b4b4a57" /><Relationship Type="http://schemas.openxmlformats.org/officeDocument/2006/relationships/notesMaster" Target="/ppt/notesMasters/notesMaster1.xml" Id="Rff8d7dcb34ab40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d40f8661104567" /><Relationship Type="http://schemas.openxmlformats.org/officeDocument/2006/relationships/notesMaster" Target="/ppt/notesMasters/notesMaster1.xml" Id="R39e4554ca68d4f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9e9f2ab793414e" /><Relationship Type="http://schemas.openxmlformats.org/officeDocument/2006/relationships/notesMaster" Target="/ppt/notesMasters/notesMaster1.xml" Id="R90e0732ca5c34f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7ea32d0d0b42ac" /><Relationship Type="http://schemas.openxmlformats.org/officeDocument/2006/relationships/notesMaster" Target="/ppt/notesMasters/notesMaster1.xml" Id="R05961f88c4c14e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531f40975b4fe5" /><Relationship Type="http://schemas.openxmlformats.org/officeDocument/2006/relationships/notesMaster" Target="/ppt/notesMasters/notesMaster1.xml" Id="Ra76fa77999ae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7a7c98d58c4ab3" /><Relationship Type="http://schemas.openxmlformats.org/officeDocument/2006/relationships/notesMaster" Target="/ppt/notesMasters/notesMaster1.xml" Id="R6eefd96f4a3a42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712c80e36848f3" /><Relationship Type="http://schemas.openxmlformats.org/officeDocument/2006/relationships/notesMaster" Target="/ppt/notesMasters/notesMaster1.xml" Id="R51099e12c33849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0c370071c24718" /><Relationship Type="http://schemas.openxmlformats.org/officeDocument/2006/relationships/notesMaster" Target="/ppt/notesMasters/notesMaster1.xml" Id="R25f2511a6a1e46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182814eb0d40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4822da3034e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b0f78a2fa46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c5fc19ff3a47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0b8e3233f4e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f20873e6c42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21f5c11ba4d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ab354776a41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3c31ac4af4cf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f855f06dc412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6268c7afc422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e121329c25461f" /><Relationship Type="http://schemas.openxmlformats.org/officeDocument/2006/relationships/slideLayout" Target="/ppt/slideLayouts/slideLayout1.xml" Id="R24d29951855048ce" /><Relationship Type="http://schemas.openxmlformats.org/officeDocument/2006/relationships/slideLayout" Target="/ppt/slideLayouts/slideLayout2.xml" Id="Rc9ba8144d37f499b" /><Relationship Type="http://schemas.openxmlformats.org/officeDocument/2006/relationships/slideLayout" Target="/ppt/slideLayouts/slideLayout3.xml" Id="Re4134526661140a2" /><Relationship Type="http://schemas.openxmlformats.org/officeDocument/2006/relationships/slideLayout" Target="/ppt/slideLayouts/slideLayout4.xml" Id="Rc5befe191ee14c46" /><Relationship Type="http://schemas.openxmlformats.org/officeDocument/2006/relationships/slideLayout" Target="/ppt/slideLayouts/slideLayout5.xml" Id="R92efda0a7a6a4698" /><Relationship Type="http://schemas.openxmlformats.org/officeDocument/2006/relationships/slideLayout" Target="/ppt/slideLayouts/slideLayout6.xml" Id="Rbe66c73a9ead4bd4" /><Relationship Type="http://schemas.openxmlformats.org/officeDocument/2006/relationships/slideLayout" Target="/ppt/slideLayouts/slideLayout7.xml" Id="Ra356e7f4335641a3" /><Relationship Type="http://schemas.openxmlformats.org/officeDocument/2006/relationships/slideLayout" Target="/ppt/slideLayouts/slideLayout8.xml" Id="Rf7335c1bfd4848a8" /><Relationship Type="http://schemas.openxmlformats.org/officeDocument/2006/relationships/slideLayout" Target="/ppt/slideLayouts/slideLayout9.xml" Id="Rc3300a73f2b9412b" /><Relationship Type="http://schemas.openxmlformats.org/officeDocument/2006/relationships/slideLayout" Target="/ppt/slideLayouts/slideLayout10.xml" Id="Rfadeb540eb6d4a0c" /><Relationship Type="http://schemas.openxmlformats.org/officeDocument/2006/relationships/slideLayout" Target="/ppt/slideLayouts/slideLayout11.xml" Id="R4320a53c227145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d29951855048ce"/>
    <p:sldLayoutId xmlns:r="http://schemas.openxmlformats.org/officeDocument/2006/relationships" id="2147483650" r:id="Rc9ba8144d37f499b"/>
    <p:sldLayoutId xmlns:r="http://schemas.openxmlformats.org/officeDocument/2006/relationships" id="2147483651" r:id="Re4134526661140a2"/>
    <p:sldLayoutId xmlns:r="http://schemas.openxmlformats.org/officeDocument/2006/relationships" id="2147483652" r:id="Rc5befe191ee14c46"/>
    <p:sldLayoutId xmlns:r="http://schemas.openxmlformats.org/officeDocument/2006/relationships" id="2147483653" r:id="R92efda0a7a6a4698"/>
    <p:sldLayoutId xmlns:r="http://schemas.openxmlformats.org/officeDocument/2006/relationships" id="2147483654" r:id="Rbe66c73a9ead4bd4"/>
    <p:sldLayoutId xmlns:r="http://schemas.openxmlformats.org/officeDocument/2006/relationships" id="2147483655" r:id="Ra356e7f4335641a3"/>
    <p:sldLayoutId xmlns:r="http://schemas.openxmlformats.org/officeDocument/2006/relationships" id="2147483656" r:id="Rf7335c1bfd4848a8"/>
    <p:sldLayoutId xmlns:r="http://schemas.openxmlformats.org/officeDocument/2006/relationships" id="2147483657" r:id="Rc3300a73f2b9412b"/>
    <p:sldLayoutId xmlns:r="http://schemas.openxmlformats.org/officeDocument/2006/relationships" id="2147483658" r:id="Rfadeb540eb6d4a0c"/>
    <p:sldLayoutId xmlns:r="http://schemas.openxmlformats.org/officeDocument/2006/relationships" id="2147483659" r:id="R4320a53c2271453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c2c5edb80459d" /><Relationship Type="http://schemas.openxmlformats.org/officeDocument/2006/relationships/notesSlide" Target="/ppt/notesSlides/notesSlide1.xml" Id="R199671562c1a4c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5d1b2e7e694b1e" /><Relationship Type="http://schemas.openxmlformats.org/officeDocument/2006/relationships/image" Target="/ppt/media/image.png" Id="R78f18b0edee443af" /><Relationship Type="http://schemas.openxmlformats.org/officeDocument/2006/relationships/notesSlide" Target="/ppt/notesSlides/notesSlide2.xml" Id="Rf77422807a424a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cc3589f7b94e62" /><Relationship Type="http://schemas.openxmlformats.org/officeDocument/2006/relationships/image" Target="/ppt/media/image2.png" Id="Raad663ca618d458d" /><Relationship Type="http://schemas.openxmlformats.org/officeDocument/2006/relationships/notesSlide" Target="/ppt/notesSlides/notesSlide3.xml" Id="R759c6c7c23cd49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6c95ad3494ab4" /><Relationship Type="http://schemas.openxmlformats.org/officeDocument/2006/relationships/image" Target="/ppt/media/image3.png" Id="Rd2682945ac00437f" /><Relationship Type="http://schemas.openxmlformats.org/officeDocument/2006/relationships/notesSlide" Target="/ppt/notesSlides/notesSlide4.xml" Id="Rd6c304f6a20a45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c7702e2d98433e" /><Relationship Type="http://schemas.openxmlformats.org/officeDocument/2006/relationships/image" Target="/ppt/media/image4.png" Id="Ra966cfb878214746" /><Relationship Type="http://schemas.openxmlformats.org/officeDocument/2006/relationships/notesSlide" Target="/ppt/notesSlides/notesSlide5.xml" Id="Rb2bf5021ec024e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3cae1c6f7b487b" /><Relationship Type="http://schemas.openxmlformats.org/officeDocument/2006/relationships/image" Target="/ppt/media/image5.png" Id="R5b050c5afe3645ec" /><Relationship Type="http://schemas.openxmlformats.org/officeDocument/2006/relationships/notesSlide" Target="/ppt/notesSlides/notesSlide6.xml" Id="R99f110f5b22d43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05430220594a83" /><Relationship Type="http://schemas.openxmlformats.org/officeDocument/2006/relationships/notesSlide" Target="/ppt/notesSlides/notesSlide7.xml" Id="Rc783d8c60a4e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cb337f0a3d407e" /><Relationship Type="http://schemas.openxmlformats.org/officeDocument/2006/relationships/notesSlide" Target="/ppt/notesSlides/notesSlide8.xml" Id="R8182ca0ea6454a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Γραφικά Αντικείμενα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9E8C8-3379-4099-B1B9-A838D80A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εικόνας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842D1-5431-49CE-AD36-2451E08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&gt; Pictures για εικόνα από τον υπολογιστή.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το αρχείο και πατάμε Insert.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Online Pictures χρησιμοποιείται για διαδικτυακή αναζήτηση.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18b0edee443af"/>
          <a:stretch xmlns:a="http://schemas.openxmlformats.org/drawingml/2006/main"/>
        </p:blipFill>
        <p:spPr>
          <a:xfrm xmlns:a="http://schemas.openxmlformats.org/drawingml/2006/main">
            <a:off x="6762750" y="3007118"/>
            <a:ext cx="4191000" cy="843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811C2-3262-429E-A9F3-2B421C4C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Επιλογή και μετακίνηση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1F204-532B-4B5A-A2D6-F4774D20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Κάνουμε κλικ στο αντικείμενο.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Σύρουμε από το εσωτερικό για μετακίνηση.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Ctrl+C, Ctrl+X και Ctrl+V για αντιγραφή, αποκοπή και επικόλληση.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663ca618d458d"/>
          <a:stretch xmlns:a="http://schemas.openxmlformats.org/drawingml/2006/main"/>
        </p:blipFill>
        <p:spPr>
          <a:xfrm xmlns:a="http://schemas.openxmlformats.org/drawingml/2006/main">
            <a:off x="7000875" y="1571625"/>
            <a:ext cx="37147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4A5A7-AA6D-44CB-B42D-C89B7084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Αλλαγή μεγέθους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33285-71BC-448A-9CA6-D055A112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Σύρουμε μια γωνιακή λαβή για αναλογική αλλαγή μεγέθους.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Format &gt; Size γράφουμε ακριβές ύψος και πλάτος.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82945ac00437f"/>
          <a:stretch xmlns:a="http://schemas.openxmlformats.org/drawingml/2006/main"/>
        </p:blipFill>
        <p:spPr>
          <a:xfrm xmlns:a="http://schemas.openxmlformats.org/drawingml/2006/main">
            <a:off x="7832862" y="1571625"/>
            <a:ext cx="2050776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3E542-5103-49D2-90D3-7E0C991C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Περιστροφή και αναστροφή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63315-B0C5-46FA-9F79-27246718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Σύρουμε την πράσινη λαβή περιστροφής ή επιλέγουμε Format &gt; Rotate.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Flip Horizontal ή Vertical δημιουργεί κατοπτρισμό.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6cfb878214746"/>
          <a:stretch xmlns:a="http://schemas.openxmlformats.org/drawingml/2006/main"/>
        </p:blipFill>
        <p:spPr>
          <a:xfrm xmlns:a="http://schemas.openxmlformats.org/drawingml/2006/main">
            <a:off x="6762750" y="2501305"/>
            <a:ext cx="4191000" cy="18553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D898E-E7DB-4D14-9096-2AA92A98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Στοίχιση και σειρά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2CAF3-890A-4897-A51E-D619BCE3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Align ευθυγραμμίζει αντικείμενα.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Distribute μοιράζει ίσες αποστάσεις.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Bring Forward και Send Backward αλλάζουν τη σειρά επικάλυψης.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50c5afe3645ec"/>
          <a:stretch xmlns:a="http://schemas.openxmlformats.org/drawingml/2006/main"/>
        </p:blipFill>
        <p:spPr>
          <a:xfrm xmlns:a="http://schemas.openxmlformats.org/drawingml/2006/main">
            <a:off x="7731842" y="1571625"/>
            <a:ext cx="2252816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437BE-4A63-4124-AC5C-9ECB9297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B286F-33F7-407F-8CE3-F3F63FD1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0CC7A-3357-424C-9E6A-6C02C939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95-96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Europe1.pptx, Europe2.pptx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D2917-06C0-48D6-9322-0F8D2F2A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Εισαγωγή, αντιγραφή, μετακίνηση και μέγεθος εικόνων.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0F6EA-33D3-4B1B-B9C6-DAFBABA2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D8522-FACF-4DAB-AA1D-83173448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Β.4.2.M9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FD443-FB3F-491E-A643-F77605BC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96-97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18-23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EU.pptx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37427-0ED4-4ED4-B8A5-5DAD41E6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περιστροφή, στοίχιση και διάταξη αντικειμένων.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2026-09-12T06:53:00.8470000Z</dcterms:created>
  <dcterms:modified xsi:type="dcterms:W3CDTF">2026-09-12T06:53:00.8470000Z</dcterms:modified>
</coreProperties>
</file>