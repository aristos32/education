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d342337dd94f9d" /><Relationship Type="http://schemas.openxmlformats.org/officeDocument/2006/relationships/extended-properties" Target="/docProps/app.xml" Id="R7217c4f36ac04957" /><Relationship Type="http://schemas.openxmlformats.org/officeDocument/2006/relationships/officeDocument" Target="/ppt/presentation.xml" Id="R7120104384b541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00a9a51bd640c3"/>
  </p:sldMasterIdLst>
  <p:notesMasterIdLst>
    <p:notesMasterId xmlns:r="http://schemas.openxmlformats.org/officeDocument/2006/relationships" r:id="R4221f355ea214b85"/>
  </p:notesMasterIdLst>
  <p:sldIdLst>
    <p:sldId xmlns:r="http://schemas.openxmlformats.org/officeDocument/2006/relationships" id="256" r:id="Rc2ab88b13745401b"/>
    <p:sldId xmlns:r="http://schemas.openxmlformats.org/officeDocument/2006/relationships" id="257" r:id="Ra054ab9bc25e4a41"/>
    <p:sldId xmlns:r="http://schemas.openxmlformats.org/officeDocument/2006/relationships" id="258" r:id="Raa0b5100fe514146"/>
    <p:sldId xmlns:r="http://schemas.openxmlformats.org/officeDocument/2006/relationships" id="259" r:id="R2330c09ba806412a"/>
    <p:sldId xmlns:r="http://schemas.openxmlformats.org/officeDocument/2006/relationships" id="260" r:id="Ra47ee7ca07da422c"/>
    <p:sldId xmlns:r="http://schemas.openxmlformats.org/officeDocument/2006/relationships" id="261" r:id="Rf9ef1138c3ca4625"/>
    <p:sldId xmlns:r="http://schemas.openxmlformats.org/officeDocument/2006/relationships" id="262" r:id="R10c48ea91b864b9b"/>
    <p:sldId xmlns:r="http://schemas.openxmlformats.org/officeDocument/2006/relationships" id="263" r:id="R09c0da9f345142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ff55f5882848af" /><Relationship Type="http://schemas.openxmlformats.org/officeDocument/2006/relationships/slideMaster" Target="/ppt/slideMasters/slideMaster1.xml" Id="R2b00a9a51bd640c3" /><Relationship Type="http://schemas.openxmlformats.org/officeDocument/2006/relationships/notesMaster" Target="/ppt/notesMasters/notesMaster1.xml" Id="R4221f355ea214b85" /><Relationship Type="http://schemas.openxmlformats.org/officeDocument/2006/relationships/presProps" Target="/ppt/presProps.xml" Id="R940e1b426b594a75" /><Relationship Type="http://schemas.openxmlformats.org/officeDocument/2006/relationships/viewProps" Target="/ppt/viewProps.xml" Id="Rf63df8bb27aa40e3" /><Relationship Type="http://schemas.openxmlformats.org/officeDocument/2006/relationships/tableStyles" Target="/ppt/tableStyles.xml" Id="R3f787bda88904daa" /><Relationship Type="http://schemas.openxmlformats.org/officeDocument/2006/relationships/slide" Target="/ppt/slides/slide1.xml" Id="Rc2ab88b13745401b" /><Relationship Type="http://schemas.openxmlformats.org/officeDocument/2006/relationships/slide" Target="/ppt/slides/slide2.xml" Id="Ra054ab9bc25e4a41" /><Relationship Type="http://schemas.openxmlformats.org/officeDocument/2006/relationships/slide" Target="/ppt/slides/slide3.xml" Id="Raa0b5100fe514146" /><Relationship Type="http://schemas.openxmlformats.org/officeDocument/2006/relationships/slide" Target="/ppt/slides/slide4.xml" Id="R2330c09ba806412a" /><Relationship Type="http://schemas.openxmlformats.org/officeDocument/2006/relationships/slide" Target="/ppt/slides/slide5.xml" Id="Ra47ee7ca07da422c" /><Relationship Type="http://schemas.openxmlformats.org/officeDocument/2006/relationships/slide" Target="/ppt/slides/slide6.xml" Id="Rf9ef1138c3ca4625" /><Relationship Type="http://schemas.openxmlformats.org/officeDocument/2006/relationships/slide" Target="/ppt/slides/slide7.xml" Id="R10c48ea91b864b9b" /><Relationship Type="http://schemas.openxmlformats.org/officeDocument/2006/relationships/slide" Target="/ppt/slides/slide8.xml" Id="R09c0da9f345142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424d99d5e24b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b697238ad44bae" /><Relationship Type="http://schemas.openxmlformats.org/officeDocument/2006/relationships/notesMaster" Target="/ppt/notesMasters/notesMaster1.xml" Id="R9a819b55ad3c43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daba556e4c40da" /><Relationship Type="http://schemas.openxmlformats.org/officeDocument/2006/relationships/notesMaster" Target="/ppt/notesMasters/notesMaster1.xml" Id="Rca58bc9502b14b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e42c0fdd16421d" /><Relationship Type="http://schemas.openxmlformats.org/officeDocument/2006/relationships/notesMaster" Target="/ppt/notesMasters/notesMaster1.xml" Id="Rc653781fba1946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c9cdb797a3403a" /><Relationship Type="http://schemas.openxmlformats.org/officeDocument/2006/relationships/notesMaster" Target="/ppt/notesMasters/notesMaster1.xml" Id="R8d339b16eb3249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6d8acfda7a4cd2" /><Relationship Type="http://schemas.openxmlformats.org/officeDocument/2006/relationships/notesMaster" Target="/ppt/notesMasters/notesMaster1.xml" Id="R74f737cf18f846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5ca98908df40ef" /><Relationship Type="http://schemas.openxmlformats.org/officeDocument/2006/relationships/notesMaster" Target="/ppt/notesMasters/notesMaster1.xml" Id="R6d915ec89bc545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dcb8f97a064697" /><Relationship Type="http://schemas.openxmlformats.org/officeDocument/2006/relationships/notesMaster" Target="/ppt/notesMasters/notesMaster1.xml" Id="R781cb0b5c57a4f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3ac8bf4beb461f" /><Relationship Type="http://schemas.openxmlformats.org/officeDocument/2006/relationships/notesMaster" Target="/ppt/notesMasters/notesMaster1.xml" Id="R1a71529ed6f54b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6179b037e14b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b5db466ff34f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e0e3a57fef47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acaff4e8249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9f5ea6efb4f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a23e3272649c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ce246f36d4dc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7eee44f304d1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f8445a4474d0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51330eb169477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414054034407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d490eacf104d53" /><Relationship Type="http://schemas.openxmlformats.org/officeDocument/2006/relationships/slideLayout" Target="/ppt/slideLayouts/slideLayout1.xml" Id="R2c2e9a85993e4ee3" /><Relationship Type="http://schemas.openxmlformats.org/officeDocument/2006/relationships/slideLayout" Target="/ppt/slideLayouts/slideLayout2.xml" Id="R37f4ee4c777e49af" /><Relationship Type="http://schemas.openxmlformats.org/officeDocument/2006/relationships/slideLayout" Target="/ppt/slideLayouts/slideLayout3.xml" Id="Radf2c422159e4f1d" /><Relationship Type="http://schemas.openxmlformats.org/officeDocument/2006/relationships/slideLayout" Target="/ppt/slideLayouts/slideLayout4.xml" Id="R582c2a1115a4446b" /><Relationship Type="http://schemas.openxmlformats.org/officeDocument/2006/relationships/slideLayout" Target="/ppt/slideLayouts/slideLayout5.xml" Id="R44db20bd2ebd431c" /><Relationship Type="http://schemas.openxmlformats.org/officeDocument/2006/relationships/slideLayout" Target="/ppt/slideLayouts/slideLayout6.xml" Id="Re3da829443a34b92" /><Relationship Type="http://schemas.openxmlformats.org/officeDocument/2006/relationships/slideLayout" Target="/ppt/slideLayouts/slideLayout7.xml" Id="Rd1ca3ec13f234504" /><Relationship Type="http://schemas.openxmlformats.org/officeDocument/2006/relationships/slideLayout" Target="/ppt/slideLayouts/slideLayout8.xml" Id="R5a566e9ccc9d4a24" /><Relationship Type="http://schemas.openxmlformats.org/officeDocument/2006/relationships/slideLayout" Target="/ppt/slideLayouts/slideLayout9.xml" Id="R8eda5bb74bcf4d73" /><Relationship Type="http://schemas.openxmlformats.org/officeDocument/2006/relationships/slideLayout" Target="/ppt/slideLayouts/slideLayout10.xml" Id="R801ae2e6e2f549af" /><Relationship Type="http://schemas.openxmlformats.org/officeDocument/2006/relationships/slideLayout" Target="/ppt/slideLayouts/slideLayout11.xml" Id="Raf0792c8dc64444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2e9a85993e4ee3"/>
    <p:sldLayoutId xmlns:r="http://schemas.openxmlformats.org/officeDocument/2006/relationships" id="2147483650" r:id="R37f4ee4c777e49af"/>
    <p:sldLayoutId xmlns:r="http://schemas.openxmlformats.org/officeDocument/2006/relationships" id="2147483651" r:id="Radf2c422159e4f1d"/>
    <p:sldLayoutId xmlns:r="http://schemas.openxmlformats.org/officeDocument/2006/relationships" id="2147483652" r:id="R582c2a1115a4446b"/>
    <p:sldLayoutId xmlns:r="http://schemas.openxmlformats.org/officeDocument/2006/relationships" id="2147483653" r:id="R44db20bd2ebd431c"/>
    <p:sldLayoutId xmlns:r="http://schemas.openxmlformats.org/officeDocument/2006/relationships" id="2147483654" r:id="Re3da829443a34b92"/>
    <p:sldLayoutId xmlns:r="http://schemas.openxmlformats.org/officeDocument/2006/relationships" id="2147483655" r:id="Rd1ca3ec13f234504"/>
    <p:sldLayoutId xmlns:r="http://schemas.openxmlformats.org/officeDocument/2006/relationships" id="2147483656" r:id="R5a566e9ccc9d4a24"/>
    <p:sldLayoutId xmlns:r="http://schemas.openxmlformats.org/officeDocument/2006/relationships" id="2147483657" r:id="R8eda5bb74bcf4d73"/>
    <p:sldLayoutId xmlns:r="http://schemas.openxmlformats.org/officeDocument/2006/relationships" id="2147483658" r:id="R801ae2e6e2f549af"/>
    <p:sldLayoutId xmlns:r="http://schemas.openxmlformats.org/officeDocument/2006/relationships" id="2147483659" r:id="Raf0792c8dc64444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725143efa4fc0" /><Relationship Type="http://schemas.openxmlformats.org/officeDocument/2006/relationships/notesSlide" Target="/ppt/notesSlides/notesSlide1.xml" Id="R643e0affcbc940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941fbcd1874a5d" /><Relationship Type="http://schemas.openxmlformats.org/officeDocument/2006/relationships/image" Target="/ppt/media/image.png" Id="Rd23bcb14c98540e6" /><Relationship Type="http://schemas.openxmlformats.org/officeDocument/2006/relationships/notesSlide" Target="/ppt/notesSlides/notesSlide2.xml" Id="R5d752ed2f0c747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ec014608c646b6" /><Relationship Type="http://schemas.openxmlformats.org/officeDocument/2006/relationships/image" Target="/ppt/media/image2.png" Id="R3bb57ee5039f4547" /><Relationship Type="http://schemas.openxmlformats.org/officeDocument/2006/relationships/notesSlide" Target="/ppt/notesSlides/notesSlide3.xml" Id="Rbf5e26f920c949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d804d865344a2c" /><Relationship Type="http://schemas.openxmlformats.org/officeDocument/2006/relationships/image" Target="/ppt/media/image3.png" Id="R41d8079c3a4d4285" /><Relationship Type="http://schemas.openxmlformats.org/officeDocument/2006/relationships/notesSlide" Target="/ppt/notesSlides/notesSlide4.xml" Id="R7f69a988f2af4a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a34d0501114e49" /><Relationship Type="http://schemas.openxmlformats.org/officeDocument/2006/relationships/image" Target="/ppt/media/image4.png" Id="Raf3929ca47da4333" /><Relationship Type="http://schemas.openxmlformats.org/officeDocument/2006/relationships/notesSlide" Target="/ppt/notesSlides/notesSlide5.xml" Id="R02d70b4455ac44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dfc95f68ec4d7d" /><Relationship Type="http://schemas.openxmlformats.org/officeDocument/2006/relationships/image" Target="/ppt/media/image5.png" Id="R854e9d06c94a4a0b" /><Relationship Type="http://schemas.openxmlformats.org/officeDocument/2006/relationships/notesSlide" Target="/ppt/notesSlides/notesSlide6.xml" Id="R3a3222b1085b4e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2e65f9268246ee" /><Relationship Type="http://schemas.openxmlformats.org/officeDocument/2006/relationships/notesSlide" Target="/ppt/notesSlides/notesSlide7.xml" Id="Rccc0c8bb7d3b48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5855c6c58842d7" /><Relationship Type="http://schemas.openxmlformats.org/officeDocument/2006/relationships/notesSlide" Target="/ppt/notesSlides/notesSlide8.xml" Id="R189c05ceae044d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Σχεδίαση Γραφικών Αντικειμένων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BE129-C6D1-4FDA-8A5E-7428381B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Εισαγωγή σχημάτων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04E46-57E7-4B80-8945-4B7A8B7B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Insert &gt; Shapes.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γραμμή, βέλος, ορθογώνιο, έλλειψη ή άλλο σχήμα και σύρουμε στη διαφάνεια.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bcb14c98540e6"/>
          <a:stretch xmlns:a="http://schemas.openxmlformats.org/drawingml/2006/main"/>
        </p:blipFill>
        <p:spPr>
          <a:xfrm xmlns:a="http://schemas.openxmlformats.org/drawingml/2006/main">
            <a:off x="8075522" y="1571625"/>
            <a:ext cx="1565456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75DE5-E98E-46F3-9828-8D162F82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Γραμμές και βέλη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4AB62-0EA4-4477-BD27-5F0A0285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Shape Outline αλλάζει χρώμα και πάχος.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Arrows καθορίζει την αρχή και το τέλος της γραμμής.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57ee5039f4547"/>
          <a:stretch xmlns:a="http://schemas.openxmlformats.org/drawingml/2006/main"/>
        </p:blipFill>
        <p:spPr>
          <a:xfrm xmlns:a="http://schemas.openxmlformats.org/drawingml/2006/main">
            <a:off x="6762750" y="1889189"/>
            <a:ext cx="4191000" cy="30796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376CA-F4B3-445A-ABF6-E0738360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Γέμισμα και περίγραμμα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74745-2386-4880-9B3E-45BB63AE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Shape Fill αλλάζει το εσωτερικό χρώμα.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Shape Outline αλλάζει το περίγραμμα.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No Fill ή No Outline αφαιρεί την αντίστοιχη μορφοποίηση.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8079c3a4d4285"/>
          <a:stretch xmlns:a="http://schemas.openxmlformats.org/drawingml/2006/main"/>
        </p:blipFill>
        <p:spPr>
          <a:xfrm xmlns:a="http://schemas.openxmlformats.org/drawingml/2006/main">
            <a:off x="6762750" y="3246315"/>
            <a:ext cx="4191000" cy="36536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950CD-F941-4A4A-AF06-31DD6254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Κείμενο σε σχήμα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C5111-92DD-4B81-BB96-F3B87B8F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Κάνουμε κλικ στο σχήμα και γράφουμε.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Edit Text χρησιμοποιείται επίσης για προσθήκη ή αλλαγή κειμένου.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Μορφοποιούμε από Home &gt; Font.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929ca47da4333"/>
          <a:stretch xmlns:a="http://schemas.openxmlformats.org/drawingml/2006/main"/>
        </p:blipFill>
        <p:spPr>
          <a:xfrm xmlns:a="http://schemas.openxmlformats.org/drawingml/2006/main">
            <a:off x="7940618" y="1571625"/>
            <a:ext cx="1835263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00CC5-8A01-4D68-A4C9-121960DC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Αλλαγή σχήματος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1B80F-CE44-4046-A240-872C1100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Shape Format &gt; Edit Shape &gt; Change Shape.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Το νέο σχήμα διατηρεί το κείμενο και τις περισσότερες μορφοποιήσεις.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e9d06c94a4a0b"/>
          <a:stretch xmlns:a="http://schemas.openxmlformats.org/drawingml/2006/main"/>
        </p:blipFill>
        <p:spPr>
          <a:xfrm xmlns:a="http://schemas.openxmlformats.org/drawingml/2006/main">
            <a:off x="8308136" y="1571625"/>
            <a:ext cx="1100229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946AB-2B63-4219-B6EA-19BA6869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B2011-9B6B-4990-908D-36BA705D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20A83-676E-4E68-A610-1A6FD291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99-100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1-10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Shapes.pptx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476E9-5B7D-4A8D-A9BE-B5BDA256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Δημιουργία σχημάτων, γραμμών, βελών και κειμένου.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DDFC0-873D-46E4-92E2-CC394FE6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3A4E6-3C17-40A4-8516-52920D8C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6217F-0589-4203-8B35-81CDC8B7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100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Άσκηση 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Αντικείμενα.pptx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9D3E3-0ED5-479B-80DC-675E1FBE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Ολοκλήρωσε και αποθήκευσε τα γραφικά αντικείμενα.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2026-09-12T06:53:03.6880000Z</dcterms:created>
  <dcterms:modified xsi:type="dcterms:W3CDTF">2026-09-12T06:53:03.6880000Z</dcterms:modified>
</coreProperties>
</file>