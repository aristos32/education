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7b6bbd751aa24b93" /><Relationship Type="http://schemas.openxmlformats.org/officeDocument/2006/relationships/extended-properties" Target="/docProps/app.xml" Id="R32f2d86edd3949b3" /><Relationship Type="http://schemas.openxmlformats.org/officeDocument/2006/relationships/officeDocument" Target="/ppt/presentation.xml" Id="R95717f05a1cd4755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cacd5922e58444e4"/>
  </p:sldMasterIdLst>
  <p:notesMasterIdLst>
    <p:notesMasterId xmlns:r="http://schemas.openxmlformats.org/officeDocument/2006/relationships" r:id="R1ec3f41063614446"/>
  </p:notesMasterIdLst>
  <p:sldIdLst>
    <p:sldId xmlns:r="http://schemas.openxmlformats.org/officeDocument/2006/relationships" id="256" r:id="R7b01d2e2888643f9"/>
    <p:sldId xmlns:r="http://schemas.openxmlformats.org/officeDocument/2006/relationships" id="257" r:id="R87a6e392eba44046"/>
    <p:sldId xmlns:r="http://schemas.openxmlformats.org/officeDocument/2006/relationships" id="258" r:id="R78ffb44ce4ed42a5"/>
    <p:sldId xmlns:r="http://schemas.openxmlformats.org/officeDocument/2006/relationships" id="259" r:id="R1c4552910ccf4e1d"/>
    <p:sldId xmlns:r="http://schemas.openxmlformats.org/officeDocument/2006/relationships" id="260" r:id="Rdeaf8d5e669a4a08"/>
    <p:sldId xmlns:r="http://schemas.openxmlformats.org/officeDocument/2006/relationships" id="261" r:id="R012cdaaeb7db439e"/>
    <p:sldId xmlns:r="http://schemas.openxmlformats.org/officeDocument/2006/relationships" id="262" r:id="R768b1caf9f514d91"/>
    <p:sldId xmlns:r="http://schemas.openxmlformats.org/officeDocument/2006/relationships" id="263" r:id="R9675e84090994c0a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2008" cy="72008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103af4caad44539" /><Relationship Type="http://schemas.openxmlformats.org/officeDocument/2006/relationships/slideMaster" Target="/ppt/slideMasters/slideMaster1.xml" Id="Rcacd5922e58444e4" /><Relationship Type="http://schemas.openxmlformats.org/officeDocument/2006/relationships/notesMaster" Target="/ppt/notesMasters/notesMaster1.xml" Id="R1ec3f41063614446" /><Relationship Type="http://schemas.openxmlformats.org/officeDocument/2006/relationships/presProps" Target="/ppt/presProps.xml" Id="R91a2fcec2a7343c0" /><Relationship Type="http://schemas.openxmlformats.org/officeDocument/2006/relationships/viewProps" Target="/ppt/viewProps.xml" Id="Rd5bfde406f6e4aca" /><Relationship Type="http://schemas.openxmlformats.org/officeDocument/2006/relationships/tableStyles" Target="/ppt/tableStyles.xml" Id="R7ae2a9f6592e4d45" /><Relationship Type="http://schemas.openxmlformats.org/officeDocument/2006/relationships/slide" Target="/ppt/slides/slide1.xml" Id="R7b01d2e2888643f9" /><Relationship Type="http://schemas.openxmlformats.org/officeDocument/2006/relationships/slide" Target="/ppt/slides/slide2.xml" Id="R87a6e392eba44046" /><Relationship Type="http://schemas.openxmlformats.org/officeDocument/2006/relationships/slide" Target="/ppt/slides/slide3.xml" Id="R78ffb44ce4ed42a5" /><Relationship Type="http://schemas.openxmlformats.org/officeDocument/2006/relationships/slide" Target="/ppt/slides/slide4.xml" Id="R1c4552910ccf4e1d" /><Relationship Type="http://schemas.openxmlformats.org/officeDocument/2006/relationships/slide" Target="/ppt/slides/slide5.xml" Id="Rdeaf8d5e669a4a08" /><Relationship Type="http://schemas.openxmlformats.org/officeDocument/2006/relationships/slide" Target="/ppt/slides/slide6.xml" Id="R012cdaaeb7db439e" /><Relationship Type="http://schemas.openxmlformats.org/officeDocument/2006/relationships/slide" Target="/ppt/slides/slide7.xml" Id="R768b1caf9f514d91" /><Relationship Type="http://schemas.openxmlformats.org/officeDocument/2006/relationships/slide" Target="/ppt/slides/slide8.xml" Id="R9675e84090994c0a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055f79237ee6435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Office Theme">
  <a:themeElements>
    <a:clrScheme name="Red Violet">
      <a:dk1>
        <a:sysClr val="windowText" lastClr="000000"/>
      </a:dk1>
      <a:lt1>
        <a:sysClr val="window" lastClr="FFFFFF"/>
      </a:lt1>
      <a:dk2>
        <a:srgbClr val="454551"/>
      </a:dk2>
      <a:lt2>
        <a:srgbClr val="D8D9DC"/>
      </a:lt2>
      <a:accent1>
        <a:srgbClr val="E32D91"/>
      </a:accent1>
      <a:accent2>
        <a:srgbClr val="C830CC"/>
      </a:accent2>
      <a:accent3>
        <a:srgbClr val="4EA6DC"/>
      </a:accent3>
      <a:accent4>
        <a:srgbClr val="4775E7"/>
      </a:accent4>
      <a:accent5>
        <a:srgbClr val="8971E1"/>
      </a:accent5>
      <a:accent6>
        <a:srgbClr val="D54773"/>
      </a:accent6>
      <a:hlink>
        <a:srgbClr val="6B9F25"/>
      </a:hlink>
      <a:folHlink>
        <a:srgbClr val="8C8C8C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Red Violet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3482190dc1444b65" /><Relationship Type="http://schemas.openxmlformats.org/officeDocument/2006/relationships/notesMaster" Target="/ppt/notesMasters/notesMaster1.xml" Id="R0d9c02c43eba4e20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cf1bd57cf44c4644" /><Relationship Type="http://schemas.openxmlformats.org/officeDocument/2006/relationships/notesMaster" Target="/ppt/notesMasters/notesMaster1.xml" Id="R6b90c4c3bf184fa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0bd0317a6aa74a56" /><Relationship Type="http://schemas.openxmlformats.org/officeDocument/2006/relationships/notesMaster" Target="/ppt/notesMasters/notesMaster1.xml" Id="Rb0cc48d62ba1421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3bce7acc86104c16" /><Relationship Type="http://schemas.openxmlformats.org/officeDocument/2006/relationships/notesMaster" Target="/ppt/notesMasters/notesMaster1.xml" Id="R27bfa028ed5740f2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4ea868035b6d4fc1" /><Relationship Type="http://schemas.openxmlformats.org/officeDocument/2006/relationships/notesMaster" Target="/ppt/notesMasters/notesMaster1.xml" Id="R1dd198e7635a4b1c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51f7cfc3db5f412f" /><Relationship Type="http://schemas.openxmlformats.org/officeDocument/2006/relationships/notesMaster" Target="/ppt/notesMasters/notesMaster1.xml" Id="R7546b90d69ff494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510cb66822714fa5" /><Relationship Type="http://schemas.openxmlformats.org/officeDocument/2006/relationships/notesMaster" Target="/ppt/notesMasters/notesMaster1.xml" Id="Re3ac1c314bf14329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913b8e7ef86048c7" /><Relationship Type="http://schemas.openxmlformats.org/officeDocument/2006/relationships/notesMaster" Target="/ppt/notesMasters/notesMaster1.xml" Id="R691df946d8384853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Screenshot: https://www.howtoexcel.org/shift-cells-down/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Screenshot: https://500rockets.io/excel/the-excel-move-column-tutorial-59/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Screenshot: https://smallbiztrends.com/how-to-delete-your-twitter-account/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Screenshot: https://excelinsights.net/web/find-replace-data/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b929fcd5293406d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ef917d397324453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e8815bc5f944d99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a8e3f2c658e54637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06acec50eb84070" /></Relationships>
</file>

<file path=ppt/slideLayouts/_rels/slideLayout6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88cb4be18914d8c" /></Relationships>
</file>

<file path=ppt/slideLayouts/_rels/slideLayout7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0ce52f7b1c594efc" /></Relationships>
</file>

<file path=ppt/slideLayouts/_rels/slideLayout8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d79b10f0a314efe" /></Relationships>
</file>

<file path=ppt/slideLayouts/_rels/slideLayout9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7b97263fd8294993" /></Relationships>
</file>

<file path=ppt/slideLayouts/_rels/slideLayout10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1bac74c2de04c17" /></Relationships>
</file>

<file path=ppt/slideLayouts/_rels/slideLayout1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ca0740a1cb75480c" /></Relationships>
</file>

<file path=ppt/slideLayouts/slideLayout1.xml><?xml version="1.0" encoding="utf-8"?>
<p:sldLayout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F9585AB-590D-2940-F9D8-91A2DEA70AEC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24000" y="1122363"/>
            <a:ext cx="9144000" cy="2387600"/>
          </a:xfrm>
        </p:spPr>
        <p:txBody>
          <a:bodyPr xmlns:a="http://schemas.openxmlformats.org/drawingml/2006/main" anchor="b"/>
          <a:lstStyle xmlns:a="http://schemas.openxmlformats.org/drawingml/2006/main">
            <a:lvl1pPr algn="ctr"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8B41E1D7-50E5-605C-ACD7-89AFACCFD5E6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3602038"/>
            <a:ext cx="9144000" cy="1655762"/>
          </a:xfrm>
        </p:spPr>
        <p:txBody>
          <a:bodyPr xmlns:a="http://schemas.openxmlformats.org/drawingml/2006/main"/>
          <a:lstStyle xmlns:a="http://schemas.openxmlformats.org/drawingml/2006/main"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 xmlns:a="http://schemas.openxmlformats.org/drawingml/2006/main">
            <a:r>
              <a:t>Click to edit Master subtitle style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1DEE8DB3-D225-FB0F-4A95-87FE121ACE41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DB99004-FBBF-4BCC-9BC3-88F554ADE514}" type="datetimeFigureOut">
              <a:t>09/10/2026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47F4E33A-D01E-EAC3-6198-75DCE67E4BA9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0A783C2F-F6A4-CF68-E054-91D3A8A6FC35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721C89F-AE7A-4C3B-889F-FA429D0A7F97}" type="slidenum">
              <a:t>‹#›</a:t>
            </a:fld>
            <a:endParaRPr/>
          </a:p>
        </p:txBody>
      </p:sp>
    </p:spTree>
  </p:cSld>
</p:sldLayout>
</file>

<file path=ppt/slideLayouts/slideLayout2.xml><?xml version="1.0" encoding="utf-8"?>
<p:sldLayout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49D58505-B11D-1416-6D6F-42532E02D9F3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C8E57602-7C8E-F65F-3DCB-CA7DA659D752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B8E13BDD-A3BD-F0FA-C970-7CE1AFD2115B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DB99004-FBBF-4BCC-9BC3-88F554ADE514}" type="datetimeFigureOut">
              <a:t>09/10/2026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839A8432-C7E6-45F5-17B8-825C34C7B69E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432DBF15-3DC3-0F8C-B5EC-8D7DEA727DBD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721C89F-AE7A-4C3B-889F-FA429D0A7F97}" type="slidenum">
              <a:t>‹#›</a:t>
            </a:fld>
            <a:endParaRPr/>
          </a:p>
        </p:txBody>
      </p:sp>
    </p:spTree>
  </p:cSld>
</p:sldLayout>
</file>

<file path=ppt/slideLayouts/slideLayout3.xml><?xml version="1.0" encoding="utf-8"?>
<p:sldLayout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85A48EAB-F365-E770-1C52-96B2FFEDBA1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1850" y="1709738"/>
            <a:ext cx="10515600" cy="2852737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60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F95EF05D-0555-A1C8-D595-C855A03CE56D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1850" y="4589463"/>
            <a:ext cx="10515600" cy="1500187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2EC5151F-7E9E-AD94-792E-FA61FDA2DA6E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DB99004-FBBF-4BCC-9BC3-88F554ADE514}" type="datetimeFigureOut">
              <a:t>09/10/2026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55AE9C9E-7194-E1C7-7588-B038C3405E62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E468C605-454F-8B7B-3D33-D05911EDD86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721C89F-AE7A-4C3B-889F-FA429D0A7F97}" type="slidenum">
              <a:t>‹#›</a:t>
            </a:fld>
            <a:endParaRPr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7A305F7B-A0AC-1293-82D4-9C86467F10C8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BE3EC535-A3DE-99E7-ABC8-9CC4CE6E3DCE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D2EDD5AB-35E0-87E1-275F-04606C697E97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EB510989-7939-77EB-0752-100DC7AFE1E7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DB99004-FBBF-4BCC-9BC3-88F554ADE514}" type="datetimeFigureOut">
              <a:t>09/10/2026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E7AA337F-EF84-36B2-1842-7E5CFCFDF36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2F313D7F-1250-5155-CC8F-1D7F74BF58B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721C89F-AE7A-4C3B-889F-FA429D0A7F97}" type="slidenum">
              <a:t>‹#›</a:t>
            </a:fld>
            <a:endParaRPr/>
          </a:p>
        </p:txBody>
      </p:sp>
    </p:spTree>
  </p:cSld>
</p:sldLayout>
</file>

<file path=ppt/slideLayouts/slideLayout5.xml><?xml version="1.0" encoding="utf-8"?>
<p:sldLayout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50BF6333-8C0F-A01D-5F86-7F6CB2076CC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38B0F6EB-5092-BB38-AE7A-D8A53CBE1282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9788" y="1681163"/>
            <a:ext cx="5157787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4" name="Content Placeholder 3">
            <a:extLst xmlns:a="http://schemas.openxmlformats.org/drawingml/2006/main">
              <a:ext uri="{FF2B5EF4-FFF2-40B4-BE49-F238E27FC236}">
                <a16:creationId xmlns:a16="http://schemas.microsoft.com/office/drawing/2014/main" id="{A62B800C-4EB4-5C42-1D78-6D44443DC87B}"/>
              </a:ext>
            </a:extLst>
          </p:cNvPr>
          <p:cNvSpPr>
            <a:spLocks xmlns:a="http://schemas.openxmlformats.org/drawingml/2006/main" noGrp="1"/>
          </p:cNvSpPr>
          <p:nvPr>
            <p:ph idx="2"/>
          </p:nvPr>
        </p:nvSpPr>
        <p:spPr>
          <a:xfrm xmlns:a="http://schemas.openxmlformats.org/drawingml/2006/main">
            <a:off x="839788" y="2505075"/>
            <a:ext cx="5157787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5" name="Text Placeholder 4">
            <a:extLst xmlns:a="http://schemas.openxmlformats.org/drawingml/2006/main">
              <a:ext uri="{FF2B5EF4-FFF2-40B4-BE49-F238E27FC236}">
                <a16:creationId xmlns:a16="http://schemas.microsoft.com/office/drawing/2014/main" id="{80E5F6E3-A638-F3AA-A0D8-8243AE1143A5}"/>
              </a:ext>
            </a:extLst>
          </p:cNvPr>
          <p:cNvSpPr>
            <a:spLocks xmlns:a="http://schemas.openxmlformats.org/drawingml/2006/main" noGrp="1"/>
          </p:cNvSpPr>
          <p:nvPr>
            <p:ph type="body" idx="3"/>
          </p:nvPr>
        </p:nvSpPr>
        <p:spPr>
          <a:xfrm xmlns:a="http://schemas.openxmlformats.org/drawingml/2006/main">
            <a:off x="6172200" y="1681163"/>
            <a:ext cx="5183188" cy="823912"/>
          </a:xfrm>
        </p:spPr>
        <p:txBody>
          <a:bodyPr xmlns:a="http://schemas.openxmlformats.org/drawingml/2006/main" anchor="b"/>
          <a:lstStyle xmlns:a="http://schemas.openxmlformats.org/drawingml/2006/main"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6" name="Content Placeholder 5">
            <a:extLst xmlns:a="http://schemas.openxmlformats.org/drawingml/2006/main">
              <a:ext uri="{FF2B5EF4-FFF2-40B4-BE49-F238E27FC236}">
                <a16:creationId xmlns:a16="http://schemas.microsoft.com/office/drawing/2014/main" id="{32606B9C-947E-6E0E-3FB7-6409CA1AA08B}"/>
              </a:ext>
            </a:extLst>
          </p:cNvPr>
          <p:cNvSpPr>
            <a:spLocks xmlns:a="http://schemas.openxmlformats.org/drawingml/2006/main" noGrp="1"/>
          </p:cNvSpPr>
          <p:nvPr>
            <p:ph idx="4"/>
          </p:nvPr>
        </p:nvSpPr>
        <p:spPr>
          <a:xfrm xmlns:a="http://schemas.openxmlformats.org/drawingml/2006/main">
            <a:off x="6172200" y="2505075"/>
            <a:ext cx="5183188" cy="368458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7" name="Date Placeholder 6">
            <a:extLst xmlns:a="http://schemas.openxmlformats.org/drawingml/2006/main">
              <a:ext uri="{FF2B5EF4-FFF2-40B4-BE49-F238E27FC236}">
                <a16:creationId xmlns:a16="http://schemas.microsoft.com/office/drawing/2014/main" id="{B749EA02-9727-20CE-6F2F-AEE777190319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DB99004-FBBF-4BCC-9BC3-88F554ADE514}" type="datetimeFigureOut">
              <a:t>09/10/2026</a:t>
            </a:fld>
            <a:endParaRPr/>
          </a:p>
        </p:txBody>
      </p:sp>
      <p:sp>
        <p:nvSpPr>
          <p:cNvPr id="8" name="Footer Placeholder 7">
            <a:extLst xmlns:a="http://schemas.openxmlformats.org/drawingml/2006/main">
              <a:ext uri="{FF2B5EF4-FFF2-40B4-BE49-F238E27FC236}">
                <a16:creationId xmlns:a16="http://schemas.microsoft.com/office/drawing/2014/main" id="{40455506-EB11-CC08-A287-4C40A1068BE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Slide Number Placeholder 8">
            <a:extLst xmlns:a="http://schemas.openxmlformats.org/drawingml/2006/main">
              <a:ext uri="{FF2B5EF4-FFF2-40B4-BE49-F238E27FC236}">
                <a16:creationId xmlns:a16="http://schemas.microsoft.com/office/drawing/2014/main" id="{9729B98D-1ABA-F8A4-E267-33AA94C8147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721C89F-AE7A-4C3B-889F-FA429D0A7F97}" type="slidenum">
              <a:t>‹#›</a:t>
            </a:fld>
            <a:endParaRPr/>
          </a:p>
        </p:txBody>
      </p:sp>
    </p:spTree>
  </p:cSld>
</p:sldLayout>
</file>

<file path=ppt/slideLayouts/slideLayout6.xml><?xml version="1.0" encoding="utf-8"?>
<p:sldLayout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9DC44A6F-AB0F-F2C2-8460-CD823A4D0309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Date Placeholder 2">
            <a:extLst xmlns:a="http://schemas.openxmlformats.org/drawingml/2006/main">
              <a:ext uri="{FF2B5EF4-FFF2-40B4-BE49-F238E27FC236}">
                <a16:creationId xmlns:a16="http://schemas.microsoft.com/office/drawing/2014/main" id="{AABB32F1-CA42-21EF-BB3D-FD9E4BF810F5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DB99004-FBBF-4BCC-9BC3-88F554ADE514}" type="datetimeFigureOut">
              <a:t>09/10/2026</a:t>
            </a:fld>
            <a:endParaRPr/>
          </a:p>
        </p:txBody>
      </p:sp>
      <p:sp>
        <p:nvSpPr>
          <p:cNvPr id="4" name="Footer Placeholder 3">
            <a:extLst xmlns:a="http://schemas.openxmlformats.org/drawingml/2006/main">
              <a:ext uri="{FF2B5EF4-FFF2-40B4-BE49-F238E27FC236}">
                <a16:creationId xmlns:a16="http://schemas.microsoft.com/office/drawing/2014/main" id="{58D18139-25BA-A607-F49E-FAC8B9FF80F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Slide Number Placeholder 4">
            <a:extLst xmlns:a="http://schemas.openxmlformats.org/drawingml/2006/main">
              <a:ext uri="{FF2B5EF4-FFF2-40B4-BE49-F238E27FC236}">
                <a16:creationId xmlns:a16="http://schemas.microsoft.com/office/drawing/2014/main" id="{AB1A14D5-22B8-8B31-2F15-3327A9172AE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721C89F-AE7A-4C3B-889F-FA429D0A7F97}" type="slidenum">
              <a:t>‹#›</a:t>
            </a:fld>
            <a:endParaRPr/>
          </a:p>
        </p:txBody>
      </p:sp>
    </p:spTree>
  </p:cSld>
</p:sldLayout>
</file>

<file path=ppt/slideLayouts/slideLayout7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ate Placeholder 1">
            <a:extLst xmlns:a="http://schemas.openxmlformats.org/drawingml/2006/main">
              <a:ext uri="{FF2B5EF4-FFF2-40B4-BE49-F238E27FC236}">
                <a16:creationId xmlns:a16="http://schemas.microsoft.com/office/drawing/2014/main" id="{EF651FDA-FADC-718F-3679-DD1D82038C7D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DB99004-FBBF-4BCC-9BC3-88F554ADE514}" type="datetimeFigureOut">
              <a:t>09/10/2026</a:t>
            </a:fld>
            <a:endParaRPr/>
          </a:p>
        </p:txBody>
      </p:sp>
      <p:sp>
        <p:nvSpPr>
          <p:cNvPr id="3" name="Footer Placeholder 2">
            <a:extLst xmlns:a="http://schemas.openxmlformats.org/drawingml/2006/main">
              <a:ext uri="{FF2B5EF4-FFF2-40B4-BE49-F238E27FC236}">
                <a16:creationId xmlns:a16="http://schemas.microsoft.com/office/drawing/2014/main" id="{9B6CFA23-F762-DAC7-F055-34BBBEEA1BE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>
            <a:extLst xmlns:a="http://schemas.openxmlformats.org/drawingml/2006/main">
              <a:ext uri="{FF2B5EF4-FFF2-40B4-BE49-F238E27FC236}">
                <a16:creationId xmlns:a16="http://schemas.microsoft.com/office/drawing/2014/main" id="{0EE4845E-D252-E586-D35F-F6971F010B7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721C89F-AE7A-4C3B-889F-FA429D0A7F97}" type="slidenum">
              <a:t>‹#›</a:t>
            </a:fld>
            <a:endParaRPr/>
          </a:p>
        </p:txBody>
      </p:sp>
    </p:spTree>
  </p:cSld>
</p:sldLayout>
</file>

<file path=ppt/slideLayouts/slideLayout8.xml><?xml version="1.0" encoding="utf-8"?>
<p:sldLayout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F3CC88C-4219-7229-D578-F248CEBE55E1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Content Placeholder 2">
            <a:extLst xmlns:a="http://schemas.openxmlformats.org/drawingml/2006/main">
              <a:ext uri="{FF2B5EF4-FFF2-40B4-BE49-F238E27FC236}">
                <a16:creationId xmlns:a16="http://schemas.microsoft.com/office/drawing/2014/main" id="{778FCADE-8154-624B-6907-062ADFA184E2}"/>
              </a:ext>
            </a:extLst>
          </p:cNvPr>
          <p:cNvSpPr>
            <a:spLocks xmlns:a="http://schemas.openxmlformats.org/drawingml/2006/main" noGrp="1"/>
          </p:cNvSpPr>
          <p:nvPr>
            <p:ph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>
              <a:buNone/>
              <a:defRPr sz="3200"/>
            </a:lvl1pPr>
            <a:lvl2pPr>
              <a:buNone/>
              <a:defRPr sz="2800"/>
            </a:lvl2pPr>
            <a:lvl3pPr>
              <a:buNone/>
              <a:defRPr sz="2400"/>
            </a:lvl3pPr>
            <a:lvl4pPr>
              <a:buNone/>
              <a:defRPr sz="2000"/>
            </a:lvl4pPr>
            <a:lvl5pPr>
              <a:buNone/>
              <a:defRPr sz="2000"/>
            </a:lvl5pPr>
            <a:lvl6pPr>
              <a:buNone/>
              <a:defRPr sz="2000"/>
            </a:lvl6pPr>
            <a:lvl7pPr>
              <a:buNone/>
              <a:defRPr sz="2000"/>
            </a:lvl7pPr>
            <a:lvl8pPr>
              <a:buNone/>
              <a:defRPr sz="2000"/>
            </a:lvl8pPr>
            <a:lvl9pPr>
              <a:buNone/>
              <a:defRPr sz="2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DF788E2C-3D70-2723-B03E-3E54F428E714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CDF4CF5D-DB9F-46BD-AA7E-99259ABBDFB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DB99004-FBBF-4BCC-9BC3-88F554ADE514}" type="datetimeFigureOut">
              <a:t>09/10/2026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BDD966BC-122D-0C34-66A6-82641A0F33C0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E30D53ED-CC38-27CB-CE75-0363724E29C7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721C89F-AE7A-4C3B-889F-FA429D0A7F97}" type="slidenum">
              <a:t>‹#›</a:t>
            </a:fld>
            <a:endParaRPr/>
          </a:p>
        </p:txBody>
      </p:sp>
    </p:spTree>
  </p:cSld>
</p:sldLayout>
</file>

<file path=ppt/slideLayouts/slideLayout9.xml><?xml version="1.0" encoding="utf-8"?>
<p:sldLayout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ED3D30A6-B84A-5729-409B-EECAD253844D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9788" y="457200"/>
            <a:ext cx="3932237" cy="1600200"/>
          </a:xfrm>
        </p:spPr>
        <p:txBody>
          <a:bodyPr xmlns:a="http://schemas.openxmlformats.org/drawingml/2006/main" anchor="b"/>
          <a:lstStyle xmlns:a="http://schemas.openxmlformats.org/drawingml/2006/main">
            <a:lvl1pPr>
              <a:buNone/>
              <a:defRPr sz="3200"/>
            </a:lvl1pPr>
          </a:lstStyle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Picture Placeholder 2">
            <a:extLst xmlns:a="http://schemas.openxmlformats.org/drawingml/2006/main">
              <a:ext uri="{FF2B5EF4-FFF2-40B4-BE49-F238E27FC236}">
                <a16:creationId xmlns:a16="http://schemas.microsoft.com/office/drawing/2014/main" id="{D18942B2-A346-D722-B157-F50399986B7A}"/>
              </a:ext>
            </a:extLst>
          </p:cNvPr>
          <p:cNvSpPr>
            <a:spLocks xmlns:a="http://schemas.openxmlformats.org/drawingml/2006/main" noGrp="1"/>
          </p:cNvSpPr>
          <p:nvPr>
            <p:ph type="pic" idx="1"/>
          </p:nvPr>
        </p:nvSpPr>
        <p:spPr>
          <a:xfrm xmlns:a="http://schemas.openxmlformats.org/drawingml/2006/main">
            <a:off x="5183188" y="987425"/>
            <a:ext cx="6172200" cy="4873625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 xmlns:a="http://schemas.openxmlformats.org/drawingml/2006/main">
            <a:endParaRPr/>
          </a:p>
        </p:txBody>
      </p:sp>
      <p:sp>
        <p:nvSpPr>
          <p:cNvPr id="4" name="Text Placeholder 3">
            <a:extLst xmlns:a="http://schemas.openxmlformats.org/drawingml/2006/main">
              <a:ext uri="{FF2B5EF4-FFF2-40B4-BE49-F238E27FC236}">
                <a16:creationId xmlns:a16="http://schemas.microsoft.com/office/drawing/2014/main" id="{B4D48F45-61CA-44E0-DBAE-9D36F6365D33}"/>
              </a:ext>
            </a:extLst>
          </p:cNvPr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839788" y="2057400"/>
            <a:ext cx="3932237" cy="3811588"/>
          </a:xfrm>
        </p:spPr>
        <p:txBody>
          <a:bodyPr xmlns:a="http://schemas.openxmlformats.org/drawingml/2006/main"/>
          <a:lstStyle xmlns:a="http://schemas.openxmlformats.org/drawingml/2006/main"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 xmlns:a="http://schemas.openxmlformats.org/drawingml/2006/main">
            <a:pPr lvl="0">
              <a:buNone/>
            </a:pPr>
            <a:r>
              <a:t>Click to edit Master text styles</a:t>
            </a:r>
          </a:p>
        </p:txBody>
      </p:sp>
      <p:sp>
        <p:nvSpPr>
          <p:cNvPr id="5" name="Date Placeholder 4">
            <a:extLst xmlns:a="http://schemas.openxmlformats.org/drawingml/2006/main">
              <a:ext uri="{FF2B5EF4-FFF2-40B4-BE49-F238E27FC236}">
                <a16:creationId xmlns:a16="http://schemas.microsoft.com/office/drawing/2014/main" id="{F87F642F-E08C-B0D6-DCF9-FC1121C3A7D2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DB99004-FBBF-4BCC-9BC3-88F554ADE514}" type="datetimeFigureOut">
              <a:t>09/10/2026</a:t>
            </a:fld>
            <a:endParaRPr/>
          </a:p>
        </p:txBody>
      </p:sp>
      <p:sp>
        <p:nvSpPr>
          <p:cNvPr id="6" name="Footer Placeholder 5">
            <a:extLst xmlns:a="http://schemas.openxmlformats.org/drawingml/2006/main">
              <a:ext uri="{FF2B5EF4-FFF2-40B4-BE49-F238E27FC236}">
                <a16:creationId xmlns:a16="http://schemas.microsoft.com/office/drawing/2014/main" id="{615CD439-5831-B89F-A032-126BDC3BCCD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Slide Number Placeholder 6">
            <a:extLst xmlns:a="http://schemas.openxmlformats.org/drawingml/2006/main">
              <a:ext uri="{FF2B5EF4-FFF2-40B4-BE49-F238E27FC236}">
                <a16:creationId xmlns:a16="http://schemas.microsoft.com/office/drawing/2014/main" id="{ACF8F52A-1268-BF36-C904-53855E60D1CE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721C89F-AE7A-4C3B-889F-FA429D0A7F97}" type="slidenum">
              <a:t>‹#›</a:t>
            </a:fld>
            <a:endParaRPr/>
          </a:p>
        </p:txBody>
      </p:sp>
    </p:spTree>
  </p:cSld>
</p:sldLayout>
</file>

<file path=ppt/slideLayouts/slideLayout10.xml><?xml version="1.0" encoding="utf-8"?>
<p:sldLayout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D44DC5F4-D20C-2DB3-8411-B320533BB9DA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030EA972-BBB4-2124-F72C-ECCD0063490E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3644EE25-5808-5EF9-D529-A97D9A5F4E7F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DB99004-FBBF-4BCC-9BC3-88F554ADE514}" type="datetimeFigureOut">
              <a:t>09/10/2026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9662F814-6E03-DA7E-994E-BD8357BF20F4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7B08E29C-8AD9-8F1D-C539-6DC238A4F76A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721C89F-AE7A-4C3B-889F-FA429D0A7F97}" type="slidenum">
              <a:t>‹#›</a:t>
            </a:fld>
            <a:endParaRPr/>
          </a:p>
        </p:txBody>
      </p:sp>
    </p:spTree>
  </p:cSld>
</p:sldLayout>
</file>

<file path=ppt/slideLayouts/slideLayout11.xml><?xml version="1.0" encoding="utf-8"?>
<p:sldLayout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Vertical Title 1">
            <a:extLst xmlns:a="http://schemas.openxmlformats.org/drawingml/2006/main">
              <a:ext uri="{FF2B5EF4-FFF2-40B4-BE49-F238E27FC236}">
                <a16:creationId xmlns:a16="http://schemas.microsoft.com/office/drawing/2014/main" id="{7E9B99B6-549F-E1E7-9083-8BA3B57D86FB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724900" y="365125"/>
            <a:ext cx="26289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Vertical Text Placeholder 2">
            <a:extLst xmlns:a="http://schemas.openxmlformats.org/drawingml/2006/main">
              <a:ext uri="{FF2B5EF4-FFF2-40B4-BE49-F238E27FC236}">
                <a16:creationId xmlns:a16="http://schemas.microsoft.com/office/drawing/2014/main" id="{DE6435A8-2F0B-810A-E41D-C6ABD4CC491A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365125"/>
            <a:ext cx="7734300" cy="5811838"/>
          </a:xfrm>
        </p:spPr>
        <p:txBody>
          <a:bodyPr xmlns:a="http://schemas.openxmlformats.org/drawingml/2006/main" vert="eaVert"/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62877F48-282A-7BEC-513D-DD66A962A5D6}"/>
              </a:ext>
            </a:extLst>
          </p:cNvPr>
          <p:cNvSpPr>
            <a:spLocks xmlns:a="http://schemas.openxmlformats.org/drawingml/2006/main" noGrp="1"/>
          </p:cNvSpPr>
          <p:nvPr>
            <p:ph type="dt" idx="10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EDB99004-FBBF-4BCC-9BC3-88F554ADE514}" type="datetimeFigureOut">
              <a:t>09/10/2026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F9E748BA-3A52-EFDE-3B83-2A4BC456874D}"/>
              </a:ext>
            </a:extLst>
          </p:cNvPr>
          <p:cNvSpPr>
            <a:spLocks xmlns:a="http://schemas.openxmlformats.org/drawingml/2006/main" noGrp="1"/>
          </p:cNvSpPr>
          <p:nvPr>
            <p:ph type="ftr" idx="1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11D26422-6EB7-6DF1-340C-059F62421668}"/>
              </a:ext>
            </a:extLst>
          </p:cNvPr>
          <p:cNvSpPr>
            <a:spLocks xmlns:a="http://schemas.openxmlformats.org/drawingml/2006/main" noGrp="1"/>
          </p:cNvSpPr>
          <p:nvPr>
            <p:ph type="sldNum" idx="12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fld id="{3721C89F-AE7A-4C3B-889F-FA429D0A7F97}" type="slidenum">
              <a:t>‹#›</a:t>
            </a:fld>
            <a:endParaRPr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0cb63d535aa643b3" /><Relationship Type="http://schemas.openxmlformats.org/officeDocument/2006/relationships/slideLayout" Target="/ppt/slideLayouts/slideLayout1.xml" Id="R3a4c957ed6314b12" /><Relationship Type="http://schemas.openxmlformats.org/officeDocument/2006/relationships/slideLayout" Target="/ppt/slideLayouts/slideLayout2.xml" Id="R2b089cc8bd6e4de8" /><Relationship Type="http://schemas.openxmlformats.org/officeDocument/2006/relationships/slideLayout" Target="/ppt/slideLayouts/slideLayout3.xml" Id="R21ec38bd7d264117" /><Relationship Type="http://schemas.openxmlformats.org/officeDocument/2006/relationships/slideLayout" Target="/ppt/slideLayouts/slideLayout4.xml" Id="R7e866bdca74447c5" /><Relationship Type="http://schemas.openxmlformats.org/officeDocument/2006/relationships/slideLayout" Target="/ppt/slideLayouts/slideLayout5.xml" Id="R23fbe5a1349641db" /><Relationship Type="http://schemas.openxmlformats.org/officeDocument/2006/relationships/slideLayout" Target="/ppt/slideLayouts/slideLayout6.xml" Id="Rb45148e8eb9a4301" /><Relationship Type="http://schemas.openxmlformats.org/officeDocument/2006/relationships/slideLayout" Target="/ppt/slideLayouts/slideLayout7.xml" Id="Re5a57325741c40c6" /><Relationship Type="http://schemas.openxmlformats.org/officeDocument/2006/relationships/slideLayout" Target="/ppt/slideLayouts/slideLayout8.xml" Id="Rad2c944ed50142a3" /><Relationship Type="http://schemas.openxmlformats.org/officeDocument/2006/relationships/slideLayout" Target="/ppt/slideLayouts/slideLayout9.xml" Id="R3cb0309cc1714682" /><Relationship Type="http://schemas.openxmlformats.org/officeDocument/2006/relationships/slideLayout" Target="/ppt/slideLayouts/slideLayout10.xml" Id="Re96bf8cc4a084f98" /><Relationship Type="http://schemas.openxmlformats.org/officeDocument/2006/relationships/slideLayout" Target="/ppt/slideLayouts/slideLayout11.xml" Id="R35a28e3a587c41fe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itle Placeholder 1">
            <a:extLst xmlns:a="http://schemas.openxmlformats.org/drawingml/2006/main">
              <a:ext uri="{FF2B5EF4-FFF2-40B4-BE49-F238E27FC236}">
                <a16:creationId xmlns:a16="http://schemas.microsoft.com/office/drawing/2014/main" id="{07F3D97B-511D-E64B-9F91-7097B8212017}"/>
              </a:ext>
            </a:extLst>
          </p:cNvPr>
          <p:cNvSpPr>
            <a:spLocks xmlns:a="http://schemas.openxmlformats.org/drawingml/2006/main" noGrp="1"/>
          </p:cNvSpPr>
          <p:nvPr>
            <p:ph type="title" idx="0"/>
          </p:nvPr>
        </p:nvSpPr>
        <p:spPr>
          <a:xfrm xmlns:a="http://schemas.openxmlformats.org/drawingml/2006/main">
            <a:off x="838200" y="365125"/>
            <a:ext cx="10515600" cy="1325563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>
            <a:normAutofit/>
          </a:bodyPr>
          <a:lstStyle xmlns:a="http://schemas.openxmlformats.org/drawingml/2006/main"/>
          <a:p xmlns:a="http://schemas.openxmlformats.org/drawingml/2006/main">
            <a:r>
              <a:t>Click to edit Master title style</a:t>
            </a:r>
            <a:endParaRPr/>
          </a:p>
        </p:txBody>
      </p:sp>
      <p:sp>
        <p:nvSpPr>
          <p:cNvPr id="3" name="Text Placeholder 2">
            <a:extLst xmlns:a="http://schemas.openxmlformats.org/drawingml/2006/main">
              <a:ext uri="{FF2B5EF4-FFF2-40B4-BE49-F238E27FC236}">
                <a16:creationId xmlns:a16="http://schemas.microsoft.com/office/drawing/2014/main" id="{7D5744D8-7A9E-E0ED-82DF-9733866DDA60}"/>
              </a:ext>
            </a:extLst>
          </p:cNvPr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>
            <a:normAutofit/>
          </a:bodyPr>
          <a:lstStyle xmlns:a="http://schemas.openxmlformats.org/drawingml/2006/main"/>
          <a:p xmlns:a="http://schemas.openxmlformats.org/drawingml/2006/main">
            <a:pPr lvl="0">
              <a:buNone/>
            </a:pPr>
            <a:r>
              <a:t>Click to edit Master text styles</a:t>
            </a:r>
          </a:p>
          <a:p xmlns:a="http://schemas.openxmlformats.org/drawingml/2006/main">
            <a:pPr lvl="1">
              <a:buNone/>
            </a:pPr>
            <a:r>
              <a:t>Second level</a:t>
            </a:r>
          </a:p>
          <a:p xmlns:a="http://schemas.openxmlformats.org/drawingml/2006/main">
            <a:pPr lvl="2">
              <a:buNone/>
            </a:pPr>
            <a:r>
              <a:t>Third level</a:t>
            </a:r>
          </a:p>
          <a:p xmlns:a="http://schemas.openxmlformats.org/drawingml/2006/main">
            <a:pPr lvl="3">
              <a:buNone/>
            </a:pPr>
            <a:r>
              <a:t>Fourth level</a:t>
            </a:r>
          </a:p>
          <a:p xmlns:a="http://schemas.openxmlformats.org/drawingml/2006/main">
            <a:pPr lvl="4">
              <a:buNone/>
            </a:pPr>
            <a:r>
              <a:t>Fifth level</a:t>
            </a:r>
            <a:endParaRPr/>
          </a:p>
        </p:txBody>
      </p:sp>
      <p:sp>
        <p:nvSpPr>
          <p:cNvPr id="4" name="Date Placeholder 3">
            <a:extLst xmlns:a="http://schemas.openxmlformats.org/drawingml/2006/main">
              <a:ext uri="{FF2B5EF4-FFF2-40B4-BE49-F238E27FC236}">
                <a16:creationId xmlns:a16="http://schemas.microsoft.com/office/drawing/2014/main" id="{EDF6EFA3-0111-31E5-4E51-7B8F9DEA332C}"/>
              </a:ext>
            </a:extLst>
          </p:cNvPr>
          <p:cNvSpPr>
            <a:spLocks xmlns:a="http://schemas.openxmlformats.org/drawingml/2006/main" noGrp="1"/>
          </p:cNvSpPr>
          <p:nvPr>
            <p:ph type="dt" idx="2"/>
          </p:nvPr>
        </p:nvSpPr>
        <p:spPr>
          <a:xfrm xmlns:a="http://schemas.openxmlformats.org/drawingml/2006/main">
            <a:off x="8382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l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EDB99004-FBBF-4BCC-9BC3-88F554ADE514}" type="datetimeFigureOut">
              <a:t>09/10/2026</a:t>
            </a:fld>
            <a:endParaRPr/>
          </a:p>
        </p:txBody>
      </p:sp>
      <p:sp>
        <p:nvSpPr>
          <p:cNvPr id="5" name="Footer Placeholder 4">
            <a:extLst xmlns:a="http://schemas.openxmlformats.org/drawingml/2006/main">
              <a:ext uri="{FF2B5EF4-FFF2-40B4-BE49-F238E27FC236}">
                <a16:creationId xmlns:a16="http://schemas.microsoft.com/office/drawing/2014/main" id="{C3804E89-7CB4-43E2-759A-8B18BC095A8F}"/>
              </a:ext>
            </a:extLst>
          </p:cNvPr>
          <p:cNvSpPr>
            <a:spLocks xmlns:a="http://schemas.openxmlformats.org/drawingml/2006/main" noGrp="1"/>
          </p:cNvSpPr>
          <p:nvPr>
            <p:ph type="ftr" idx="3"/>
          </p:nvPr>
        </p:nvSpPr>
        <p:spPr>
          <a:xfrm xmlns:a="http://schemas.openxmlformats.org/drawingml/2006/main">
            <a:off x="4038600" y="6356350"/>
            <a:ext cx="41148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ct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endParaRPr/>
          </a:p>
        </p:txBody>
      </p:sp>
      <p:sp>
        <p:nvSpPr>
          <p:cNvPr id="6" name="Slide Number Placeholder 5">
            <a:extLst xmlns:a="http://schemas.openxmlformats.org/drawingml/2006/main">
              <a:ext uri="{FF2B5EF4-FFF2-40B4-BE49-F238E27FC236}">
                <a16:creationId xmlns:a16="http://schemas.microsoft.com/office/drawing/2014/main" id="{013A3C9D-A059-CF8F-49C2-BF85966941AF}"/>
              </a:ext>
            </a:extLst>
          </p:cNvPr>
          <p:cNvSpPr>
            <a:spLocks xmlns:a="http://schemas.openxmlformats.org/drawingml/2006/main" noGrp="1"/>
          </p:cNvSpPr>
          <p:nvPr>
            <p:ph type="sldNum" idx="4"/>
          </p:nvPr>
        </p:nvSpPr>
        <p:spPr>
          <a:xfrm xmlns:a="http://schemas.openxmlformats.org/drawingml/2006/main">
            <a:off x="8610600" y="6356350"/>
            <a:ext cx="2743200" cy="365125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vert="horz" lIns="91440" tIns="45720" rIns="91440" bIns="45720" anchor="ctr"/>
          <a:lstStyle xmlns:a="http://schemas.openxmlformats.org/drawingml/2006/main">
            <a:lvl1pPr algn="r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 xmlns:a="http://schemas.openxmlformats.org/drawingml/2006/main">
            <a:fld id="{3721C89F-AE7A-4C3B-889F-FA429D0A7F97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3a4c957ed6314b12"/>
    <p:sldLayoutId xmlns:r="http://schemas.openxmlformats.org/officeDocument/2006/relationships" id="2147483650" r:id="R2b089cc8bd6e4de8"/>
    <p:sldLayoutId xmlns:r="http://schemas.openxmlformats.org/officeDocument/2006/relationships" id="2147483651" r:id="R21ec38bd7d264117"/>
    <p:sldLayoutId xmlns:r="http://schemas.openxmlformats.org/officeDocument/2006/relationships" id="2147483652" r:id="R7e866bdca74447c5"/>
    <p:sldLayoutId xmlns:r="http://schemas.openxmlformats.org/officeDocument/2006/relationships" id="2147483653" r:id="R23fbe5a1349641db"/>
    <p:sldLayoutId xmlns:r="http://schemas.openxmlformats.org/officeDocument/2006/relationships" id="2147483654" r:id="Rb45148e8eb9a4301"/>
    <p:sldLayoutId xmlns:r="http://schemas.openxmlformats.org/officeDocument/2006/relationships" id="2147483655" r:id="Re5a57325741c40c6"/>
    <p:sldLayoutId xmlns:r="http://schemas.openxmlformats.org/officeDocument/2006/relationships" id="2147483656" r:id="Rad2c944ed50142a3"/>
    <p:sldLayoutId xmlns:r="http://schemas.openxmlformats.org/officeDocument/2006/relationships" id="2147483657" r:id="R3cb0309cc1714682"/>
    <p:sldLayoutId xmlns:r="http://schemas.openxmlformats.org/officeDocument/2006/relationships" id="2147483658" r:id="Re96bf8cc4a084f98"/>
    <p:sldLayoutId xmlns:r="http://schemas.openxmlformats.org/officeDocument/2006/relationships" id="2147483659" r:id="R35a28e3a587c41fe"/>
  </p:sldLayoutIdLst>
  <p:txStyles>
    <p:titleStyle>
      <a:lvl1pPr xmlns:a="http://schemas.openxmlformats.org/drawingml/2006/main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 defTabSz="914400">
        <a:lnSpc>
          <a:spcPct val="90000"/>
        </a:lnSpc>
        <a:spcBef>
          <a:spcPts val="1000"/>
        </a:spcBef>
        <a:buFont typeface="Arial"/>
        <a:buChar char="•"/>
        <a:defRPr sz="2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 defTabSz="914400">
        <a:lnSpc>
          <a:spcPct val="90000"/>
        </a:lnSpc>
        <a:spcBef>
          <a:spcPts val="500"/>
        </a:spcBef>
        <a:buFont typeface="Arial"/>
        <a:buChar char="•"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Office Theme">
  <a:themeElements>
    <a:clrScheme name="Red Violet">
      <a:dk1>
        <a:sysClr val="windowText" lastClr="000000"/>
      </a:dk1>
      <a:lt1>
        <a:sysClr val="window" lastClr="FFFFFF"/>
      </a:lt1>
      <a:dk2>
        <a:srgbClr val="454551"/>
      </a:dk2>
      <a:lt2>
        <a:srgbClr val="D8D9DC"/>
      </a:lt2>
      <a:accent1>
        <a:srgbClr val="E32D91"/>
      </a:accent1>
      <a:accent2>
        <a:srgbClr val="C830CC"/>
      </a:accent2>
      <a:accent3>
        <a:srgbClr val="4EA6DC"/>
      </a:accent3>
      <a:accent4>
        <a:srgbClr val="4775E7"/>
      </a:accent4>
      <a:accent5>
        <a:srgbClr val="8971E1"/>
      </a:accent5>
      <a:accent6>
        <a:srgbClr val="D54773"/>
      </a:accent6>
      <a:hlink>
        <a:srgbClr val="6B9F25"/>
      </a:hlink>
      <a:folHlink>
        <a:srgbClr val="8C8C8C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Red Violet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0b50bcc6d6498c" /><Relationship Type="http://schemas.openxmlformats.org/officeDocument/2006/relationships/notesSlide" Target="/ppt/notesSlides/notesSlide1.xml" Id="R2086a2100dc644aa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9c1f62abfae43e3" /><Relationship Type="http://schemas.openxmlformats.org/officeDocument/2006/relationships/image" Target="/ppt/media/image.png" Id="R02eef59121cb4935" /><Relationship Type="http://schemas.openxmlformats.org/officeDocument/2006/relationships/image" Target="/ppt/media/image2.png" Id="Rcf43a341f49045d6" /><Relationship Type="http://schemas.openxmlformats.org/officeDocument/2006/relationships/notesSlide" Target="/ppt/notesSlides/notesSlide2.xml" Id="R4d6c5a239d6d4018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8f11ea51609b4488" /><Relationship Type="http://schemas.openxmlformats.org/officeDocument/2006/relationships/image" Target="/ppt/media/image3.png" Id="Ra1bbd45f3fa24570" /><Relationship Type="http://schemas.openxmlformats.org/officeDocument/2006/relationships/notesSlide" Target="/ppt/notesSlides/notesSlide3.xml" Id="Ra2c40eb462434163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f72c751fa1d4b66" /><Relationship Type="http://schemas.openxmlformats.org/officeDocument/2006/relationships/image" Target="/ppt/media/image4.png" Id="Re285bdd81655452d" /><Relationship Type="http://schemas.openxmlformats.org/officeDocument/2006/relationships/image" Target="/ppt/media/image5.png" Id="Rff2620ee332e4d35" /><Relationship Type="http://schemas.openxmlformats.org/officeDocument/2006/relationships/notesSlide" Target="/ppt/notesSlides/notesSlide4.xml" Id="R4d5299eee61d492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2e3bd92280b648da" /><Relationship Type="http://schemas.openxmlformats.org/officeDocument/2006/relationships/image" Target="/ppt/media/image6.png" Id="R4d8f91186c23484c" /><Relationship Type="http://schemas.openxmlformats.org/officeDocument/2006/relationships/notesSlide" Target="/ppt/notesSlides/notesSlide5.xml" Id="Rf8fb1d13609f48f0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40e13bb5e954302" /><Relationship Type="http://schemas.openxmlformats.org/officeDocument/2006/relationships/image" Target="/ppt/media/image7.png" Id="R9d5e2204de624a10" /><Relationship Type="http://schemas.openxmlformats.org/officeDocument/2006/relationships/notesSlide" Target="/ppt/notesSlides/notesSlide6.xml" Id="R9271b33e82ea438d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0e98f2c0fb347e1" /><Relationship Type="http://schemas.openxmlformats.org/officeDocument/2006/relationships/notesSlide" Target="/ppt/notesSlides/notesSlide7.xml" Id="Rb5b621a893c3479e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af375e914b894d34" /><Relationship Type="http://schemas.openxmlformats.org/officeDocument/2006/relationships/notesSlide" Target="/ppt/notesSlides/notesSlide8.xml" Id="Rb00a60601213445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chemeClr val="bg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 useBgFill="1">
        <p:nvSpPr>
          <p:cNvPr id="8" name="Rectangle 7">
            <a:extLst xmlns:a="http://schemas.openxmlformats.org/drawingml/2006/main">
              <a:ext uri="{FF2B5EF4-FFF2-40B4-BE49-F238E27FC236}">
                <a16:creationId xmlns:a16="http://schemas.microsoft.com/office/drawing/2014/main" id="{4522B21E-B2B9-4C72-9A71-C87EFD1374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1999" cy="6857365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0" name="Rectangle 9">
            <a:extLst xmlns:a="http://schemas.openxmlformats.org/drawingml/2006/main">
              <a:ext uri="{FF2B5EF4-FFF2-40B4-BE49-F238E27FC236}">
                <a16:creationId xmlns:a16="http://schemas.microsoft.com/office/drawing/2014/main" id="{5EB7D2A2-F448-44D4-938C-DC84CBCB3B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2"/>
            <a:ext cx="12192000" cy="4412583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accent4"/>
          </a:solidFill>
          <a:ln xmlns:a="http://schemas.openxmlformats.org/drawingml/2006/main">
            <a:noFill/>
          </a:ln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12" name="Rectangle 11">
            <a:extLst xmlns:a="http://schemas.openxmlformats.org/drawingml/2006/main">
              <a:ext uri="{FF2B5EF4-FFF2-40B4-BE49-F238E27FC236}">
                <a16:creationId xmlns:a16="http://schemas.microsoft.com/office/drawing/2014/main" id="{871AEA07-1E14-44B4-8E55-64EF049CD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464" y="551962"/>
            <a:ext cx="10999072" cy="4618549"/>
          </a:xfrm>
          <a:prstGeom xmlns:a="http://schemas.openxmlformats.org/drawingml/2006/main" prst="rect">
            <a:avLst/>
          </a:prstGeom>
          <a:solidFill xmlns:a="http://schemas.openxmlformats.org/drawingml/2006/main">
            <a:schemeClr val="bg1"/>
          </a:solidFill>
          <a:ln xmlns:a="http://schemas.openxmlformats.org/drawingml/2006/main">
            <a:noFill/>
          </a:ln>
          <a:effectLst xmlns:a="http://schemas.openxmlformats.org/drawingml/2006/main">
            <a:outerShdw blurRad="139700" dist="127000" dir="5400000" algn="t" rotWithShape="0">
              <a:prstClr val="black">
                <a:alpha val="15000"/>
              </a:prstClr>
            </a:outerShdw>
          </a:effectLst>
        </p:spPr>
        <p:style>
          <a:lnRef xmlns:a="http://schemas.openxmlformats.org/drawingml/2006/main" idx="2">
            <a:schemeClr val="accent1">
              <a:shade val="50000"/>
            </a:schemeClr>
          </a:lnRef>
          <a:fillRef xmlns:a="http://schemas.openxmlformats.org/drawingml/2006/main" idx="1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lt1"/>
          </a:fontRef>
        </p:style>
        <p:txBody>
          <a:bodyPr xmlns:a="http://schemas.openxmlformats.org/drawingml/2006/main" anchor="ctr"/>
          <a:lstStyle xmlns:a="http://schemas.openxmlformats.org/drawingml/2006/main"/>
          <a:p xmlns:a="http://schemas.openxmlformats.org/drawingml/2006/main">
            <a:pPr algn="ctr">
              <a:buNone/>
            </a:pPr>
            <a:endParaRPr/>
          </a:p>
        </p:txBody>
      </p:sp>
      <p:sp>
        <p:nvSpPr>
          <p:cNvPr id="2" name="Title 1">
            <a:extLst xmlns:a="http://schemas.openxmlformats.org/drawingml/2006/main">
              <a:ext uri="{FF2B5EF4-FFF2-40B4-BE49-F238E27FC236}">
                <a16:creationId xmlns:a16="http://schemas.microsoft.com/office/drawing/2014/main" id="{36571B63-82A4-FC3D-9860-20F38F123861}"/>
              </a:ext>
            </a:extLst>
          </p:cNvPr>
          <p:cNvSpPr>
            <a:spLocks xmlns:a="http://schemas.openxmlformats.org/drawingml/2006/main" noGrp="1"/>
          </p:cNvSpPr>
          <p:nvPr>
            <p:ph type="ctrTitle" idx="0"/>
          </p:nvPr>
        </p:nvSpPr>
        <p:spPr>
          <a:xfrm xmlns:a="http://schemas.openxmlformats.org/drawingml/2006/main">
            <a:off x="1524000" y="1293338"/>
            <a:ext cx="9144000" cy="3274592"/>
          </a:xfrm>
        </p:spPr>
        <p:txBody>
          <a:bodyPr xmlns:a="http://schemas.openxmlformats.org/drawingml/2006/main" anchor="ctr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825">
                <a:solidFill>
                  <a:srgbClr val="6B1E72"/>
                </a:solidFill>
                <a:latin typeface="Calibri Light"/>
                <a:ea typeface="Calibri Light"/>
                <a:cs typeface="Calibri Light"/>
              </a:defRPr>
            </a:pPr>
            <a:r>
              <a:rPr sz="3825">
                <a:solidFill>
                  <a:srgbClr val="6B1E72"/>
                </a:solidFill>
                <a:latin typeface="Calibri Light"/>
                <a:ea typeface="Calibri Light"/>
                <a:cs typeface="Calibri Light"/>
              </a:rPr>
              <a:t>Μορφοποίηση</a:t>
            </a:r>
            <a:endParaRPr sz="7200">
              <a:solidFill>
                <a:schemeClr val="accent2">
                  <a:lumMod val="50000"/>
                </a:schemeClr>
              </a:solidFill>
            </a:endParaRPr>
          </a:p>
          <a:p xmlns:a="http://schemas.openxmlformats.org/drawingml/2006/main">
            <a:pPr>
              <a:defRPr sz="3825">
                <a:solidFill>
                  <a:srgbClr val="6B1E72"/>
                </a:solidFill>
                <a:latin typeface="Calibri Light"/>
                <a:ea typeface="Calibri Light"/>
                <a:cs typeface="Calibri Light"/>
              </a:defRPr>
            </a:pPr>
            <a:r>
              <a:rPr sz="3825">
                <a:solidFill>
                  <a:srgbClr val="6B1E72"/>
                </a:solidFill>
                <a:latin typeface="Calibri Light"/>
                <a:ea typeface="Calibri Light"/>
                <a:cs typeface="Calibri Light"/>
              </a:rPr>
              <a:t>Υπολογιστικού Φύλλου</a:t>
            </a:r>
            <a:endParaRPr sz="7200">
              <a:solidFill>
                <a:schemeClr val="accent2">
                  <a:lumMod val="50000"/>
                </a:schemeClr>
              </a:solidFill>
            </a:endParaRPr>
          </a:p>
        </p:txBody>
      </p:sp>
      <p:sp>
        <p:nvSpPr>
          <p:cNvPr id="3" name="Subtitle 2">
            <a:extLst xmlns:a="http://schemas.openxmlformats.org/drawingml/2006/main">
              <a:ext uri="{FF2B5EF4-FFF2-40B4-BE49-F238E27FC236}">
                <a16:creationId xmlns:a16="http://schemas.microsoft.com/office/drawing/2014/main" id="{4101352E-A170-144A-523B-B61C8AE33873}"/>
              </a:ext>
            </a:extLst>
          </p:cNvPr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524000" y="5514052"/>
            <a:ext cx="9144000" cy="651910"/>
          </a:xfrm>
        </p:spPr>
        <p:txBody>
          <a:bodyPr xmlns:a="http://schemas.openxmlformats.org/drawingml/2006/main" anchor="ctr">
            <a:normAutofit/>
          </a:bodyPr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Straight Connector 13">
            <a:extLst xmlns:a="http://schemas.openxmlformats.org/drawingml/2006/main">
              <a:ext uri="{FF2B5EF4-FFF2-40B4-BE49-F238E27FC236}">
                <a16:creationId xmlns:a16="http://schemas.microsoft.com/office/drawing/2014/main" id="{A1AC1523-E1AC-4F39-9B08-B5CD71D4B0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 flipH="1">
            <a:off x="596464" y="6354708"/>
            <a:ext cx="11000232" cy="0"/>
          </a:xfrm>
          <a:prstGeom xmlns:a="http://schemas.openxmlformats.org/drawingml/2006/main" prst="line">
            <a:avLst/>
          </a:prstGeom>
          <a:ln xmlns:a="http://schemas.openxmlformats.org/drawingml/2006/main" w="101600">
            <a:solidFill>
              <a:schemeClr val="accent4"/>
            </a:solidFill>
          </a:ln>
        </p:spPr>
        <p:style>
          <a:lnRef xmlns:a="http://schemas.openxmlformats.org/drawingml/2006/main" idx="1">
            <a:schemeClr val="accent1"/>
          </a:lnRef>
          <a:fillRef xmlns:a="http://schemas.openxmlformats.org/drawingml/2006/main" idx="0">
            <a:schemeClr val="accent1"/>
          </a:fillRef>
          <a:effectRef xmlns:a="http://schemas.openxmlformats.org/drawingml/2006/main" idx="0">
            <a:schemeClr val="accent1"/>
          </a:effectRef>
          <a:fontRef xmlns:a="http://schemas.openxmlformats.org/drawingml/2006/main" idx="minor">
            <a:schemeClr val="tx1"/>
          </a:fontRef>
        </p:style>
      </p:sp>
    </p:spTree>
    <p:extLst>
      <p:ext uri="{BB962C8B-B14F-4D97-AF65-F5344CB8AC3E}">
        <p14:creationId xmlns:p14="http://schemas.microsoft.com/office/powerpoint/2010/main" val="3019854637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939AB2-B071-4ABC-912B-0A555028A2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6250"/>
            <a:ext cx="10382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225" b="0">
                <a:solidFill>
                  <a:srgbClr val="6B1E72"/>
                </a:solidFill>
                <a:latin typeface="Calibri Light"/>
                <a:ea typeface="Calibri Light"/>
                <a:cs typeface="Calibri Light"/>
              </a:defRPr>
            </a:pPr>
            <a:r>
              <a:rPr sz="3225" b="0">
                <a:solidFill>
                  <a:srgbClr val="6B1E72"/>
                </a:solidFill>
                <a:latin typeface="Calibri Light"/>
                <a:ea typeface="Calibri Light"/>
                <a:cs typeface="Calibri Light"/>
              </a:rPr>
              <a:t>Περίγραμμα κελιών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8F1CFA3-5FDE-4C47-B6ED-3A8692E633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571625"/>
            <a:ext cx="54292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1. Επιλέγουμε την περιοχή.</a:t>
            </a:r>
          </a:p>
          <a:p xmlns:a="http://schemas.openxmlformats.org/drawingml/2006/main">
            <a:pPr>
              <a:defRPr sz="1950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2. Home &gt; Borders.</a:t>
            </a:r>
          </a:p>
          <a:p xmlns:a="http://schemas.openxmlformats.org/drawingml/2006/main">
            <a:pPr>
              <a:defRPr sz="1950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3. Επιλέγουμε All Borders ή Outside Borders.</a:t>
            </a:r>
          </a:p>
          <a:p xmlns:a="http://schemas.openxmlformats.org/drawingml/2006/main">
            <a:pPr>
              <a:defRPr sz="1950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4. Από Format Cells ορίζουμε χρώμα και τύπο γραμμής.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02eef59121cb4935"/>
          <a:stretch xmlns:a="http://schemas.openxmlformats.org/drawingml/2006/main"/>
        </p:blipFill>
        <p:spPr>
          <a:xfrm xmlns:a="http://schemas.openxmlformats.org/drawingml/2006/main">
            <a:off x="6572250" y="2991102"/>
            <a:ext cx="2143125" cy="875796"/>
          </a:xfrm>
          <a:prstGeom xmlns:a="http://schemas.openxmlformats.org/drawingml/2006/main" prst="rect">
            <a:avLst/>
          </a:prstGeom>
        </p:spPr>
      </p:pic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f43a341f49045d6"/>
          <a:stretch xmlns:a="http://schemas.openxmlformats.org/drawingml/2006/main"/>
        </p:blipFill>
        <p:spPr>
          <a:xfrm xmlns:a="http://schemas.openxmlformats.org/drawingml/2006/main">
            <a:off x="8905875" y="2467446"/>
            <a:ext cx="2143125" cy="192310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026847565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31162D5-A9A0-4D3E-BDEF-DF756248D5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6250"/>
            <a:ext cx="10382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225" b="0">
                <a:solidFill>
                  <a:srgbClr val="6B1E72"/>
                </a:solidFill>
                <a:latin typeface="Calibri Light"/>
                <a:ea typeface="Calibri Light"/>
                <a:cs typeface="Calibri Light"/>
              </a:defRPr>
            </a:pPr>
            <a:r>
              <a:rPr sz="3225" b="0">
                <a:solidFill>
                  <a:srgbClr val="6B1E72"/>
                </a:solidFill>
                <a:latin typeface="Calibri Light"/>
                <a:ea typeface="Calibri Light"/>
                <a:cs typeface="Calibri Light"/>
              </a:rPr>
              <a:t>Wrap Text και στοίχιση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A83E3856-73C3-46C1-A54D-F98592A212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571625"/>
            <a:ext cx="54292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Wrap Text: εμφανίζει το κείμενο σε περισσότερες γραμμές μέσα στο ίδιο κελί.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Alignment: οριζόντια και κάθετη στοίχιση του περιεχομένου.</a:t>
            </a:r>
          </a:p>
        </p:txBody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1bbd45f3fa24570"/>
          <a:stretch xmlns:a="http://schemas.openxmlformats.org/drawingml/2006/main"/>
        </p:blipFill>
        <p:spPr>
          <a:xfrm xmlns:a="http://schemas.openxmlformats.org/drawingml/2006/main">
            <a:off x="6762750" y="2833872"/>
            <a:ext cx="4191000" cy="1380756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33937481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0E464DE-67DE-44A9-AC17-B329DD6696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6250"/>
            <a:ext cx="10382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225" b="0">
                <a:solidFill>
                  <a:srgbClr val="6B1E72"/>
                </a:solidFill>
                <a:latin typeface="Calibri Light"/>
                <a:ea typeface="Calibri Light"/>
                <a:cs typeface="Calibri Light"/>
              </a:defRPr>
            </a:pPr>
            <a:r>
              <a:rPr sz="3225" b="0">
                <a:solidFill>
                  <a:srgbClr val="6B1E72"/>
                </a:solidFill>
                <a:latin typeface="Calibri Light"/>
                <a:ea typeface="Calibri Light"/>
                <a:cs typeface="Calibri Light"/>
              </a:rPr>
              <a:t>Συγχώνευση κελιών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E6A3306-0725-4BC0-8613-1362F1CF4E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571625"/>
            <a:ext cx="54292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Merge &amp; Center: συγχωνεύει και κεντράρει.</a:t>
            </a:r>
          </a:p>
          <a:p xmlns:a="http://schemas.openxmlformats.org/drawingml/2006/main">
            <a:pPr>
              <a:defRPr sz="1950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Merge Cells: συγχωνεύει χωρίς κεντράρισμα.</a:t>
            </a:r>
          </a:p>
          <a:p xmlns:a="http://schemas.openxmlformats.org/drawingml/2006/main">
            <a:pPr>
              <a:defRPr sz="1950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Unmerge Cells: καταργεί τη συγχώνευση.</a:t>
            </a:r>
          </a:p>
        </p:txBody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285bdd81655452d"/>
          <a:stretch xmlns:a="http://schemas.openxmlformats.org/drawingml/2006/main"/>
        </p:blipFill>
        <p:spPr>
          <a:xfrm xmlns:a="http://schemas.openxmlformats.org/drawingml/2006/main">
            <a:off x="6572250" y="3204318"/>
            <a:ext cx="2143125" cy="449365"/>
          </a:xfrm>
          <a:prstGeom xmlns:a="http://schemas.openxmlformats.org/drawingml/2006/main" prst="rect">
            <a:avLst/>
          </a:prstGeom>
        </p:spPr>
      </p:pic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ff2620ee332e4d35"/>
          <a:stretch xmlns:a="http://schemas.openxmlformats.org/drawingml/2006/main"/>
        </p:blipFill>
        <p:spPr>
          <a:xfrm xmlns:a="http://schemas.openxmlformats.org/drawingml/2006/main">
            <a:off x="8905875" y="2734748"/>
            <a:ext cx="2143125" cy="1388504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84230000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EA3DA75B-494C-45A3-B52D-A8B7C1FADF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6250"/>
            <a:ext cx="10382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225" b="0">
                <a:solidFill>
                  <a:srgbClr val="6B1E72"/>
                </a:solidFill>
                <a:latin typeface="Calibri Light"/>
                <a:ea typeface="Calibri Light"/>
                <a:cs typeface="Calibri Light"/>
              </a:defRPr>
            </a:pPr>
            <a:r>
              <a:rPr sz="3225" b="0">
                <a:solidFill>
                  <a:srgbClr val="6B1E72"/>
                </a:solidFill>
                <a:latin typeface="Calibri Light"/>
                <a:ea typeface="Calibri Light"/>
                <a:cs typeface="Calibri Light"/>
              </a:rPr>
              <a:t>Προσανατολισμός περιεχομένου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A6D9C86-CF27-457F-849C-EE6093A7BD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571625"/>
            <a:ext cx="5429250" cy="3714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1. Επιλέγουμε τα κελιά.</a:t>
            </a:r>
          </a:p>
          <a:p xmlns:a="http://schemas.openxmlformats.org/drawingml/2006/main">
            <a:pPr>
              <a:defRPr sz="1950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2. Home &gt; Alignment &gt; Orientation.</a:t>
            </a:r>
          </a:p>
          <a:p xmlns:a="http://schemas.openxmlformats.org/drawingml/2006/main">
            <a:pPr>
              <a:defRPr sz="1950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3. Επιλέγουμε Vertical Text ή άλλη γωνία.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1950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Για ακριβή γωνία χρησιμοποιούμε Format Cells &gt; Alignment.</a:t>
            </a:r>
          </a:p>
        </p:txBody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d8f91186c23484c"/>
          <a:stretch xmlns:a="http://schemas.openxmlformats.org/drawingml/2006/main"/>
        </p:blipFill>
        <p:spPr>
          <a:xfrm xmlns:a="http://schemas.openxmlformats.org/drawingml/2006/main">
            <a:off x="6762750" y="1629468"/>
            <a:ext cx="4191000" cy="3789563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20723223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FBCB825-96F4-49AA-A9D7-3ED1D05031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6250"/>
            <a:ext cx="10382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225" b="0">
                <a:solidFill>
                  <a:srgbClr val="6B1E72"/>
                </a:solidFill>
                <a:latin typeface="Calibri Light"/>
                <a:ea typeface="Calibri Light"/>
                <a:cs typeface="Calibri Light"/>
              </a:defRPr>
            </a:pPr>
            <a:r>
              <a:rPr sz="3225" b="0">
                <a:solidFill>
                  <a:srgbClr val="6B1E72"/>
                </a:solidFill>
                <a:latin typeface="Calibri Light"/>
                <a:ea typeface="Calibri Light"/>
                <a:cs typeface="Calibri Light"/>
              </a:rPr>
              <a:t>Cell Styles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31BD16B-CA3C-4331-9402-0217350CB5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1381125"/>
            <a:ext cx="5429250" cy="7143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6B1E72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6B1E72"/>
                </a:solidFill>
                <a:latin typeface="Arial"/>
                <a:ea typeface="Arial"/>
                <a:cs typeface="Arial"/>
              </a:rPr>
              <a:t>Εφαρμόζει έτοιμο συνδυασμό μορφοποιήσεων.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19EE34-BFEE-4100-B197-6FA7EBF031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7250" y="2333625"/>
            <a:ext cx="5429250" cy="3143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950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1. Επιλέγουμε την περιοχή.</a:t>
            </a:r>
          </a:p>
          <a:p xmlns:a="http://schemas.openxmlformats.org/drawingml/2006/main">
            <a:pPr>
              <a:defRPr sz="1950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2. Home &gt; Styles &gt; Cell Styles.</a:t>
            </a:r>
          </a:p>
          <a:p xmlns:a="http://schemas.openxmlformats.org/drawingml/2006/main">
            <a:pPr>
              <a:defRPr sz="1950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1950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3. Επιλέγουμε το ζητούμενο στυλ, π.χ. 40% - Accent 5.</a:t>
            </a:r>
          </a:p>
        </p:txBody>
      </p:sp>
      <p:pic>
        <p:nvPicPr>
          <p:cNvPr id="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d5e2204de624a10"/>
          <a:stretch xmlns:a="http://schemas.openxmlformats.org/drawingml/2006/main"/>
        </p:blipFill>
        <p:spPr>
          <a:xfrm xmlns:a="http://schemas.openxmlformats.org/drawingml/2006/main">
            <a:off x="6762750" y="3084871"/>
            <a:ext cx="4191000" cy="87875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654053172"/>
      </p:ext>
    </p:extLst>
  </p:cSld>
</p:sld>
</file>

<file path=ppt/slides/slide7.xml><?xml version="1.0" encoding="utf-8"?>
<p:sld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9801807-E891-4C20-B7AC-EFE7445484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6250"/>
            <a:ext cx="4953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2043"/>
          </a:bodyPr>
          <a:lstStyle xmlns:a="http://schemas.openxmlformats.org/drawingml/2006/main"/>
          <a:p xmlns:a="http://schemas.openxmlformats.org/drawingml/2006/main">
            <a:pPr>
              <a:defRPr sz="3225" b="0">
                <a:solidFill>
                  <a:srgbClr val="6B1E72"/>
                </a:solidFill>
                <a:latin typeface="Calibri Light"/>
                <a:ea typeface="Calibri Light"/>
                <a:cs typeface="Calibri Light"/>
              </a:defRPr>
            </a:pPr>
            <a:r>
              <a:rPr sz="3225" b="0">
                <a:solidFill>
                  <a:srgbClr val="6B1E72"/>
                </a:solidFill>
                <a:latin typeface="Calibri Light"/>
                <a:ea typeface="Calibri Light"/>
                <a:cs typeface="Calibri Light"/>
              </a:rPr>
              <a:t>Δραστηριότητες Εμπέδωσης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48CBBA-DBCA-4334-AEFB-954A29F576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1190625"/>
            <a:ext cx="619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D84B0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D84B00"/>
                </a:solidFill>
                <a:latin typeface="Arial"/>
                <a:ea typeface="Arial"/>
                <a:cs typeface="Arial"/>
              </a:rPr>
              <a:t>Φύλλο Εργασίας Β.4.1.M12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90584B2-DF35-40BA-B510-E809290250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2095500"/>
            <a:ext cx="6191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Σελίδα 47</a:t>
            </a:r>
          </a:p>
          <a:p xmlns:a="http://schemas.openxmlformats.org/drawingml/2006/main">
            <a:pPr>
              <a:defRPr sz="2175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Ασκήσεις 1–11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Αρχείο: Μαθητικό Συμβούλιο.xlsx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BC57DD-4FBB-49D4-983D-26A20021CE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5000625"/>
            <a:ext cx="609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B1E72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B1E72"/>
                </a:solidFill>
                <a:latin typeface="Arial"/>
                <a:ea typeface="Arial"/>
                <a:cs typeface="Arial"/>
              </a:rPr>
              <a:t>Συγχώνευση, αναδίπλωση, στοίχιση και περιγράμματα.</a:t>
            </a:r>
          </a:p>
        </p:txBody>
      </p:sp>
    </p:spTree>
    <p:extLst>
      <p:ext uri="{BB962C8B-B14F-4D97-AF65-F5344CB8AC3E}">
        <p14:creationId xmlns:p14="http://schemas.microsoft.com/office/powerpoint/2010/main" val="3815878654"/>
      </p:ext>
    </p:extLst>
  </p:cSld>
  <p:clrMapOvr>
    <a:overrideClrMapping xmlns:a="http://schemas.openxmlformats.org/drawingml/2006/main" bg1="lt1" tx1="dk1" bg2="lt2" tx2="dk2" accent1="accent1" accent2="accent2" accent3="accent3" accent4="accent4" accent5="accent5" accent6="accent6" hlink="hlink" folHlink="folHlink"/>
  </p:clrMapOvr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5416192-F120-4DF5-9EF1-142A8EBA67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76250"/>
            <a:ext cx="390525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7907"/>
          </a:bodyPr>
          <a:lstStyle xmlns:a="http://schemas.openxmlformats.org/drawingml/2006/main"/>
          <a:p xmlns:a="http://schemas.openxmlformats.org/drawingml/2006/main">
            <a:pPr>
              <a:defRPr sz="3225" b="0">
                <a:solidFill>
                  <a:srgbClr val="6B1E72"/>
                </a:solidFill>
                <a:latin typeface="Calibri Light"/>
                <a:ea typeface="Calibri Light"/>
                <a:cs typeface="Calibri Light"/>
              </a:defRPr>
            </a:pPr>
            <a:r>
              <a:rPr sz="3225" b="0">
                <a:solidFill>
                  <a:srgbClr val="6B1E72"/>
                </a:solidFill>
                <a:latin typeface="Calibri Light"/>
                <a:ea typeface="Calibri Light"/>
                <a:cs typeface="Calibri Light"/>
              </a:rPr>
              <a:t>Δραστηριότητες Αξιολόγησης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EB37FDD2-89F1-43B0-A81D-F73BEE5FDE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1857375"/>
            <a:ext cx="6191250" cy="523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D84B00"/>
                </a:solidFill>
                <a:latin typeface="Arial"/>
                <a:ea typeface="Arial"/>
                <a:cs typeface="Arial"/>
              </a:defRPr>
            </a:pPr>
            <a:r>
              <a:rPr sz="2250" b="1">
                <a:solidFill>
                  <a:srgbClr val="D84B00"/>
                </a:solidFill>
                <a:latin typeface="Arial"/>
                <a:ea typeface="Arial"/>
                <a:cs typeface="Arial"/>
              </a:rPr>
              <a:t>Φύλλο Εργασίας Β.4.1.M12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116546B-28B7-4854-AA50-AC19C4166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2857500"/>
            <a:ext cx="6191250" cy="1809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75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Σελίδες 47–48</a:t>
            </a:r>
          </a:p>
          <a:p xmlns:a="http://schemas.openxmlformats.org/drawingml/2006/main">
            <a:pPr>
              <a:defRPr sz="2175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Ασκήσεις 12–21</a:t>
            </a:r>
          </a:p>
          <a:p xmlns:a="http://schemas.openxmlformats.org/drawingml/2006/main">
            <a:r>
              <a:t/>
            </a:r>
          </a:p>
          <a:p xmlns:a="http://schemas.openxmlformats.org/drawingml/2006/main">
            <a:pPr>
              <a:defRPr sz="2175" b="0">
                <a:solidFill>
                  <a:srgbClr val="151515"/>
                </a:solidFill>
                <a:latin typeface="Arial"/>
                <a:ea typeface="Arial"/>
                <a:cs typeface="Arial"/>
              </a:defRPr>
            </a:pPr>
            <a:r>
              <a:rPr sz="2175" b="0">
                <a:solidFill>
                  <a:srgbClr val="151515"/>
                </a:solidFill>
                <a:latin typeface="Arial"/>
                <a:ea typeface="Arial"/>
                <a:cs typeface="Arial"/>
              </a:rPr>
              <a:t>Αρχείο: Μαθητικό Συμβούλιο.xlsx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855F5F-41A8-46F5-A0F7-8C83ED518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0" y="5000625"/>
            <a:ext cx="6096000" cy="8572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725" b="0">
                <a:solidFill>
                  <a:srgbClr val="6B1E72"/>
                </a:solidFill>
                <a:latin typeface="Arial"/>
                <a:ea typeface="Arial"/>
                <a:cs typeface="Arial"/>
              </a:defRPr>
            </a:pPr>
            <a:r>
              <a:rPr sz="1725" b="0">
                <a:solidFill>
                  <a:srgbClr val="6B1E72"/>
                </a:solidFill>
                <a:latin typeface="Arial"/>
                <a:ea typeface="Arial"/>
                <a:cs typeface="Arial"/>
              </a:rPr>
              <a:t>Εφάρμοσε τις μορφοποιήσεις στο φύλλο ΑΠΟΤΕΛΕΣΜΑΤΑ.</a:t>
            </a:r>
          </a:p>
        </p:txBody>
      </p:sp>
    </p:spTree>
    <p:extLst>
      <p:ext uri="{BB962C8B-B14F-4D97-AF65-F5344CB8AC3E}">
        <p14:creationId xmlns:p14="http://schemas.microsoft.com/office/powerpoint/2010/main" val="608684808"/>
      </p:ext>
    </p:extLst>
  </p:cSld>
</p:sld>
</file>

<file path=ppt/theme/theme1.xml><?xml version="1.0" encoding="utf-8"?>
<a:theme xmlns:a="http://schemas.openxmlformats.org/drawingml/2006/main" name="Office Theme">
  <a:themeElements>
    <a:clrScheme name="Red Violet">
      <a:dk1>
        <a:sysClr val="windowText" lastClr="000000"/>
      </a:dk1>
      <a:lt1>
        <a:sysClr val="window" lastClr="FFFFFF"/>
      </a:lt1>
      <a:dk2>
        <a:srgbClr val="454551"/>
      </a:dk2>
      <a:lt2>
        <a:srgbClr val="D8D9DC"/>
      </a:lt2>
      <a:accent1>
        <a:srgbClr val="E32D91"/>
      </a:accent1>
      <a:accent2>
        <a:srgbClr val="C830CC"/>
      </a:accent2>
      <a:accent3>
        <a:srgbClr val="4EA6DC"/>
      </a:accent3>
      <a:accent4>
        <a:srgbClr val="4775E7"/>
      </a:accent4>
      <a:accent5>
        <a:srgbClr val="8971E1"/>
      </a:accent5>
      <a:accent6>
        <a:srgbClr val="D54773"/>
      </a:accent6>
      <a:hlink>
        <a:srgbClr val="6B9F25"/>
      </a:hlink>
      <a:folHlink>
        <a:srgbClr val="8C8C8C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Red Violet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2026-09-12T06:36:24.6940000Z</dcterms:created>
  <dcterms:modified xsi:type="dcterms:W3CDTF">2026-09-12T06:36:24.6940000Z</dcterms:modified>
</coreProperties>
</file>