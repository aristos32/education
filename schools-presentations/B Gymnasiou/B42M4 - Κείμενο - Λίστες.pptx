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72dfc1ba4741fd" /><Relationship Type="http://schemas.openxmlformats.org/officeDocument/2006/relationships/extended-properties" Target="/docProps/app.xml" Id="R8cc0f0bdb2f04c53" /><Relationship Type="http://schemas.openxmlformats.org/officeDocument/2006/relationships/officeDocument" Target="/ppt/presentation.xml" Id="R81c617b3964048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16146adcf841c7"/>
  </p:sldMasterIdLst>
  <p:notesMasterIdLst>
    <p:notesMasterId xmlns:r="http://schemas.openxmlformats.org/officeDocument/2006/relationships" r:id="Rf9468682d3484366"/>
  </p:notesMasterIdLst>
  <p:sldIdLst>
    <p:sldId xmlns:r="http://schemas.openxmlformats.org/officeDocument/2006/relationships" id="256" r:id="Radd3a106910e4859"/>
    <p:sldId xmlns:r="http://schemas.openxmlformats.org/officeDocument/2006/relationships" id="257" r:id="Rdf6b3b65b95242c2"/>
    <p:sldId xmlns:r="http://schemas.openxmlformats.org/officeDocument/2006/relationships" id="258" r:id="R30235e23fbcd4ee5"/>
    <p:sldId xmlns:r="http://schemas.openxmlformats.org/officeDocument/2006/relationships" id="259" r:id="Rb43d5428db3342c9"/>
    <p:sldId xmlns:r="http://schemas.openxmlformats.org/officeDocument/2006/relationships" id="260" r:id="Rb120f696d3a544f3"/>
    <p:sldId xmlns:r="http://schemas.openxmlformats.org/officeDocument/2006/relationships" id="261" r:id="R8f1f08a10a034757"/>
    <p:sldId xmlns:r="http://schemas.openxmlformats.org/officeDocument/2006/relationships" id="262" r:id="R57d7266e9f3b492e"/>
    <p:sldId xmlns:r="http://schemas.openxmlformats.org/officeDocument/2006/relationships" id="263" r:id="R190f2422454949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74dbccc9014dd6" /><Relationship Type="http://schemas.openxmlformats.org/officeDocument/2006/relationships/slideMaster" Target="/ppt/slideMasters/slideMaster1.xml" Id="R1d16146adcf841c7" /><Relationship Type="http://schemas.openxmlformats.org/officeDocument/2006/relationships/notesMaster" Target="/ppt/notesMasters/notesMaster1.xml" Id="Rf9468682d3484366" /><Relationship Type="http://schemas.openxmlformats.org/officeDocument/2006/relationships/presProps" Target="/ppt/presProps.xml" Id="R01b8c627e2f5409c" /><Relationship Type="http://schemas.openxmlformats.org/officeDocument/2006/relationships/viewProps" Target="/ppt/viewProps.xml" Id="Rb90777fdb0284d8b" /><Relationship Type="http://schemas.openxmlformats.org/officeDocument/2006/relationships/tableStyles" Target="/ppt/tableStyles.xml" Id="Rba3f93b75d154ca0" /><Relationship Type="http://schemas.openxmlformats.org/officeDocument/2006/relationships/slide" Target="/ppt/slides/slide1.xml" Id="Radd3a106910e4859" /><Relationship Type="http://schemas.openxmlformats.org/officeDocument/2006/relationships/slide" Target="/ppt/slides/slide2.xml" Id="Rdf6b3b65b95242c2" /><Relationship Type="http://schemas.openxmlformats.org/officeDocument/2006/relationships/slide" Target="/ppt/slides/slide3.xml" Id="R30235e23fbcd4ee5" /><Relationship Type="http://schemas.openxmlformats.org/officeDocument/2006/relationships/slide" Target="/ppt/slides/slide4.xml" Id="Rb43d5428db3342c9" /><Relationship Type="http://schemas.openxmlformats.org/officeDocument/2006/relationships/slide" Target="/ppt/slides/slide5.xml" Id="Rb120f696d3a544f3" /><Relationship Type="http://schemas.openxmlformats.org/officeDocument/2006/relationships/slide" Target="/ppt/slides/slide6.xml" Id="R8f1f08a10a034757" /><Relationship Type="http://schemas.openxmlformats.org/officeDocument/2006/relationships/slide" Target="/ppt/slides/slide7.xml" Id="R57d7266e9f3b492e" /><Relationship Type="http://schemas.openxmlformats.org/officeDocument/2006/relationships/slide" Target="/ppt/slides/slide8.xml" Id="R190f2422454949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edd6d840814d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22df6cf0e848ea" /><Relationship Type="http://schemas.openxmlformats.org/officeDocument/2006/relationships/notesMaster" Target="/ppt/notesMasters/notesMaster1.xml" Id="R4063d86709e34b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d083d260d54bee" /><Relationship Type="http://schemas.openxmlformats.org/officeDocument/2006/relationships/notesMaster" Target="/ppt/notesMasters/notesMaster1.xml" Id="R262f171f342e4c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60d54381ed40c2" /><Relationship Type="http://schemas.openxmlformats.org/officeDocument/2006/relationships/notesMaster" Target="/ppt/notesMasters/notesMaster1.xml" Id="Rc3276dfb5f3a46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4f8ef23eb84918" /><Relationship Type="http://schemas.openxmlformats.org/officeDocument/2006/relationships/notesMaster" Target="/ppt/notesMasters/notesMaster1.xml" Id="R8b096033554044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5b002a7f7e4200" /><Relationship Type="http://schemas.openxmlformats.org/officeDocument/2006/relationships/notesMaster" Target="/ppt/notesMasters/notesMaster1.xml" Id="R77f04754b48644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bba9caea714bbd" /><Relationship Type="http://schemas.openxmlformats.org/officeDocument/2006/relationships/notesMaster" Target="/ppt/notesMasters/notesMaster1.xml" Id="Re759c16199ad47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e7a8c92acc41de" /><Relationship Type="http://schemas.openxmlformats.org/officeDocument/2006/relationships/notesMaster" Target="/ppt/notesMasters/notesMaster1.xml" Id="R4c99776150244f7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894b5029624b45" /><Relationship Type="http://schemas.openxmlformats.org/officeDocument/2006/relationships/notesMaster" Target="/ppt/notesMasters/notesMaster1.xml" Id="R83b4559674d142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https://www.howtoexcel.org/shift-cells-down/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https://500rockets.io/excel/the-excel-move-column-tutorial-59/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https://smallbiztrends.com/how-to-delete-your-twitter-account/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https://excelinsights.net/web/find-replace-data/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0f1c7f59884b3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39f062e5ec401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949478796644b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99207940b3472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9e44b7947941f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6633fb4beb4fa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c073d8e08346e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d24581dc654ca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6953c9d8674fa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ae09f571fb467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99385cf2784ff3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9585AB-590D-2940-F9D8-91A2DEA70AE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B41E1D7-50E5-605C-ACD7-89AFACCFD5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DEE8DB3-D225-FB0F-4A95-87FE121ACE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7F4E33A-D01E-EAC3-6198-75DCE67E4B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A783C2F-F6A4-CF68-E054-91D3A8A6FC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D58505-B11D-1416-6D6F-42532E02D9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8E57602-7C8E-F65F-3DCB-CA7DA659D75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8E13BDD-A3BD-F0FA-C970-7CE1AFD211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9A8432-C7E6-45F5-17B8-825C34C7B6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32DBF15-3DC3-0F8C-B5EC-8D7DEA727D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5A48EAB-F365-E770-1C52-96B2FFEDBA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95EF05D-0555-A1C8-D595-C855A03CE5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C5151F-7E9E-AD94-792E-FA61FDA2DA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5AE9C9E-7194-E1C7-7588-B038C3405E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68C605-454F-8B7B-3D33-D05911EDD8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305F7B-A0AC-1293-82D4-9C86467F10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E3EC535-A3DE-99E7-ABC8-9CC4CE6E3DC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2EDD5AB-35E0-87E1-275F-04606C697E9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B510989-7939-77EB-0752-100DC7AFE1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AA337F-EF84-36B2-1842-7E5CFCFDF3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F313D7F-1250-5155-CC8F-1D7F74BF58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0BF6333-8C0F-A01D-5F86-7F6CB2076C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8B0F6EB-5092-BB38-AE7A-D8A53CBE12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62B800C-4EB4-5C42-1D78-6D44443DC87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0E5F6E3-A638-F3AA-A0D8-8243AE1143A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2606B9C-947E-6E0E-3FB7-6409CA1AA08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749EA02-9727-20CE-6F2F-AEE7771903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0455506-EB11-CC08-A287-4C40A1068B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729B98D-1ABA-F8A4-E267-33AA94C814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DC44A6F-AB0F-F2C2-8460-CD823A4D03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ABB32F1-CA42-21EF-BB3D-FD9E4BF810F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8D18139-25BA-A607-F49E-FAC8B9FF80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B1A14D5-22B8-8B31-2F15-3327A9172A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F651FDA-FADC-718F-3679-DD1D82038C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B6CFA23-F762-DAC7-F055-34BBBEEA1B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EE4845E-D252-E586-D35F-F6971F010B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3CC88C-4219-7229-D578-F248CEBE55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78FCADE-8154-624B-6907-062ADFA184E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F788E2C-3D70-2723-B03E-3E54F428E71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DF4CF5D-DB9F-46BD-AA7E-99259ABBD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DD966BC-122D-0C34-66A6-82641A0F33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0D53ED-CC38-27CB-CE75-0363724E29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D3D30A6-B84A-5729-409B-EECAD25384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18942B2-A346-D722-B157-F50399986B7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4D48F45-61CA-44E0-DBAE-9D36F6365D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87F642F-E08C-B0D6-DCF9-FC1121C3A7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15CD439-5831-B89F-A032-126BDC3BCC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CF8F52A-1268-BF36-C904-53855E60D1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4DC5F4-D20C-2DB3-8411-B320533BB9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30EA972-BBB4-2124-F72C-ECCD006349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44EE25-5808-5EF9-D529-A97D9A5F4E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662F814-6E03-DA7E-994E-BD8357BF20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08E29C-8AD9-8F1D-C539-6DC238A4F7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E9B99B6-549F-E1E7-9083-8BA3B57D86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E6435A8-2F0B-810A-E41D-C6ABD4CC49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2877F48-282A-7BEC-513D-DD66A962A5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9E748BA-3A52-EFDE-3B83-2A4BC45687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D26422-6EB7-6DF1-340C-059F624216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f07f2702324874" /><Relationship Type="http://schemas.openxmlformats.org/officeDocument/2006/relationships/slideLayout" Target="/ppt/slideLayouts/slideLayout1.xml" Id="Rfded011584bb48fd" /><Relationship Type="http://schemas.openxmlformats.org/officeDocument/2006/relationships/slideLayout" Target="/ppt/slideLayouts/slideLayout2.xml" Id="R0c5ebb80fc994863" /><Relationship Type="http://schemas.openxmlformats.org/officeDocument/2006/relationships/slideLayout" Target="/ppt/slideLayouts/slideLayout3.xml" Id="R659f57b8257b402a" /><Relationship Type="http://schemas.openxmlformats.org/officeDocument/2006/relationships/slideLayout" Target="/ppt/slideLayouts/slideLayout4.xml" Id="R7efbf64cacd14c52" /><Relationship Type="http://schemas.openxmlformats.org/officeDocument/2006/relationships/slideLayout" Target="/ppt/slideLayouts/slideLayout5.xml" Id="R4c1595b9257f4b36" /><Relationship Type="http://schemas.openxmlformats.org/officeDocument/2006/relationships/slideLayout" Target="/ppt/slideLayouts/slideLayout6.xml" Id="Rc95e12dd48754776" /><Relationship Type="http://schemas.openxmlformats.org/officeDocument/2006/relationships/slideLayout" Target="/ppt/slideLayouts/slideLayout7.xml" Id="Rdbe27062ed13453a" /><Relationship Type="http://schemas.openxmlformats.org/officeDocument/2006/relationships/slideLayout" Target="/ppt/slideLayouts/slideLayout8.xml" Id="Ra5f8838c77d14bb4" /><Relationship Type="http://schemas.openxmlformats.org/officeDocument/2006/relationships/slideLayout" Target="/ppt/slideLayouts/slideLayout9.xml" Id="R228075273c1e457c" /><Relationship Type="http://schemas.openxmlformats.org/officeDocument/2006/relationships/slideLayout" Target="/ppt/slideLayouts/slideLayout10.xml" Id="R996883096bd24d93" /><Relationship Type="http://schemas.openxmlformats.org/officeDocument/2006/relationships/slideLayout" Target="/ppt/slideLayouts/slideLayout11.xml" Id="R726b29b5d74f47f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7F3D97B-511D-E64B-9F91-7097B82120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D5744D8-7A9E-E0ED-82DF-9733866DDA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DF6EFA3-0111-31E5-4E51-7B8F9DEA332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3804E89-7CB4-43E2-759A-8B18BC095A8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13A3C9D-A059-CF8F-49C2-BF85966941A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ed011584bb48fd"/>
    <p:sldLayoutId xmlns:r="http://schemas.openxmlformats.org/officeDocument/2006/relationships" id="2147483650" r:id="R0c5ebb80fc994863"/>
    <p:sldLayoutId xmlns:r="http://schemas.openxmlformats.org/officeDocument/2006/relationships" id="2147483651" r:id="R659f57b8257b402a"/>
    <p:sldLayoutId xmlns:r="http://schemas.openxmlformats.org/officeDocument/2006/relationships" id="2147483652" r:id="R7efbf64cacd14c52"/>
    <p:sldLayoutId xmlns:r="http://schemas.openxmlformats.org/officeDocument/2006/relationships" id="2147483653" r:id="R4c1595b9257f4b36"/>
    <p:sldLayoutId xmlns:r="http://schemas.openxmlformats.org/officeDocument/2006/relationships" id="2147483654" r:id="Rc95e12dd48754776"/>
    <p:sldLayoutId xmlns:r="http://schemas.openxmlformats.org/officeDocument/2006/relationships" id="2147483655" r:id="Rdbe27062ed13453a"/>
    <p:sldLayoutId xmlns:r="http://schemas.openxmlformats.org/officeDocument/2006/relationships" id="2147483656" r:id="Ra5f8838c77d14bb4"/>
    <p:sldLayoutId xmlns:r="http://schemas.openxmlformats.org/officeDocument/2006/relationships" id="2147483657" r:id="R228075273c1e457c"/>
    <p:sldLayoutId xmlns:r="http://schemas.openxmlformats.org/officeDocument/2006/relationships" id="2147483658" r:id="R996883096bd24d93"/>
    <p:sldLayoutId xmlns:r="http://schemas.openxmlformats.org/officeDocument/2006/relationships" id="2147483659" r:id="R726b29b5d74f47f4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6aee76f4aa43fa" /><Relationship Type="http://schemas.openxmlformats.org/officeDocument/2006/relationships/notesSlide" Target="/ppt/notesSlides/notesSlide1.xml" Id="R08e2c4e63d2d49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07a88f744c4e77" /><Relationship Type="http://schemas.openxmlformats.org/officeDocument/2006/relationships/image" Target="/ppt/media/image.png" Id="Ra212740b5bd747b7" /><Relationship Type="http://schemas.openxmlformats.org/officeDocument/2006/relationships/notesSlide" Target="/ppt/notesSlides/notesSlide2.xml" Id="R41a5f7535b2a4e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339210ce1b4e82" /><Relationship Type="http://schemas.openxmlformats.org/officeDocument/2006/relationships/image" Target="/ppt/media/image2.png" Id="R498bce07ff804faa" /><Relationship Type="http://schemas.openxmlformats.org/officeDocument/2006/relationships/notesSlide" Target="/ppt/notesSlides/notesSlide3.xml" Id="Ra2e3a99499ba46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b7dc813c894e9e" /><Relationship Type="http://schemas.openxmlformats.org/officeDocument/2006/relationships/image" Target="/ppt/media/image3.png" Id="R6c6d0e2044ec435e" /><Relationship Type="http://schemas.openxmlformats.org/officeDocument/2006/relationships/notesSlide" Target="/ppt/notesSlides/notesSlide4.xml" Id="Re92d9595548d47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c9f0f9ad454942" /><Relationship Type="http://schemas.openxmlformats.org/officeDocument/2006/relationships/image" Target="/ppt/media/image4.png" Id="Rf7ab0581b2114efc" /><Relationship Type="http://schemas.openxmlformats.org/officeDocument/2006/relationships/notesSlide" Target="/ppt/notesSlides/notesSlide5.xml" Id="R7555b579965144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7f3aff08ae4f53" /><Relationship Type="http://schemas.openxmlformats.org/officeDocument/2006/relationships/image" Target="/ppt/media/image5.png" Id="R896f0efe72224abc" /><Relationship Type="http://schemas.openxmlformats.org/officeDocument/2006/relationships/notesSlide" Target="/ppt/notesSlides/notesSlide6.xml" Id="Rfc0359460aad4a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55c7cb0ec04f03" /><Relationship Type="http://schemas.openxmlformats.org/officeDocument/2006/relationships/notesSlide" Target="/ppt/notesSlides/notesSlide7.xml" Id="R2dbd69ef2d374e6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53c016b4ef4a04" /><Relationship Type="http://schemas.openxmlformats.org/officeDocument/2006/relationships/notesSlide" Target="/ppt/notesSlides/notesSlide8.xml" Id="R9f7cc329115f49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522B21E-B2B9-4C72-9A71-C87EFD13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736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EB7D2A2-F448-44D4-938C-DC84CBCB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"/>
            <a:ext cx="12192000" cy="44125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71AEA07-1E14-44B4-8E55-64EF049C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464" y="551962"/>
            <a:ext cx="10999072" cy="461854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571B63-82A4-FC3D-9860-20F38F12386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293338"/>
            <a:ext cx="9144000" cy="3274592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Κείμενο και Λίστες</a:t>
            </a:r>
            <a:endParaRPr sz="720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101352E-A170-144A-523B-B61C8AE3387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5514052"/>
            <a:ext cx="9144000" cy="65191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A1AC1523-E1AC-4F39-9B08-B5CD71D4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6464" y="6354708"/>
            <a:ext cx="11000232" cy="0"/>
          </a:xfrm>
          <a:prstGeom xmlns:a="http://schemas.openxmlformats.org/drawingml/2006/main" prst="line">
            <a:avLst/>
          </a:prstGeom>
          <a:ln xmlns:a="http://schemas.openxmlformats.org/drawingml/2006/main" w="101600">
            <a:solidFill>
              <a:schemeClr val="accent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30198546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EBED23-A707-4896-8216-1D3873B4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Κουκίδες και αρίθμηση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E212A2-5F9B-4A52-8674-B792FB27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Home &gt; Paragraph &gt; Bullets ή Numbering.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Από το βέλος επιλέγουμε διαφορετικό σύμβολο ή μορφή αρίθμησης.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12740b5bd747b7"/>
          <a:stretch xmlns:a="http://schemas.openxmlformats.org/drawingml/2006/main"/>
        </p:blipFill>
        <p:spPr>
          <a:xfrm xmlns:a="http://schemas.openxmlformats.org/drawingml/2006/main">
            <a:off x="6762750" y="2304426"/>
            <a:ext cx="4191000" cy="224914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8475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176F99-8321-4338-A3DF-5C7D0D07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Επίπεδα λίστας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F2DD19-8412-4A96-B7D5-0AD2800A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Increase List Level δημιουργεί εσοχή και κατώτερο επίπεδο.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Decrease List Level αφαιρεί την εσοχή.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Μπορούμε επίσης να χρησιμοποιήσουμε Tab και Shift+Tab.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8bce07ff804faa"/>
          <a:stretch xmlns:a="http://schemas.openxmlformats.org/drawingml/2006/main"/>
        </p:blipFill>
        <p:spPr>
          <a:xfrm xmlns:a="http://schemas.openxmlformats.org/drawingml/2006/main">
            <a:off x="6762750" y="2507450"/>
            <a:ext cx="4191000" cy="184310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9374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95A77D-02AE-4CFC-9798-DC373EBA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Στοίχιση παραγράφου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B7D2E7-217A-47E1-991B-3ABF02DD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Align Left, Center, Align Right ή Justify.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Η στοίχιση εφαρμόζεται στην επιλεγμένη παράγραφο ή θέση κράτησης.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6d0e2044ec435e"/>
          <a:stretch xmlns:a="http://schemas.openxmlformats.org/drawingml/2006/main"/>
        </p:blipFill>
        <p:spPr>
          <a:xfrm xmlns:a="http://schemas.openxmlformats.org/drawingml/2006/main">
            <a:off x="6762750" y="2835053"/>
            <a:ext cx="4191000" cy="118789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2300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F898CD-1EBC-4E63-BA47-33AEE7AD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Διάστιχο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93C42E-EC17-417A-955F-AF2C0D45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Line Spacing αλλάζει την απόσταση ανάμεσα στις γραμμές.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Από Line Spacing Options ρυθμίζουμε και το διάστημα πριν ή μετά την παράγραφο.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ab0581b2114efc"/>
          <a:stretch xmlns:a="http://schemas.openxmlformats.org/drawingml/2006/main"/>
        </p:blipFill>
        <p:spPr>
          <a:xfrm xmlns:a="http://schemas.openxmlformats.org/drawingml/2006/main">
            <a:off x="7099207" y="1571625"/>
            <a:ext cx="3518087" cy="371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232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0F06D3-D448-47E5-BC4E-5FF4FA1D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Προσαρμογή λίστας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3155C4-8DC6-4A60-AB12-D90BBE81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Αλλάζουμε χρώμα και μέγεθος κουκίδων από Bullets and Numbering.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Η μορφοποίηση του κειμένου μπορεί να διαφέρει από τη μορφοποίηση της κουκίδας.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6f0efe72224abc"/>
          <a:stretch xmlns:a="http://schemas.openxmlformats.org/drawingml/2006/main"/>
        </p:blipFill>
        <p:spPr>
          <a:xfrm xmlns:a="http://schemas.openxmlformats.org/drawingml/2006/main">
            <a:off x="6762750" y="2835053"/>
            <a:ext cx="4191000" cy="118789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053172"/>
      </p:ext>
    </p:extLst>
  </p:cSld>
</p:sld>
</file>

<file path=ppt/slides/slide7.xml><?xml version="1.0" encoding="utf-8"?>
<p:sld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8B2701-E620-4418-AA4B-C65C84F3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Δραστηριότητες Εμπέδωσης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1403F9-22A2-49A2-93CC-5C93829E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19062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Φύλλο Εργασίας Β.4.2.M4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D5A0AD-8652-4FD6-ABEF-CEEFEF65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Σελίδες 75-76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Ασκήσεις 1-10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Αρχείο: Email.pptx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00EDE3-AF92-4E5E-990E-4E4C03A6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00625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Κουκίδες, αρίθμηση, εσοχές, στοίχιση και διάστιχο.</a:t>
            </a:r>
          </a:p>
        </p:txBody>
      </p:sp>
    </p:spTree>
    <p:extLst>
      <p:ext uri="{BB962C8B-B14F-4D97-AF65-F5344CB8AC3E}">
        <p14:creationId xmlns:p14="http://schemas.microsoft.com/office/powerpoint/2010/main" val="3815878654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E8266-BB18-4830-8BF3-FC7A889F1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Δραστηριότητες Αξιολόγησης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9C9088-A535-4511-9D5F-082A5E40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5737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Φύλλο Εργασίας Β.4.2.M4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EC26E4-B4C4-4D40-A1C1-A7A3C44E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Σελίδες 76-77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Ασκήσεις 11-20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Αρχείο: Email.pptx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CF2AE0-828F-4C81-902A-BB997C39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00625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Μορφοποίησε τις λίστες και αποθήκευσε ως Formatting.pptx.</a:t>
            </a:r>
          </a:p>
        </p:txBody>
      </p:sp>
    </p:spTree>
    <p:extLst>
      <p:ext uri="{BB962C8B-B14F-4D97-AF65-F5344CB8AC3E}">
        <p14:creationId xmlns:p14="http://schemas.microsoft.com/office/powerpoint/2010/main" val="608684808"/>
      </p:ext>
    </p:extLst>
  </p:cSld>
</p:sld>
</file>

<file path=ppt/theme/theme1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2026-09-12T06:52:46.4500000Z</dcterms:created>
  <dcterms:modified xsi:type="dcterms:W3CDTF">2026-09-12T06:52:46.4500000Z</dcterms:modified>
</coreProperties>
</file>