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d090465979c4509" /><Relationship Type="http://schemas.openxmlformats.org/officeDocument/2006/relationships/extended-properties" Target="/docProps/app.xml" Id="Rb5d55fa90f08467d" /><Relationship Type="http://schemas.openxmlformats.org/officeDocument/2006/relationships/officeDocument" Target="/ppt/presentation.xml" Id="R0eb5ae5c892242c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f52a8f28ea248f6"/>
  </p:sldMasterIdLst>
  <p:notesMasterIdLst>
    <p:notesMasterId xmlns:r="http://schemas.openxmlformats.org/officeDocument/2006/relationships" r:id="Ref6d8ef9bc4c4296"/>
  </p:notesMasterIdLst>
  <p:sldIdLst>
    <p:sldId xmlns:r="http://schemas.openxmlformats.org/officeDocument/2006/relationships" id="256" r:id="Re2b5c71c5c1d485a"/>
    <p:sldId xmlns:r="http://schemas.openxmlformats.org/officeDocument/2006/relationships" id="257" r:id="R6264944c077846e6"/>
    <p:sldId xmlns:r="http://schemas.openxmlformats.org/officeDocument/2006/relationships" id="258" r:id="R12d7b13b6a9e4bc0"/>
    <p:sldId xmlns:r="http://schemas.openxmlformats.org/officeDocument/2006/relationships" id="259" r:id="R2a040e9d0ed34da8"/>
    <p:sldId xmlns:r="http://schemas.openxmlformats.org/officeDocument/2006/relationships" id="260" r:id="R95358f82a540415f"/>
    <p:sldId xmlns:r="http://schemas.openxmlformats.org/officeDocument/2006/relationships" id="261" r:id="Rcefd7ad7dfa34b9e"/>
    <p:sldId xmlns:r="http://schemas.openxmlformats.org/officeDocument/2006/relationships" id="262" r:id="Rccf6c99261bc4e4f"/>
    <p:sldId xmlns:r="http://schemas.openxmlformats.org/officeDocument/2006/relationships" id="263" r:id="Rc2f6726c9ed144d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41ddbcc53434f11" /><Relationship Type="http://schemas.openxmlformats.org/officeDocument/2006/relationships/slideMaster" Target="/ppt/slideMasters/slideMaster1.xml" Id="Ref52a8f28ea248f6" /><Relationship Type="http://schemas.openxmlformats.org/officeDocument/2006/relationships/notesMaster" Target="/ppt/notesMasters/notesMaster1.xml" Id="Ref6d8ef9bc4c4296" /><Relationship Type="http://schemas.openxmlformats.org/officeDocument/2006/relationships/presProps" Target="/ppt/presProps.xml" Id="Red7c38ea8bc94817" /><Relationship Type="http://schemas.openxmlformats.org/officeDocument/2006/relationships/viewProps" Target="/ppt/viewProps.xml" Id="R1103883f54874f26" /><Relationship Type="http://schemas.openxmlformats.org/officeDocument/2006/relationships/tableStyles" Target="/ppt/tableStyles.xml" Id="R2f3eb25916bc426c" /><Relationship Type="http://schemas.openxmlformats.org/officeDocument/2006/relationships/slide" Target="/ppt/slides/slide1.xml" Id="Re2b5c71c5c1d485a" /><Relationship Type="http://schemas.openxmlformats.org/officeDocument/2006/relationships/slide" Target="/ppt/slides/slide2.xml" Id="R6264944c077846e6" /><Relationship Type="http://schemas.openxmlformats.org/officeDocument/2006/relationships/slide" Target="/ppt/slides/slide3.xml" Id="R12d7b13b6a9e4bc0" /><Relationship Type="http://schemas.openxmlformats.org/officeDocument/2006/relationships/slide" Target="/ppt/slides/slide4.xml" Id="R2a040e9d0ed34da8" /><Relationship Type="http://schemas.openxmlformats.org/officeDocument/2006/relationships/slide" Target="/ppt/slides/slide5.xml" Id="R95358f82a540415f" /><Relationship Type="http://schemas.openxmlformats.org/officeDocument/2006/relationships/slide" Target="/ppt/slides/slide6.xml" Id="Rcefd7ad7dfa34b9e" /><Relationship Type="http://schemas.openxmlformats.org/officeDocument/2006/relationships/slide" Target="/ppt/slides/slide7.xml" Id="Rccf6c99261bc4e4f" /><Relationship Type="http://schemas.openxmlformats.org/officeDocument/2006/relationships/slide" Target="/ppt/slides/slide8.xml" Id="Rc2f6726c9ed144d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5f673fe45d24a5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Red Violet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Red Viole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c97f65d95eb4aa5" /><Relationship Type="http://schemas.openxmlformats.org/officeDocument/2006/relationships/notesMaster" Target="/ppt/notesMasters/notesMaster1.xml" Id="R72049ecc3d8a4f6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ec0c76ef7594a3b" /><Relationship Type="http://schemas.openxmlformats.org/officeDocument/2006/relationships/notesMaster" Target="/ppt/notesMasters/notesMaster1.xml" Id="R8d7e7ff22beb4ba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bc1ac04a3554e56" /><Relationship Type="http://schemas.openxmlformats.org/officeDocument/2006/relationships/notesMaster" Target="/ppt/notesMasters/notesMaster1.xml" Id="R70a1aeb95db746d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8a4a20f14c14368" /><Relationship Type="http://schemas.openxmlformats.org/officeDocument/2006/relationships/notesMaster" Target="/ppt/notesMasters/notesMaster1.xml" Id="R8fb7f298743d4e3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e594144b2374e9b" /><Relationship Type="http://schemas.openxmlformats.org/officeDocument/2006/relationships/notesMaster" Target="/ppt/notesMasters/notesMaster1.xml" Id="Rf5c8d4c3a253486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db7c0e075ed4bee" /><Relationship Type="http://schemas.openxmlformats.org/officeDocument/2006/relationships/notesMaster" Target="/ppt/notesMasters/notesMaster1.xml" Id="R69d94fb2e7a14aa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c40bdae20064868" /><Relationship Type="http://schemas.openxmlformats.org/officeDocument/2006/relationships/notesMaster" Target="/ppt/notesMasters/notesMaster1.xml" Id="Rb68a0469ae5a4a7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fc6b5a558c449f8" /><Relationship Type="http://schemas.openxmlformats.org/officeDocument/2006/relationships/notesMaster" Target="/ppt/notesMasters/notesMaster1.xml" Id="Rcbcf857bc2bf434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Screenshot: https://www.howtoexcel.org/shift-cells-down/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Screenshot: https://500rockets.io/excel/the-excel-move-column-tutorial-59/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Screenshot: https://smallbiztrends.com/how-to-delete-your-twitter-account/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Screenshot: https://excelinsights.net/web/find-replace-data/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f67b9d8b78480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ccbb37fd564a2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3b94b7110442c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496ec1865a4b2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332644e2c7461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eb37e007e14f6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185d19fbf04e3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be167a72084dc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d9c85fdcd841f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c9a9f371914b71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3cdc44f9b94478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9585AB-590D-2940-F9D8-91A2DEA70AE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8B41E1D7-50E5-605C-ACD7-89AFACCFD5E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DEE8DB3-D225-FB0F-4A95-87FE121ACE4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7F4E33A-D01E-EAC3-6198-75DCE67E4B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A783C2F-F6A4-CF68-E054-91D3A8A6FC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9D58505-B11D-1416-6D6F-42532E02D9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8E57602-7C8E-F65F-3DCB-CA7DA659D75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8E13BDD-A3BD-F0FA-C970-7CE1AFD211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39A8432-C7E6-45F5-17B8-825C34C7B6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2DBF15-3DC3-0F8C-B5EC-8D7DEA727DB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5A48EAB-F365-E770-1C52-96B2FFEDBA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95EF05D-0555-A1C8-D595-C855A03CE5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EC5151F-7E9E-AD94-792E-FA61FDA2DA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5AE9C9E-7194-E1C7-7588-B038C3405E6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68C605-454F-8B7B-3D33-D05911EDD8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305F7B-A0AC-1293-82D4-9C86467F10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E3EC535-A3DE-99E7-ABC8-9CC4CE6E3DC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2EDD5AB-35E0-87E1-275F-04606C697E9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B510989-7939-77EB-0752-100DC7AFE1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7AA337F-EF84-36B2-1842-7E5CFCFDF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F313D7F-1250-5155-CC8F-1D7F74BF58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0BF6333-8C0F-A01D-5F86-7F6CB2076C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8B0F6EB-5092-BB38-AE7A-D8A53CBE128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62B800C-4EB4-5C42-1D78-6D44443DC87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80E5F6E3-A638-F3AA-A0D8-8243AE1143A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32606B9C-947E-6E0E-3FB7-6409CA1AA08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B749EA02-9727-20CE-6F2F-AEE77719031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40455506-EB11-CC08-A287-4C40A1068BE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9729B98D-1ABA-F8A4-E267-33AA94C8147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DC44A6F-AB0F-F2C2-8460-CD823A4D03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AABB32F1-CA42-21EF-BB3D-FD9E4BF810F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58D18139-25BA-A607-F49E-FAC8B9FF80F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B1A14D5-22B8-8B31-2F15-3327A9172A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EF651FDA-FADC-718F-3679-DD1D82038C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B6CFA23-F762-DAC7-F055-34BBBEEA1B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0EE4845E-D252-E586-D35F-F6971F010B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3CC88C-4219-7229-D578-F248CEBE55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78FCADE-8154-624B-6907-062ADFA184E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DF788E2C-3D70-2723-B03E-3E54F428E71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DF4CF5D-DB9F-46BD-AA7E-99259ABBDFB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DD966BC-122D-0C34-66A6-82641A0F33C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0D53ED-CC38-27CB-CE75-0363724E29C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D3D30A6-B84A-5729-409B-EECAD25384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D18942B2-A346-D722-B157-F50399986B7A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4D48F45-61CA-44E0-DBAE-9D36F6365D3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87F642F-E08C-B0D6-DCF9-FC1121C3A7D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15CD439-5831-B89F-A032-126BDC3BCCD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CF8F52A-1268-BF36-C904-53855E60D1C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4DC5F4-D20C-2DB3-8411-B320533BB9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30EA972-BBB4-2124-F72C-ECCD006349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644EE25-5808-5EF9-D529-A97D9A5F4E7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662F814-6E03-DA7E-994E-BD8357BF20F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B08E29C-8AD9-8F1D-C539-6DC238A4F7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E9B99B6-549F-E1E7-9083-8BA3B57D86F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E6435A8-2F0B-810A-E41D-C6ABD4CC491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2877F48-282A-7BEC-513D-DD66A962A5D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9E748BA-3A52-EFDE-3B83-2A4BC45687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1D26422-6EB7-6DF1-340C-059F6242166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1f4bbea7b7e46c1" /><Relationship Type="http://schemas.openxmlformats.org/officeDocument/2006/relationships/slideLayout" Target="/ppt/slideLayouts/slideLayout1.xml" Id="R94318caae4524dc6" /><Relationship Type="http://schemas.openxmlformats.org/officeDocument/2006/relationships/slideLayout" Target="/ppt/slideLayouts/slideLayout2.xml" Id="Rd6ab5ebfd52d4c40" /><Relationship Type="http://schemas.openxmlformats.org/officeDocument/2006/relationships/slideLayout" Target="/ppt/slideLayouts/slideLayout3.xml" Id="Rdf55f85a7bf14e3d" /><Relationship Type="http://schemas.openxmlformats.org/officeDocument/2006/relationships/slideLayout" Target="/ppt/slideLayouts/slideLayout4.xml" Id="R116a1cd762a24177" /><Relationship Type="http://schemas.openxmlformats.org/officeDocument/2006/relationships/slideLayout" Target="/ppt/slideLayouts/slideLayout5.xml" Id="R06ec7d58e5f549d7" /><Relationship Type="http://schemas.openxmlformats.org/officeDocument/2006/relationships/slideLayout" Target="/ppt/slideLayouts/slideLayout6.xml" Id="R6f4a592c24504706" /><Relationship Type="http://schemas.openxmlformats.org/officeDocument/2006/relationships/slideLayout" Target="/ppt/slideLayouts/slideLayout7.xml" Id="Ra01e0512a80c488e" /><Relationship Type="http://schemas.openxmlformats.org/officeDocument/2006/relationships/slideLayout" Target="/ppt/slideLayouts/slideLayout8.xml" Id="R4a0910e8e39c434c" /><Relationship Type="http://schemas.openxmlformats.org/officeDocument/2006/relationships/slideLayout" Target="/ppt/slideLayouts/slideLayout9.xml" Id="R6babc51d3c0b4b77" /><Relationship Type="http://schemas.openxmlformats.org/officeDocument/2006/relationships/slideLayout" Target="/ppt/slideLayouts/slideLayout10.xml" Id="R5a41cc968ea84ea8" /><Relationship Type="http://schemas.openxmlformats.org/officeDocument/2006/relationships/slideLayout" Target="/ppt/slideLayouts/slideLayout11.xml" Id="Rc1e13492962d4b6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7F3D97B-511D-E64B-9F91-7097B821201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D5744D8-7A9E-E0ED-82DF-9733866DDA6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DF6EFA3-0111-31E5-4E51-7B8F9DEA332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3804E89-7CB4-43E2-759A-8B18BC095A8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13A3C9D-A059-CF8F-49C2-BF85966941A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4318caae4524dc6"/>
    <p:sldLayoutId xmlns:r="http://schemas.openxmlformats.org/officeDocument/2006/relationships" id="2147483650" r:id="Rd6ab5ebfd52d4c40"/>
    <p:sldLayoutId xmlns:r="http://schemas.openxmlformats.org/officeDocument/2006/relationships" id="2147483651" r:id="Rdf55f85a7bf14e3d"/>
    <p:sldLayoutId xmlns:r="http://schemas.openxmlformats.org/officeDocument/2006/relationships" id="2147483652" r:id="R116a1cd762a24177"/>
    <p:sldLayoutId xmlns:r="http://schemas.openxmlformats.org/officeDocument/2006/relationships" id="2147483653" r:id="R06ec7d58e5f549d7"/>
    <p:sldLayoutId xmlns:r="http://schemas.openxmlformats.org/officeDocument/2006/relationships" id="2147483654" r:id="R6f4a592c24504706"/>
    <p:sldLayoutId xmlns:r="http://schemas.openxmlformats.org/officeDocument/2006/relationships" id="2147483655" r:id="Ra01e0512a80c488e"/>
    <p:sldLayoutId xmlns:r="http://schemas.openxmlformats.org/officeDocument/2006/relationships" id="2147483656" r:id="R4a0910e8e39c434c"/>
    <p:sldLayoutId xmlns:r="http://schemas.openxmlformats.org/officeDocument/2006/relationships" id="2147483657" r:id="R6babc51d3c0b4b77"/>
    <p:sldLayoutId xmlns:r="http://schemas.openxmlformats.org/officeDocument/2006/relationships" id="2147483658" r:id="R5a41cc968ea84ea8"/>
    <p:sldLayoutId xmlns:r="http://schemas.openxmlformats.org/officeDocument/2006/relationships" id="2147483659" r:id="Rc1e13492962d4b61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Red Violet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Red Viole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cce0a197f847fc" /><Relationship Type="http://schemas.openxmlformats.org/officeDocument/2006/relationships/notesSlide" Target="/ppt/notesSlides/notesSlide1.xml" Id="Ra4ad301b25564c1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e4a8e1257d44d12" /><Relationship Type="http://schemas.openxmlformats.org/officeDocument/2006/relationships/image" Target="/ppt/media/image.png" Id="Rea56bd834e394c30" /><Relationship Type="http://schemas.openxmlformats.org/officeDocument/2006/relationships/notesSlide" Target="/ppt/notesSlides/notesSlide2.xml" Id="R258cab9d38be48c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1d5fb9e07cf4131" /><Relationship Type="http://schemas.openxmlformats.org/officeDocument/2006/relationships/image" Target="/ppt/media/image2.png" Id="R38d33dfe4b87443f" /><Relationship Type="http://schemas.openxmlformats.org/officeDocument/2006/relationships/notesSlide" Target="/ppt/notesSlides/notesSlide3.xml" Id="R7322b646d2bd4f2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6511c886a974ebe" /><Relationship Type="http://schemas.openxmlformats.org/officeDocument/2006/relationships/notesSlide" Target="/ppt/notesSlides/notesSlide4.xml" Id="R31659b07c38043b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5327c518620442e" /><Relationship Type="http://schemas.openxmlformats.org/officeDocument/2006/relationships/notesSlide" Target="/ppt/notesSlides/notesSlide5.xml" Id="R0af20b3b1cd049a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0579a8ef2fb489e" /><Relationship Type="http://schemas.openxmlformats.org/officeDocument/2006/relationships/image" Target="/ppt/media/image3.png" Id="Rd1291adcaf9e4e2b" /><Relationship Type="http://schemas.openxmlformats.org/officeDocument/2006/relationships/notesSlide" Target="/ppt/notesSlides/notesSlide6.xml" Id="Raef03499ef174c2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8f4ad8cd7f7476f" /><Relationship Type="http://schemas.openxmlformats.org/officeDocument/2006/relationships/notesSlide" Target="/ppt/notesSlides/notesSlide7.xml" Id="R719b9feace81494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0b434e6c2f94ce8" /><Relationship Type="http://schemas.openxmlformats.org/officeDocument/2006/relationships/notesSlide" Target="/ppt/notesSlides/notesSlide8.xml" Id="Rfe6b82b0d220452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 useBgFill="1"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522B21E-B2B9-4C72-9A71-C87EFD137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999" cy="685736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5EB7D2A2-F448-44D4-938C-DC84CBCB3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"/>
            <a:ext cx="12192000" cy="4412583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871AEA07-1E14-44B4-8E55-64EF049CD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464" y="551962"/>
            <a:ext cx="10999072" cy="4618549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6571B63-82A4-FC3D-9860-20F38F12386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293338"/>
            <a:ext cx="9144000" cy="3274592"/>
          </a:xfr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825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825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Εισαγωγή στις Συναρτήσεις</a:t>
            </a:r>
            <a:endParaRPr sz="720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4101352E-A170-144A-523B-B61C8AE3387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5514052"/>
            <a:ext cx="9144000" cy="651910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Straight Connector 13">
            <a:extLst xmlns:a="http://schemas.openxmlformats.org/drawingml/2006/main">
              <a:ext uri="{FF2B5EF4-FFF2-40B4-BE49-F238E27FC236}">
                <a16:creationId xmlns:a16="http://schemas.microsoft.com/office/drawing/2014/main" id="{A1AC1523-E1AC-4F39-9B08-B5CD71D4B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596464" y="6354708"/>
            <a:ext cx="11000232" cy="0"/>
          </a:xfrm>
          <a:prstGeom xmlns:a="http://schemas.openxmlformats.org/drawingml/2006/main" prst="line">
            <a:avLst/>
          </a:prstGeom>
          <a:ln xmlns:a="http://schemas.openxmlformats.org/drawingml/2006/main" w="101600">
            <a:solidFill>
              <a:schemeClr val="accent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</p:spTree>
    <p:extLst>
      <p:ext uri="{BB962C8B-B14F-4D97-AF65-F5344CB8AC3E}">
        <p14:creationId xmlns:p14="http://schemas.microsoft.com/office/powerpoint/2010/main" val="301985463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65D0BB-4883-4422-904A-4451A294C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1038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Τι είναι συνάρτηση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D25E44-7303-44A0-AFEA-68DFD805B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542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B1E72"/>
                </a:solidFill>
                <a:latin typeface="Arial"/>
                <a:ea typeface="Arial"/>
                <a:cs typeface="Arial"/>
              </a:rPr>
              <a:t>Μια συνάρτηση είναι έτοιμος τύπος για συγκεκριμένο υπολογισμό.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996827-C49D-4606-8BAC-FDCCADD1E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54292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Αρχίζει με =, ακολουθεί το όνομα και τα ορίσματα σε παρένθεση.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Παράδειγμα: =SUM(B3:B22)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56bd834e394c30"/>
          <a:stretch xmlns:a="http://schemas.openxmlformats.org/drawingml/2006/main"/>
        </p:blipFill>
        <p:spPr>
          <a:xfrm xmlns:a="http://schemas.openxmlformats.org/drawingml/2006/main">
            <a:off x="7031601" y="1571625"/>
            <a:ext cx="3653298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84756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849D6E-A604-481C-924F-76C53032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1038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SUM και AVERAGE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6B42F3-B610-4689-A278-F00049F43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71625"/>
            <a:ext cx="54292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SUM: υπολογίζει το άθροισμα.</a:t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=SUM(B3:B22)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AVERAGE: υπολογίζει τον μέσο όρο.</a:t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=AVERAGE(B3:B22)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d33dfe4b87443f"/>
          <a:stretch xmlns:a="http://schemas.openxmlformats.org/drawingml/2006/main"/>
        </p:blipFill>
        <p:spPr>
          <a:xfrm xmlns:a="http://schemas.openxmlformats.org/drawingml/2006/main">
            <a:off x="6762750" y="2512219"/>
            <a:ext cx="4191000" cy="202406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9374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EB1352-3966-4AA9-BBBE-CE7A2176D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1038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MAX και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1E5A4C-DD7C-4793-81B1-FA9E6125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71625"/>
            <a:ext cx="54292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MAX: επιστρέφει τη μεγαλύτερη τιμή.</a:t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=MAX(B3:B22)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MIN: επιστρέφει τη μικρότερη τιμή.</a:t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=MIN(B3:B22)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19FEEB-79F6-446D-A180-DAABBBB53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95500"/>
            <a:ext cx="4095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MAX = μεγαλύτερο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MIN = μικρότερο</a:t>
            </a:r>
          </a:p>
        </p:txBody>
      </p:sp>
    </p:spTree>
    <p:extLst>
      <p:ext uri="{BB962C8B-B14F-4D97-AF65-F5344CB8AC3E}">
        <p14:creationId xmlns:p14="http://schemas.microsoft.com/office/powerpoint/2010/main" val="248423000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3182B1-113F-4B37-A66F-C86A530AA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1038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ROUND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FCA40C-3A4D-4835-BA45-BC0C72BBA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542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B1E72"/>
                </a:solidFill>
                <a:latin typeface="Arial"/>
                <a:ea typeface="Arial"/>
                <a:cs typeface="Arial"/>
              </a:rPr>
              <a:t>Η ROUND στρογγυλοποιεί έναν αριθμό.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D8DC59-79A8-42F4-AA7E-860D8872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54292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Σύνταξη:</a:t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=ROUND(αριθμός; δεκαδικά)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Χωρίς δεκαδικά ψηφία:</a:t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=ROUND(B27;0)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D36C20-1344-48AE-AC3A-F40D5F764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95500"/>
            <a:ext cx="4095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=ROUND(B27;0)</a:t>
            </a:r>
          </a:p>
        </p:txBody>
      </p:sp>
    </p:spTree>
    <p:extLst>
      <p:ext uri="{BB962C8B-B14F-4D97-AF65-F5344CB8AC3E}">
        <p14:creationId xmlns:p14="http://schemas.microsoft.com/office/powerpoint/2010/main" val="172072322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296595-E404-4E3C-905F-D75073D58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1038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Αντιγραφή συναρτήσεων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7A685E-D5A8-4E2E-8FC1-FB6805543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71625"/>
            <a:ext cx="54292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1. Δημιουργούμε σωστά τη συνάρτηση στο πρώτο κελί.</a:t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2. Αντιγράφουμε το κελί.</a:t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 Επικολλούμε στην υπόλοιπη περιοχή.</a:t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 Ελέγχουμε ότι οι περιοχές προσαρμόστηκαν σωστά.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291adcaf9e4e2b"/>
          <a:stretch xmlns:a="http://schemas.openxmlformats.org/drawingml/2006/main"/>
        </p:blipFill>
        <p:spPr>
          <a:xfrm xmlns:a="http://schemas.openxmlformats.org/drawingml/2006/main">
            <a:off x="6762750" y="2740103"/>
            <a:ext cx="4191000" cy="156829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053172"/>
      </p:ext>
    </p:extLst>
  </p:cSld>
</p:sld>
</file>

<file path=ppt/slides/slide7.xml><?xml version="1.0" encoding="utf-8"?>
<p:sld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06BBAC-B20C-409D-8350-9D493B672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495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043"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Δραστηριότητες Εμπέδωσης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A5915B-68FF-4FFB-8E08-8FA2DD976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190625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Φύλλο Εργασίας Β.4.1.M9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3CECA6-9B3E-461F-AD97-D2DEE23EF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95500"/>
            <a:ext cx="619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Σελίδα 39</a:t>
            </a:r>
          </a:p>
          <a:p xmlns:a="http://schemas.openxmlformats.org/drawingml/2006/main"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Ασκήσεις 1–8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Αρχείο: Cyprus Tourists.xlsx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7F5841-B571-4158-B48F-2DC2701F8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000625"/>
            <a:ext cx="6096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B1E72"/>
                </a:solidFill>
                <a:latin typeface="Arial"/>
                <a:ea typeface="Arial"/>
                <a:cs typeface="Arial"/>
              </a:rPr>
              <a:t>SUM, MAX, MIN, AVERAGE και ROUND ανά μήνα.</a:t>
            </a:r>
          </a:p>
        </p:txBody>
      </p:sp>
    </p:spTree>
    <p:extLst>
      <p:ext uri="{BB962C8B-B14F-4D97-AF65-F5344CB8AC3E}">
        <p14:creationId xmlns:p14="http://schemas.microsoft.com/office/powerpoint/2010/main" val="3815878654"/>
      </p:ext>
    </p:extLst>
  </p:cSld>
  <p:clrMapOvr>
    <a:overrideClrMapping xmlns:a="http://schemas.openxmlformats.org/drawingml/2006/main"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C3F469-5F88-45E7-AD4D-1CA3F73F4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3905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7907"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Δραστηριότητες Αξιολόγησης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53D3B4-D75D-43C5-B589-0FBFB148A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57375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Φύλλο Εργασίας Β.4.1.M9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7B66AE-C260-42AA-8C4E-C375C9DB1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57500"/>
            <a:ext cx="619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Σελίδες 39–40</a:t>
            </a:r>
          </a:p>
          <a:p xmlns:a="http://schemas.openxmlformats.org/drawingml/2006/main"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Ασκήσεις 9–15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Αρχείο: Cyprus Tourists.xlsx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94EFFC-A133-4543-9A33-351C0D229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000625"/>
            <a:ext cx="6096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B1E72"/>
                </a:solidFill>
                <a:latin typeface="Arial"/>
                <a:ea typeface="Arial"/>
                <a:cs typeface="Arial"/>
              </a:rPr>
              <a:t>Υπολόγισε τα αντίστοιχα αποτελέσματα ανά χώρα.</a:t>
            </a:r>
          </a:p>
        </p:txBody>
      </p:sp>
    </p:spTree>
    <p:extLst>
      <p:ext uri="{BB962C8B-B14F-4D97-AF65-F5344CB8AC3E}">
        <p14:creationId xmlns:p14="http://schemas.microsoft.com/office/powerpoint/2010/main" val="608684808"/>
      </p:ext>
    </p:extLst>
  </p:cSld>
</p:sld>
</file>

<file path=ppt/theme/theme1.xml><?xml version="1.0" encoding="utf-8"?>
<a:theme xmlns:a="http://schemas.openxmlformats.org/drawingml/2006/main" name="Office Theme">
  <a:themeElements>
    <a:clrScheme name="Red Violet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Red Viole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2026-09-12T06:34:11.3000000Z</dcterms:created>
  <dcterms:modified xsi:type="dcterms:W3CDTF">2026-09-12T06:34:11.3000000Z</dcterms:modified>
</coreProperties>
</file>