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0" d="100"/>
          <a:sy n="140" d="100"/>
        </p:scale>
        <p:origin x="13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 sldOrd">
      <pc:chgData name="Άριστος Αρέστη" userId="813aa191-2d4c-464f-9d05-0a7e494d859f" providerId="ADAL" clId="{49C7B61D-1ACF-4AFF-A04E-A3B433E32474}" dt="2026-10-12T05:10:31.034" v="115" actId="20577"/>
      <pc:docMkLst>
        <pc:docMk/>
      </pc:docMkLst>
      <pc:sldChg chg="modSp mod">
        <pc:chgData name="Άριστος Αρέστη" userId="813aa191-2d4c-464f-9d05-0a7e494d859f" providerId="ADAL" clId="{49C7B61D-1ACF-4AFF-A04E-A3B433E32474}" dt="2026-10-11T12:38:17.145" v="37" actId="20577"/>
        <pc:sldMkLst>
          <pc:docMk/>
          <pc:sldMk cId="2133937481" sldId="258"/>
        </pc:sldMkLst>
        <pc:spChg chg="mod">
          <ac:chgData name="Άριστος Αρέστη" userId="813aa191-2d4c-464f-9d05-0a7e494d859f" providerId="ADAL" clId="{49C7B61D-1ACF-4AFF-A04E-A3B433E32474}" dt="2026-10-11T12:38:17.145" v="37" actId="20577"/>
          <ac:spMkLst>
            <pc:docMk/>
            <pc:sldMk cId="2133937481" sldId="258"/>
            <ac:spMk id="2" creationId="{306B42F3-B610-4689-A278-F00049F4378F}"/>
          </ac:spMkLst>
        </pc:spChg>
      </pc:sldChg>
      <pc:sldChg chg="modSp mod">
        <pc:chgData name="Άριστος Αρέστη" userId="813aa191-2d4c-464f-9d05-0a7e494d859f" providerId="ADAL" clId="{49C7B61D-1ACF-4AFF-A04E-A3B433E32474}" dt="2026-10-06T18:18:16.964" v="3" actId="6549"/>
        <pc:sldMkLst>
          <pc:docMk/>
          <pc:sldMk cId="1720723223" sldId="260"/>
        </pc:sldMkLst>
        <pc:spChg chg="mod">
          <ac:chgData name="Άριστος Αρέστη" userId="813aa191-2d4c-464f-9d05-0a7e494d859f" providerId="ADAL" clId="{49C7B61D-1ACF-4AFF-A04E-A3B433E32474}" dt="2026-10-06T18:18:16.964" v="3" actId="6549"/>
          <ac:spMkLst>
            <pc:docMk/>
            <pc:sldMk cId="1720723223" sldId="260"/>
            <ac:spMk id="3" creationId="{0FD8DC59-79A8-42F4-AA7E-860D887215F1}"/>
          </ac:spMkLst>
        </pc:spChg>
      </pc:sldChg>
      <pc:sldChg chg="addSp delSp modSp new mod ord">
        <pc:chgData name="Άριστος Αρέστη" userId="813aa191-2d4c-464f-9d05-0a7e494d859f" providerId="ADAL" clId="{49C7B61D-1ACF-4AFF-A04E-A3B433E32474}" dt="2026-10-12T05:10:31.034" v="115" actId="20577"/>
        <pc:sldMkLst>
          <pc:docMk/>
          <pc:sldMk cId="1318251653" sldId="262"/>
        </pc:sldMkLst>
        <pc:spChg chg="mod">
          <ac:chgData name="Άριστος Αρέστη" userId="813aa191-2d4c-464f-9d05-0a7e494d859f" providerId="ADAL" clId="{49C7B61D-1ACF-4AFF-A04E-A3B433E32474}" dt="2026-10-12T05:10:31.034" v="115" actId="20577"/>
          <ac:spMkLst>
            <pc:docMk/>
            <pc:sldMk cId="1318251653" sldId="262"/>
            <ac:spMk id="2" creationId="{1268658C-D1ED-ED5A-6CAA-F2FF849FC621}"/>
          </ac:spMkLst>
        </pc:spChg>
        <pc:spChg chg="del">
          <ac:chgData name="Άριστος Αρέστη" userId="813aa191-2d4c-464f-9d05-0a7e494d859f" providerId="ADAL" clId="{49C7B61D-1ACF-4AFF-A04E-A3B433E32474}" dt="2026-10-12T05:09:19.435" v="71" actId="22"/>
          <ac:spMkLst>
            <pc:docMk/>
            <pc:sldMk cId="1318251653" sldId="262"/>
            <ac:spMk id="3" creationId="{AD7CA519-B193-8423-7A24-1CA8483473EC}"/>
          </ac:spMkLst>
        </pc:spChg>
        <pc:picChg chg="add mod ord">
          <ac:chgData name="Άριστος Αρέστη" userId="813aa191-2d4c-464f-9d05-0a7e494d859f" providerId="ADAL" clId="{49C7B61D-1ACF-4AFF-A04E-A3B433E32474}" dt="2026-10-12T05:09:48.857" v="77" actId="14100"/>
          <ac:picMkLst>
            <pc:docMk/>
            <pc:sldMk cId="1318251653" sldId="262"/>
            <ac:picMk id="5" creationId="{A5472988-00D6-D29B-E032-FE6FB12D1D42}"/>
          </ac:picMkLst>
        </pc:picChg>
      </pc:sldChg>
      <pc:sldChg chg="del">
        <pc:chgData name="Άριστος Αρέστη" userId="813aa191-2d4c-464f-9d05-0a7e494d859f" providerId="ADAL" clId="{49C7B61D-1ACF-4AFF-A04E-A3B433E32474}" dt="2026-10-11T12:38:57.669" v="38" actId="47"/>
        <pc:sldMkLst>
          <pc:docMk/>
          <pc:sldMk cId="3815878654" sldId="262"/>
        </pc:sldMkLst>
      </pc:sldChg>
      <pc:sldChg chg="del">
        <pc:chgData name="Άριστος Αρέστη" userId="813aa191-2d4c-464f-9d05-0a7e494d859f" providerId="ADAL" clId="{49C7B61D-1ACF-4AFF-A04E-A3B433E32474}" dt="2026-10-11T12:38:58.951" v="39" actId="47"/>
        <pc:sldMkLst>
          <pc:docMk/>
          <pc:sldMk cId="608684808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721C89F-AE7A-4C3B-889F-FA429D0A7F9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99004-FBBF-4BCC-9BC3-88F554ADE514}" type="datetimeFigureOut">
              <a:t>12-Oct-26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noGrp="1"/>
          </p:cNvSpPr>
          <p:nvPr/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Εισαγωγή στις Συναρτήσεις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noGrp="1"/>
          </p:cNvSpPr>
          <p:nvPr/>
        </p:nv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854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8658C-D1ED-ED5A-6CAA-F2FF849FC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Πως να βρω το άθροισμά των αριθμών</a:t>
            </a:r>
            <a:r>
              <a:rPr lang="en-US" dirty="0"/>
              <a:t>;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472988-00D6-D29B-E032-FE6FB12D1D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1940" y="2402006"/>
            <a:ext cx="4010879" cy="418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51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65D0BB-4883-4422-904A-4451A294C247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Τι είναι συνάρτηση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D25E44-7303-44A0-AFEA-68DFD805B6F0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Μια συνάρτηση είναι έτοιμος τύπος για συγκεκριμένο υπολογισμό.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996827-C49D-4606-8BAC-FDCCADD1EA68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Αρχίζει με =, ακολουθεί το όνομα και τα ορίσματα σε παρένθεση.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Παράδειγμα: =SUM(B3:B22)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31601" y="1571625"/>
            <a:ext cx="3653298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849D6E-A604-481C-924F-76C530322B0E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SUM και AVERAGE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6B42F3-B610-4689-A278-F00049F4378F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SUM: υπ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ολογίζει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άθροισμ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=SUM(B3:B22)</a:t>
            </a:r>
            <a:endParaRPr lang="en-US"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lang="en-US" sz="195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 B3 + B4 + B5 + … + B22</a:t>
            </a:r>
            <a:endParaRPr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endParaRPr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AVERAGE: υπ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ολογίζει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τον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μέσο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όρο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=AVERAGE(B3:B22)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2512219"/>
            <a:ext cx="4191000" cy="202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0EB1352-3966-4AA9-BBBE-CE7A2176D263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MAX και MIN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E5A4C-DD7C-4793-81B1-FA9E6125D862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MAX: επιστρέφει τη μεγαλύτερη τιμή.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=MAX(B3:B22)</a:t>
            </a:r>
          </a:p>
          <a:p>
            <a:endParaRPr sz="1950" b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MIN: επιστρέφει τη μικρότερη τιμή.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=MIN(B3:B22)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9FEEB-79F6-446D-A180-DAABBBB53C12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MAX = μεγαλύτερο</a:t>
            </a:r>
          </a:p>
          <a:p>
            <a:endParaRPr sz="2250" b="1">
              <a:solidFill>
                <a:srgbClr val="D84B00"/>
              </a:solidFill>
              <a:latin typeface="Arial"/>
              <a:ea typeface="Arial"/>
              <a:cs typeface="Arial"/>
            </a:endParaRPr>
          </a:p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MIN = μικρότερο</a:t>
            </a:r>
          </a:p>
        </p:txBody>
      </p:sp>
    </p:spTree>
    <p:extLst>
      <p:ext uri="{BB962C8B-B14F-4D97-AF65-F5344CB8AC3E}">
        <p14:creationId xmlns:p14="http://schemas.microsoft.com/office/powerpoint/2010/main" val="248423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3182B1-113F-4B37-A66F-C86A530AA2A0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ROUND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FCA40C-3A4D-4835-BA45-BC0C72BBA00C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5429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Η ROUND στρογγυλοποιεί έναν αριθμό.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D8DC59-79A8-42F4-AA7E-860D887215F1}"/>
              </a:ext>
            </a:extLst>
          </p:cNvPr>
          <p:cNvSpPr>
            <a:spLocks noGrp="1"/>
          </p:cNvSpPr>
          <p:nvPr/>
        </p:nvSpPr>
        <p:spPr>
          <a:xfrm>
            <a:off x="857250" y="2333625"/>
            <a:ext cx="5429250" cy="3143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Σύντ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αξη: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=ROUND(α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ριθμός</a:t>
            </a:r>
            <a:r>
              <a:rPr lang="en-US"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,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δεκ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αδικά)</a:t>
            </a:r>
          </a:p>
          <a:p>
            <a:endParaRPr sz="1950" b="0" dirty="0">
              <a:solidFill>
                <a:srgbClr val="151515"/>
              </a:solidFill>
              <a:latin typeface="Arial"/>
              <a:ea typeface="Arial"/>
              <a:cs typeface="Arial"/>
            </a:endParaRP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Χωρίς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 </a:t>
            </a:r>
            <a:r>
              <a:rPr sz="1950" b="0" dirty="0" err="1">
                <a:solidFill>
                  <a:srgbClr val="151515"/>
                </a:solidFill>
                <a:latin typeface="Arial"/>
                <a:ea typeface="Arial"/>
                <a:cs typeface="Arial"/>
              </a:rPr>
              <a:t>δεκ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αδικά ψηφία: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=ROUND(B27</a:t>
            </a:r>
            <a:r>
              <a:rPr lang="en-US"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,</a:t>
            </a:r>
            <a:r>
              <a:rPr sz="1950" b="0" dirty="0">
                <a:solidFill>
                  <a:srgbClr val="151515"/>
                </a:solidFill>
                <a:latin typeface="Arial"/>
                <a:ea typeface="Arial"/>
                <a:cs typeface="Arial"/>
              </a:rPr>
              <a:t>0)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D36C20-1344-48AE-AC3A-F40D5F764620}"/>
              </a:ext>
            </a:extLst>
          </p:cNvPr>
          <p:cNvSpPr>
            <a:spLocks noGrp="1"/>
          </p:cNvSpPr>
          <p:nvPr/>
        </p:nvSpPr>
        <p:spPr>
          <a:xfrm>
            <a:off x="6667500" y="2095500"/>
            <a:ext cx="409575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=ROUND(B27;0)</a:t>
            </a:r>
          </a:p>
        </p:txBody>
      </p:sp>
    </p:spTree>
    <p:extLst>
      <p:ext uri="{BB962C8B-B14F-4D97-AF65-F5344CB8AC3E}">
        <p14:creationId xmlns:p14="http://schemas.microsoft.com/office/powerpoint/2010/main" val="172072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296595-E404-4E3C-905F-D75073D58290}"/>
              </a:ext>
            </a:extLst>
          </p:cNvPr>
          <p:cNvSpPr>
            <a:spLocks noGrp="1"/>
          </p:cNvSpPr>
          <p:nvPr/>
        </p:nvSpPr>
        <p:spPr>
          <a:xfrm>
            <a:off x="742950" y="476250"/>
            <a:ext cx="103822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Αντιγραφή συναρτήσεων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7A685E-D5A8-4E2E-8FC1-FB68055434E7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5429250" cy="3714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Δημιουργούμε σωστά τη συνάρτηση στο πρώτο κελί.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Αντιγράφουμε το κελί.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Επικολλούμε στην υπόλοιπη περιοχή.</a:t>
            </a:r>
          </a:p>
          <a:p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Ελέγχουμε ότι οι περιοχές προσαρμόστηκαν σωστά.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2740103"/>
            <a:ext cx="4191000" cy="1568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233</Words>
  <Application>Microsoft Office PowerPoint</Application>
  <DocSecurity>0</DocSecurity>
  <PresentationFormat>Widescreen</PresentationFormat>
  <Paragraphs>40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Εισαγωγή στις Συναρτήσεις</vt:lpstr>
      <vt:lpstr>Πως να βρω το άθροισμά των αριθμών;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2026-09-12T06:34:11Z</dcterms:created>
  <dcterms:modified xsi:type="dcterms:W3CDTF">2026-10-12T05:10:40Z</dcterms:modified>
</cp:coreProperties>
</file>