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60e985fd5e4719" /><Relationship Type="http://schemas.openxmlformats.org/officeDocument/2006/relationships/extended-properties" Target="/docProps/app.xml" Id="Rd5c3eb24af8043eb" /><Relationship Type="http://schemas.openxmlformats.org/officeDocument/2006/relationships/officeDocument" Target="/ppt/presentation.xml" Id="Ra8536909410d4e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2a181da9454acc"/>
  </p:sldMasterIdLst>
  <p:notesMasterIdLst>
    <p:notesMasterId xmlns:r="http://schemas.openxmlformats.org/officeDocument/2006/relationships" r:id="Rcb2f64a7f700403a"/>
  </p:notesMasterIdLst>
  <p:sldIdLst>
    <p:sldId xmlns:r="http://schemas.openxmlformats.org/officeDocument/2006/relationships" id="256" r:id="R18989f0c64e84616"/>
    <p:sldId xmlns:r="http://schemas.openxmlformats.org/officeDocument/2006/relationships" id="257" r:id="R137af7c82a974895"/>
    <p:sldId xmlns:r="http://schemas.openxmlformats.org/officeDocument/2006/relationships" id="258" r:id="Ra404fdec19c54b85"/>
    <p:sldId xmlns:r="http://schemas.openxmlformats.org/officeDocument/2006/relationships" id="259" r:id="R61424800addc4c9b"/>
    <p:sldId xmlns:r="http://schemas.openxmlformats.org/officeDocument/2006/relationships" id="260" r:id="R98eed03edcee4363"/>
    <p:sldId xmlns:r="http://schemas.openxmlformats.org/officeDocument/2006/relationships" id="261" r:id="R72d6d2eed3094fac"/>
    <p:sldId xmlns:r="http://schemas.openxmlformats.org/officeDocument/2006/relationships" id="262" r:id="R02b52a34199044ee"/>
    <p:sldId xmlns:r="http://schemas.openxmlformats.org/officeDocument/2006/relationships" id="263" r:id="R90bd0c5124eb45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2f0d04ad1348a9" /><Relationship Type="http://schemas.openxmlformats.org/officeDocument/2006/relationships/slideMaster" Target="/ppt/slideMasters/slideMaster1.xml" Id="R082a181da9454acc" /><Relationship Type="http://schemas.openxmlformats.org/officeDocument/2006/relationships/notesMaster" Target="/ppt/notesMasters/notesMaster1.xml" Id="Rcb2f64a7f700403a" /><Relationship Type="http://schemas.openxmlformats.org/officeDocument/2006/relationships/presProps" Target="/ppt/presProps.xml" Id="Radd9fe51f86c4949" /><Relationship Type="http://schemas.openxmlformats.org/officeDocument/2006/relationships/viewProps" Target="/ppt/viewProps.xml" Id="Ra792b94e9f1546a8" /><Relationship Type="http://schemas.openxmlformats.org/officeDocument/2006/relationships/tableStyles" Target="/ppt/tableStyles.xml" Id="R51ce2ca8b3a64735" /><Relationship Type="http://schemas.openxmlformats.org/officeDocument/2006/relationships/slide" Target="/ppt/slides/slide1.xml" Id="R18989f0c64e84616" /><Relationship Type="http://schemas.openxmlformats.org/officeDocument/2006/relationships/slide" Target="/ppt/slides/slide2.xml" Id="R137af7c82a974895" /><Relationship Type="http://schemas.openxmlformats.org/officeDocument/2006/relationships/slide" Target="/ppt/slides/slide3.xml" Id="Ra404fdec19c54b85" /><Relationship Type="http://schemas.openxmlformats.org/officeDocument/2006/relationships/slide" Target="/ppt/slides/slide4.xml" Id="R61424800addc4c9b" /><Relationship Type="http://schemas.openxmlformats.org/officeDocument/2006/relationships/slide" Target="/ppt/slides/slide5.xml" Id="R98eed03edcee4363" /><Relationship Type="http://schemas.openxmlformats.org/officeDocument/2006/relationships/slide" Target="/ppt/slides/slide6.xml" Id="R72d6d2eed3094fac" /><Relationship Type="http://schemas.openxmlformats.org/officeDocument/2006/relationships/slide" Target="/ppt/slides/slide7.xml" Id="R02b52a34199044ee" /><Relationship Type="http://schemas.openxmlformats.org/officeDocument/2006/relationships/slide" Target="/ppt/slides/slide8.xml" Id="R90bd0c5124eb45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1ef268e82a48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2dbbb517d94300" /><Relationship Type="http://schemas.openxmlformats.org/officeDocument/2006/relationships/notesMaster" Target="/ppt/notesMasters/notesMaster1.xml" Id="Rddd159608ab24e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7bf504500b4bc9" /><Relationship Type="http://schemas.openxmlformats.org/officeDocument/2006/relationships/notesMaster" Target="/ppt/notesMasters/notesMaster1.xml" Id="Refb086512bf4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936aef5b0a4a99" /><Relationship Type="http://schemas.openxmlformats.org/officeDocument/2006/relationships/notesMaster" Target="/ppt/notesMasters/notesMaster1.xml" Id="R7f9e355bd8aa4c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3feadddd544da" /><Relationship Type="http://schemas.openxmlformats.org/officeDocument/2006/relationships/notesMaster" Target="/ppt/notesMasters/notesMaster1.xml" Id="Rf89a4c2744574d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4223ad53604bd1" /><Relationship Type="http://schemas.openxmlformats.org/officeDocument/2006/relationships/notesMaster" Target="/ppt/notesMasters/notesMaster1.xml" Id="Rbe44c3b9638945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1cc28cf06a4675" /><Relationship Type="http://schemas.openxmlformats.org/officeDocument/2006/relationships/notesMaster" Target="/ppt/notesMasters/notesMaster1.xml" Id="Re3a45eba332849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903b98269845c0" /><Relationship Type="http://schemas.openxmlformats.org/officeDocument/2006/relationships/notesMaster" Target="/ppt/notesMasters/notesMaster1.xml" Id="Rdf1bf3ec7c2444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83142bbebd46fe" /><Relationship Type="http://schemas.openxmlformats.org/officeDocument/2006/relationships/notesMaster" Target="/ppt/notesMasters/notesMaster1.xml" Id="Rde229d2cb80f4f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515cb961649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9e7019d214e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cd046480048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4cfd5f53247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747cd0d9041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44a72f6f9440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62e0fef94463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0b7a659b44d9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682dbb3944c8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34e576ffa46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dbbfd40ca4fe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0fa710b3e4400b" /><Relationship Type="http://schemas.openxmlformats.org/officeDocument/2006/relationships/slideLayout" Target="/ppt/slideLayouts/slideLayout1.xml" Id="R5a2b0233cf4246ac" /><Relationship Type="http://schemas.openxmlformats.org/officeDocument/2006/relationships/slideLayout" Target="/ppt/slideLayouts/slideLayout2.xml" Id="Ra66706891b304443" /><Relationship Type="http://schemas.openxmlformats.org/officeDocument/2006/relationships/slideLayout" Target="/ppt/slideLayouts/slideLayout3.xml" Id="R3b000628d8cf4403" /><Relationship Type="http://schemas.openxmlformats.org/officeDocument/2006/relationships/slideLayout" Target="/ppt/slideLayouts/slideLayout4.xml" Id="Rd3563448dbb64328" /><Relationship Type="http://schemas.openxmlformats.org/officeDocument/2006/relationships/slideLayout" Target="/ppt/slideLayouts/slideLayout5.xml" Id="R1a141aed920b42bb" /><Relationship Type="http://schemas.openxmlformats.org/officeDocument/2006/relationships/slideLayout" Target="/ppt/slideLayouts/slideLayout6.xml" Id="R6c76089e1e78410e" /><Relationship Type="http://schemas.openxmlformats.org/officeDocument/2006/relationships/slideLayout" Target="/ppt/slideLayouts/slideLayout7.xml" Id="R4ffde4a8373247b4" /><Relationship Type="http://schemas.openxmlformats.org/officeDocument/2006/relationships/slideLayout" Target="/ppt/slideLayouts/slideLayout8.xml" Id="Rd8014f335a6d4bb1" /><Relationship Type="http://schemas.openxmlformats.org/officeDocument/2006/relationships/slideLayout" Target="/ppt/slideLayouts/slideLayout9.xml" Id="R08b4b29d9b164e5b" /><Relationship Type="http://schemas.openxmlformats.org/officeDocument/2006/relationships/slideLayout" Target="/ppt/slideLayouts/slideLayout10.xml" Id="R84e652644cb94548" /><Relationship Type="http://schemas.openxmlformats.org/officeDocument/2006/relationships/slideLayout" Target="/ppt/slideLayouts/slideLayout11.xml" Id="R970c542edaa04d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2b0233cf4246ac"/>
    <p:sldLayoutId xmlns:r="http://schemas.openxmlformats.org/officeDocument/2006/relationships" id="2147483650" r:id="Ra66706891b304443"/>
    <p:sldLayoutId xmlns:r="http://schemas.openxmlformats.org/officeDocument/2006/relationships" id="2147483651" r:id="R3b000628d8cf4403"/>
    <p:sldLayoutId xmlns:r="http://schemas.openxmlformats.org/officeDocument/2006/relationships" id="2147483652" r:id="Rd3563448dbb64328"/>
    <p:sldLayoutId xmlns:r="http://schemas.openxmlformats.org/officeDocument/2006/relationships" id="2147483653" r:id="R1a141aed920b42bb"/>
    <p:sldLayoutId xmlns:r="http://schemas.openxmlformats.org/officeDocument/2006/relationships" id="2147483654" r:id="R6c76089e1e78410e"/>
    <p:sldLayoutId xmlns:r="http://schemas.openxmlformats.org/officeDocument/2006/relationships" id="2147483655" r:id="R4ffde4a8373247b4"/>
    <p:sldLayoutId xmlns:r="http://schemas.openxmlformats.org/officeDocument/2006/relationships" id="2147483656" r:id="Rd8014f335a6d4bb1"/>
    <p:sldLayoutId xmlns:r="http://schemas.openxmlformats.org/officeDocument/2006/relationships" id="2147483657" r:id="R08b4b29d9b164e5b"/>
    <p:sldLayoutId xmlns:r="http://schemas.openxmlformats.org/officeDocument/2006/relationships" id="2147483658" r:id="R84e652644cb94548"/>
    <p:sldLayoutId xmlns:r="http://schemas.openxmlformats.org/officeDocument/2006/relationships" id="2147483659" r:id="R970c542edaa04dc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edb5d7264466e" /><Relationship Type="http://schemas.openxmlformats.org/officeDocument/2006/relationships/notesSlide" Target="/ppt/notesSlides/notesSlide1.xml" Id="Rab1338460c6e48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6cdc60869644a7" /><Relationship Type="http://schemas.openxmlformats.org/officeDocument/2006/relationships/image" Target="/ppt/media/image.png" Id="R0c561989a0e34410" /><Relationship Type="http://schemas.openxmlformats.org/officeDocument/2006/relationships/notesSlide" Target="/ppt/notesSlides/notesSlide2.xml" Id="Rb44e029013774d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4085389b004b2e" /><Relationship Type="http://schemas.openxmlformats.org/officeDocument/2006/relationships/image" Target="/ppt/media/image2.png" Id="R101d73d2c60f420a" /><Relationship Type="http://schemas.openxmlformats.org/officeDocument/2006/relationships/notesSlide" Target="/ppt/notesSlides/notesSlide3.xml" Id="R900de2969c994e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f852d8c1474789" /><Relationship Type="http://schemas.openxmlformats.org/officeDocument/2006/relationships/image" Target="/ppt/media/image3.png" Id="R49c444ab486b41e4" /><Relationship Type="http://schemas.openxmlformats.org/officeDocument/2006/relationships/notesSlide" Target="/ppt/notesSlides/notesSlide4.xml" Id="R30145d3f98274b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77210b8e00461f" /><Relationship Type="http://schemas.openxmlformats.org/officeDocument/2006/relationships/image" Target="/ppt/media/image4.png" Id="R0292c744c69f4064" /><Relationship Type="http://schemas.openxmlformats.org/officeDocument/2006/relationships/notesSlide" Target="/ppt/notesSlides/notesSlide5.xml" Id="R1e3659e9668b41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06ca469104632" /><Relationship Type="http://schemas.openxmlformats.org/officeDocument/2006/relationships/image" Target="/ppt/media/image5.png" Id="R4572ded4d7be4439" /><Relationship Type="http://schemas.openxmlformats.org/officeDocument/2006/relationships/notesSlide" Target="/ppt/notesSlides/notesSlide6.xml" Id="R0436cc6105534f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e72e84858d42cf" /><Relationship Type="http://schemas.openxmlformats.org/officeDocument/2006/relationships/notesSlide" Target="/ppt/notesSlides/notesSlide7.xml" Id="R4abf155a20f54f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0b5caafe80481e" /><Relationship Type="http://schemas.openxmlformats.org/officeDocument/2006/relationships/notesSlide" Target="/ppt/notesSlides/notesSlide8.xml" Id="Re736578422214c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Γραφήματα και Οργανογράμματα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AB2E0-E123-4C63-948A-4AD1D981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Δημιουργία οργανογράμματος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37C3F-F922-4531-971D-1043FD90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Insert &gt; SmartArt &gt; Hierarchy &gt; Organization Chart.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τη διάταξη και πατάμε OK.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61989a0e34410"/>
          <a:stretch xmlns:a="http://schemas.openxmlformats.org/drawingml/2006/main"/>
        </p:blipFill>
        <p:spPr>
          <a:xfrm xmlns:a="http://schemas.openxmlformats.org/drawingml/2006/main">
            <a:off x="6762750" y="2310825"/>
            <a:ext cx="4191000" cy="2236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72BE9-42F0-461B-A73A-EF3FF4A8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Εισαγωγή κειμένου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C6A3C-DE70-4125-A767-5A2A53E4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Γράφουμε απευθείας στα πλαίσια ή χρησιμοποιούμε το Text Pane.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Κάθε γραμμή του Text Pane αντιστοιχεί σε ένα πλαίσιο.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d73d2c60f420a"/>
          <a:stretch xmlns:a="http://schemas.openxmlformats.org/drawingml/2006/main"/>
        </p:blipFill>
        <p:spPr>
          <a:xfrm xmlns:a="http://schemas.openxmlformats.org/drawingml/2006/main">
            <a:off x="6762750" y="2721339"/>
            <a:ext cx="4191000" cy="14153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B8D51-CB41-412F-BA24-5D23A882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Προσθήκη πλαισίου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4085A-643E-475D-A206-38B94EF6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SmartArt Design &gt; Add Shape.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Add Shape Below προσθέτει υφιστάμενο.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Add Shape After ή Before προσθέτει πλαίσιο στο ίδιο επίπεδο.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444ab486b41e4"/>
          <a:stretch xmlns:a="http://schemas.openxmlformats.org/drawingml/2006/main"/>
        </p:blipFill>
        <p:spPr>
          <a:xfrm xmlns:a="http://schemas.openxmlformats.org/drawingml/2006/main">
            <a:off x="6762750" y="2491830"/>
            <a:ext cx="4191000" cy="18743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A5307-9F07-4D8A-BDD4-B3CE4EE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Ιεραρχία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178BF-09FB-4D20-81D8-AD93C5DD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Promote ανεβάζει ένα πλαίσιο επίπεδο.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Demote το κατεβάζει.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Tab και Shift+Tab αλλάζουμε επίσης επίπεδο στο Text Pane.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2c744c69f4064"/>
          <a:stretch xmlns:a="http://schemas.openxmlformats.org/drawingml/2006/main"/>
        </p:blipFill>
        <p:spPr>
          <a:xfrm xmlns:a="http://schemas.openxmlformats.org/drawingml/2006/main">
            <a:off x="6762750" y="2565018"/>
            <a:ext cx="4191000" cy="17279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7FB60-02C3-4ED2-A158-110AB21C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Διάταξη και εμφάνιση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0CF29-C9D8-4265-AB07-615CC200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Layout αλλάζει τη διάταξη των υφισταμένων.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Change Colors και SmartArt Styles αλλάζουν την εμφάνιση χωρίς αλλαγή του περιεχομένου.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2ded4d7be4439"/>
          <a:stretch xmlns:a="http://schemas.openxmlformats.org/drawingml/2006/main"/>
        </p:blipFill>
        <p:spPr>
          <a:xfrm xmlns:a="http://schemas.openxmlformats.org/drawingml/2006/main">
            <a:off x="6832023" y="1571625"/>
            <a:ext cx="4052455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E3D6A-AC40-4775-8680-BF6E8AB9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0ADB9-49F0-4632-B3BD-D65779F1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636FA-8349-4752-BACD-496ABD68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91-92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Organization Chart.pptx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AAC37-10E2-4972-8A37-E8E7D346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Δημιουργία, περιεχόμενο και ιεραρχία οργανογράμματος.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E10BD-892A-4657-9735-9DA788C9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AD930-A074-418D-9A8B-4B900B62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7B118-27DE-42B0-8491-24FD6C19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92-93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13-20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Οργανόγραμμα1.pptx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633B9-636B-4E5C-A380-E9F9C9AB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Τροποποίησε δομή, διάταξη και εμφάνιση οργανογράμματος.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2026-09-12T06:52:57.9820000Z</dcterms:created>
  <dcterms:modified xsi:type="dcterms:W3CDTF">2026-09-12T06:52:57.9820000Z</dcterms:modified>
</coreProperties>
</file>