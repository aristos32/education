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delSld modSld">
      <pc:chgData name="Άριστος Αρέστη" userId="813aa191-2d4c-464f-9d05-0a7e494d859f" providerId="ADAL" clId="{49C7B61D-1ACF-4AFF-A04E-A3B433E32474}" dt="2026-10-13T11:52:21.265" v="4" actId="47"/>
      <pc:docMkLst>
        <pc:docMk/>
      </pc:docMkLst>
      <pc:sldChg chg="modSp mod">
        <pc:chgData name="Άριστος Αρέστη" userId="813aa191-2d4c-464f-9d05-0a7e494d859f" providerId="ADAL" clId="{49C7B61D-1ACF-4AFF-A04E-A3B433E32474}" dt="2026-10-13T11:51:57.728" v="2" actId="20577"/>
        <pc:sldMkLst>
          <pc:docMk/>
          <pc:sldMk cId="1720723223" sldId="260"/>
        </pc:sldMkLst>
        <pc:spChg chg="mod">
          <ac:chgData name="Άριστος Αρέστη" userId="813aa191-2d4c-464f-9d05-0a7e494d859f" providerId="ADAL" clId="{49C7B61D-1ACF-4AFF-A04E-A3B433E32474}" dt="2026-10-13T11:51:57.728" v="2" actId="20577"/>
          <ac:spMkLst>
            <pc:docMk/>
            <pc:sldMk cId="1720723223" sldId="260"/>
            <ac:spMk id="3" creationId="{84D7A9B1-F751-4FA8-9793-425E844FD25D}"/>
          </ac:spMkLst>
        </pc:spChg>
        <pc:spChg chg="mod">
          <ac:chgData name="Άριστος Αρέστη" userId="813aa191-2d4c-464f-9d05-0a7e494d859f" providerId="ADAL" clId="{49C7B61D-1ACF-4AFF-A04E-A3B433E32474}" dt="2026-10-13T11:51:51.860" v="0" actId="14100"/>
          <ac:spMkLst>
            <pc:docMk/>
            <pc:sldMk cId="1720723223" sldId="260"/>
            <ac:spMk id="4" creationId="{C337567A-A122-4255-AFFC-EA0A5774D686}"/>
          </ac:spMkLst>
        </pc:spChg>
      </pc:sldChg>
      <pc:sldChg chg="del">
        <pc:chgData name="Άριστος Αρέστη" userId="813aa191-2d4c-464f-9d05-0a7e494d859f" providerId="ADAL" clId="{49C7B61D-1ACF-4AFF-A04E-A3B433E32474}" dt="2026-10-13T11:52:18.855" v="3" actId="47"/>
        <pc:sldMkLst>
          <pc:docMk/>
          <pc:sldMk cId="3815878654" sldId="262"/>
        </pc:sldMkLst>
      </pc:sldChg>
      <pc:sldChg chg="del">
        <pc:chgData name="Άριστος Αρέστη" userId="813aa191-2d4c-464f-9d05-0a7e494d859f" providerId="ADAL" clId="{49C7B61D-1ACF-4AFF-A04E-A3B433E32474}" dt="2026-10-13T11:52:21.265" v="4" actId="47"/>
        <pc:sldMkLst>
          <pc:docMk/>
          <pc:sldMk cId="608684808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13-Oct-26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 dirty="0" err="1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Συν</a:t>
            </a: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αρτήσεις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255C63-DABB-4E4D-9420-630D557A1C1F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6FE033-6C02-4123-BFB1-4F585036D8C6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Μετρά μόνο τα κελιά που περιέχουν αριθμούς.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97EDAE-2AE2-4BBF-A897-04BA6B26F194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=COUNT(B3:B22)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Κείμενο, σύμβολα και κενά κελιά δεν υπολογίζονται.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31601" y="1571625"/>
            <a:ext cx="3653298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6CBEB1E-7ADE-4865-88AD-FD0347D35128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5C949C-37CC-4879-9B69-1F977DE0EDB1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Μετρά όλα τα μη κενά κελιά.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8DC03D-C69C-4C9B-984C-1538D40B7893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=COUNTA(B3:B22)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Μετρά αριθμούς, κείμενο και σύμβολα όπως το -.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06EEC-74F8-4B32-B172-8C20E5013A8C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Αριθμός ✓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Κείμενο ✓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Σύμβολο ✓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Κενό ✗</a:t>
            </a:r>
          </a:p>
        </p:txBody>
      </p:sp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87D8BA5-D60F-45F9-A055-8F0C4E8D2717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 ή COUNTA;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9D8CA3-676B-4F3F-9862-634808CE8D66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COUNT: όταν θέλουμε να μετρήσουμε αριθμητικές εγγραφές.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COUNTA: όταν θέλουμε να μετρήσουμε κάθε κελί που περιέχει κάτι.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F17224-005F-4A9F-89EE-7FE7EFE52B64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COUNT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μόνο αριθμοί</a:t>
            </a:r>
          </a:p>
          <a:p>
            <a:endParaRPr sz="2250" b="1">
              <a:solidFill>
                <a:srgbClr val="D84B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COUNTA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όλα τα μη κενά</a:t>
            </a:r>
          </a:p>
        </p:txBody>
      </p:sp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4B221B8-C730-4980-A36B-0826AA7BB2A6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Η συνάρτηση IF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00CCA0-E88B-4E35-872E-1CE37462EF39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Ελέγχει μια συνθήκη και επιστρέφει ένα από δύο αποτελέσματα.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D7A9B1-F751-4FA8-9793-425E844FD25D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6238494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αξη:</a:t>
            </a:r>
            <a:endParaRPr lang="en-US"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=IF(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συνθήκη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;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τιμή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_αν_α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ληθής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;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τιμή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_α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ν_ψευδής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37567A-A122-4255-AFFC-EA0A5774D686}"/>
              </a:ext>
            </a:extLst>
          </p:cNvPr>
          <p:cNvSpPr>
            <a:spLocks noGrp="1"/>
          </p:cNvSpPr>
          <p:nvPr/>
        </p:nvSpPr>
        <p:spPr>
          <a:xfrm>
            <a:off x="7790688" y="2095500"/>
            <a:ext cx="2972562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 dirty="0">
                <a:solidFill>
                  <a:srgbClr val="D84B00"/>
                </a:solidFill>
                <a:latin typeface="Arial"/>
                <a:ea typeface="Arial"/>
                <a:cs typeface="Arial"/>
              </a:rPr>
              <a:t>=IF(B24&gt;100000;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 dirty="0">
                <a:solidFill>
                  <a:srgbClr val="D84B00"/>
                </a:solidFill>
                <a:latin typeface="Arial"/>
                <a:ea typeface="Arial"/>
                <a:cs typeface="Arial"/>
              </a:rPr>
              <a:t>"ΝΑΙ";"ΟΧΙ")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7100E-61EB-461C-A47A-6966E648F88C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και έλεγχος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8396D3-7A0F-44A8-A4BD-D27FDDA0C42E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Δημιουργούμε τη συνάρτηση στο πρώτο κελί.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Αντιγράφουμε στην υπόλοιπη περιοχή.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Ελέγχουμε τις αναφορές.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Συγκρίνουμε COUNT και COUNTA όταν υπάρχουν σύμβολα ή κείμενο.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512219"/>
            <a:ext cx="4191000" cy="20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</Words>
  <Application>Microsoft Office PowerPoint</Application>
  <DocSecurity>0</DocSecurity>
  <PresentationFormat>Widescreen</PresentationFormat>
  <Paragraphs>42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Συναρτήσεις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2026-09-12T06:34:14Z</dcterms:created>
  <dcterms:modified xsi:type="dcterms:W3CDTF">2026-10-13T12:01:42Z</dcterms:modified>
</cp:coreProperties>
</file>