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 modSld">
      <pc:chgData name="Άριστος Αρέστη" userId="813aa191-2d4c-464f-9d05-0a7e494d859f" providerId="ADAL" clId="{49C7B61D-1ACF-4AFF-A04E-A3B433E32474}" dt="2026-10-24T06:21:45.432" v="23" actId="47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10-17T05:40:16.207" v="22"/>
        <pc:sldMkLst>
          <pc:docMk/>
          <pc:sldMk cId="1720723223" sldId="260"/>
        </pc:sldMkLst>
        <pc:spChg chg="mod">
          <ac:chgData name="Άριστος Αρέστη" userId="813aa191-2d4c-464f-9d05-0a7e494d859f" providerId="ADAL" clId="{49C7B61D-1ACF-4AFF-A04E-A3B433E32474}" dt="2026-10-17T05:39:39.197" v="7" actId="20577"/>
          <ac:spMkLst>
            <pc:docMk/>
            <pc:sldMk cId="1720723223" sldId="260"/>
            <ac:spMk id="3" creationId="{84D7A9B1-F751-4FA8-9793-425E844FD25D}"/>
          </ac:spMkLst>
        </pc:spChg>
        <pc:spChg chg="mod">
          <ac:chgData name="Άριστος Αρέστη" userId="813aa191-2d4c-464f-9d05-0a7e494d859f" providerId="ADAL" clId="{49C7B61D-1ACF-4AFF-A04E-A3B433E32474}" dt="2026-10-17T05:40:15.780" v="20" actId="14100"/>
          <ac:spMkLst>
            <pc:docMk/>
            <pc:sldMk cId="1720723223" sldId="260"/>
            <ac:spMk id="4" creationId="{C337567A-A122-4255-AFFC-EA0A5774D686}"/>
          </ac:spMkLst>
        </pc:spChg>
      </pc:sldChg>
      <pc:sldChg chg="del">
        <pc:chgData name="Άριστος Αρέστη" userId="813aa191-2d4c-464f-9d05-0a7e494d859f" providerId="ADAL" clId="{49C7B61D-1ACF-4AFF-A04E-A3B433E32474}" dt="2026-10-24T06:21:45.432" v="23" actId="47"/>
        <pc:sldMkLst>
          <pc:docMk/>
          <pc:sldMk cId="2654053172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24-Oct-26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Συν</a:t>
            </a: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αρτήσεις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255C63-DABB-4E4D-9420-630D557A1C1F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COUNT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6FE033-6C02-4123-BFB1-4F585036D8C6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Μετρά μόνο τα κελιά που περιέχουν αριθμούς.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97EDAE-2AE2-4BBF-A897-04BA6B26F19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Σύνταξη: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=COUNT(B3:B22)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Κείμενο, σύμβολα και κενά κελιά δεν υπολογίζονται.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1601" y="1571625"/>
            <a:ext cx="36532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CBEB1E-7ADE-4865-88AD-FD0347D35128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COUNTA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C949C-37CC-4879-9B69-1F977DE0EDB1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Μετρά όλα τα μη κενά κελιά.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8DC03D-C69C-4C9B-984C-1538D40B7893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Σύνταξη: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=COUNTA(B3:B22)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Μετρά αριθμούς, κείμενο και σύμβολα όπως το -.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06EEC-74F8-4B32-B172-8C20E5013A8C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Αριθμός ✓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Κείμενο ✓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Σύμβολο ✓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Κενό ✗</a:t>
            </a:r>
          </a:p>
        </p:txBody>
      </p:sp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7D8BA5-D60F-45F9-A055-8F0C4E8D2717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COUNT ή COUNTA;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D8CA3-676B-4F3F-9862-634808CE8D66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COUNT: όταν θέλουμε να μετρήσουμε αριθμητικές εγγραφές.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COUNTA: όταν θέλουμε να μετρήσουμε κάθε κελί που περιέχει κάτι.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17224-005F-4A9F-89EE-7FE7EFE52B64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COUNT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μόνο αριθμοί</a:t>
            </a:r>
          </a:p>
          <a:p>
            <a:endParaRPr sz="2250" b="1">
              <a:solidFill>
                <a:srgbClr val="D84B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COUNTA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όλα τα μη κενά</a:t>
            </a:r>
          </a:p>
        </p:txBody>
      </p:sp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B221B8-C730-4980-A36B-0826AA7BB2A6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Η </a:t>
            </a:r>
            <a:r>
              <a:rPr sz="3225" b="0" dirty="0" err="1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συνάρτηση</a:t>
            </a:r>
            <a:r>
              <a:rPr sz="3225" b="0" dirty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 IF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0CCA0-E88B-4E35-872E-1CE37462EF39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6B1E72"/>
                </a:solidFill>
                <a:latin typeface="Arial"/>
                <a:ea typeface="Arial"/>
                <a:cs typeface="Arial"/>
              </a:rPr>
              <a:t>Ελέγχει</a:t>
            </a:r>
            <a:r>
              <a:rPr sz="1950" b="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6B1E72"/>
                </a:solidFill>
                <a:latin typeface="Arial"/>
                <a:ea typeface="Arial"/>
                <a:cs typeface="Arial"/>
              </a:rPr>
              <a:t>μι</a:t>
            </a:r>
            <a:r>
              <a:rPr sz="1950" b="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α συνθήκη και επιστρέφει ένα από δύο αποτελέσματα.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D7A9B1-F751-4FA8-9793-425E844FD25D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6238494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Σύντ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αξη:</a:t>
            </a:r>
            <a:endParaRPr lang="en-US"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=IF(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συνθήκη</a:t>
            </a:r>
            <a:r>
              <a:rPr lang="en-US"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,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τιμή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_αν_α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ληθής</a:t>
            </a:r>
            <a:r>
              <a:rPr lang="en-US" sz="195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,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τιμή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_α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ν_ψευδής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7567A-A122-4255-AFFC-EA0A5774D686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4660900" cy="636032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=IF(B24&gt;100000</a:t>
            </a:r>
            <a:r>
              <a:rPr lang="en-US"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"ΝΑΙ"</a:t>
            </a:r>
            <a:r>
              <a:rPr lang="en-US"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,</a:t>
            </a:r>
            <a:r>
              <a:rPr sz="2250" b="1" dirty="0">
                <a:solidFill>
                  <a:srgbClr val="D84B00"/>
                </a:solidFill>
                <a:latin typeface="Arial"/>
                <a:ea typeface="Arial"/>
                <a:cs typeface="Arial"/>
              </a:rPr>
              <a:t>"ΟΧΙ")</a:t>
            </a:r>
          </a:p>
        </p:txBody>
      </p:sp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185</Words>
  <Application>Microsoft Office PowerPoint</Application>
  <DocSecurity>0</DocSecurity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Συναρτήσεις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2026-09-12T06:34:14Z</dcterms:created>
  <dcterms:modified xsi:type="dcterms:W3CDTF">2026-10-24T06:21:56Z</dcterms:modified>
</cp:coreProperties>
</file>