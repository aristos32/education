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fb5137092cb477c" /><Relationship Type="http://schemas.openxmlformats.org/officeDocument/2006/relationships/extended-properties" Target="/docProps/app.xml" Id="R1bcbbe15b4174678" /><Relationship Type="http://schemas.openxmlformats.org/officeDocument/2006/relationships/officeDocument" Target="/ppt/presentation.xml" Id="R51d4aff565ca476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24946bc6cd54991"/>
  </p:sldMasterIdLst>
  <p:notesMasterIdLst>
    <p:notesMasterId xmlns:r="http://schemas.openxmlformats.org/officeDocument/2006/relationships" r:id="R8697ad7cbdcf4d3b"/>
  </p:notesMasterIdLst>
  <p:sldIdLst>
    <p:sldId xmlns:r="http://schemas.openxmlformats.org/officeDocument/2006/relationships" id="256" r:id="R6e9f9aa7b76f4ecb"/>
    <p:sldId xmlns:r="http://schemas.openxmlformats.org/officeDocument/2006/relationships" id="257" r:id="R1d87208be1324561"/>
    <p:sldId xmlns:r="http://schemas.openxmlformats.org/officeDocument/2006/relationships" id="258" r:id="Ra42b8d25e5554a2c"/>
    <p:sldId xmlns:r="http://schemas.openxmlformats.org/officeDocument/2006/relationships" id="259" r:id="R7696d112f5c84234"/>
    <p:sldId xmlns:r="http://schemas.openxmlformats.org/officeDocument/2006/relationships" id="260" r:id="Re05dc08e1bcc4645"/>
    <p:sldId xmlns:r="http://schemas.openxmlformats.org/officeDocument/2006/relationships" id="261" r:id="Re0e92be4e2154435"/>
    <p:sldId xmlns:r="http://schemas.openxmlformats.org/officeDocument/2006/relationships" id="262" r:id="R1eadd0ab94ff4a98"/>
    <p:sldId xmlns:r="http://schemas.openxmlformats.org/officeDocument/2006/relationships" id="263" r:id="R62666cb4952a474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5e5bdace6a843ee" /><Relationship Type="http://schemas.openxmlformats.org/officeDocument/2006/relationships/slideMaster" Target="/ppt/slideMasters/slideMaster1.xml" Id="R924946bc6cd54991" /><Relationship Type="http://schemas.openxmlformats.org/officeDocument/2006/relationships/notesMaster" Target="/ppt/notesMasters/notesMaster1.xml" Id="R8697ad7cbdcf4d3b" /><Relationship Type="http://schemas.openxmlformats.org/officeDocument/2006/relationships/presProps" Target="/ppt/presProps.xml" Id="R53935f32522540af" /><Relationship Type="http://schemas.openxmlformats.org/officeDocument/2006/relationships/viewProps" Target="/ppt/viewProps.xml" Id="Rd02478337d544829" /><Relationship Type="http://schemas.openxmlformats.org/officeDocument/2006/relationships/tableStyles" Target="/ppt/tableStyles.xml" Id="R187486e70359478d" /><Relationship Type="http://schemas.openxmlformats.org/officeDocument/2006/relationships/slide" Target="/ppt/slides/slide1.xml" Id="R6e9f9aa7b76f4ecb" /><Relationship Type="http://schemas.openxmlformats.org/officeDocument/2006/relationships/slide" Target="/ppt/slides/slide2.xml" Id="R1d87208be1324561" /><Relationship Type="http://schemas.openxmlformats.org/officeDocument/2006/relationships/slide" Target="/ppt/slides/slide3.xml" Id="Ra42b8d25e5554a2c" /><Relationship Type="http://schemas.openxmlformats.org/officeDocument/2006/relationships/slide" Target="/ppt/slides/slide4.xml" Id="R7696d112f5c84234" /><Relationship Type="http://schemas.openxmlformats.org/officeDocument/2006/relationships/slide" Target="/ppt/slides/slide5.xml" Id="Re05dc08e1bcc4645" /><Relationship Type="http://schemas.openxmlformats.org/officeDocument/2006/relationships/slide" Target="/ppt/slides/slide6.xml" Id="Re0e92be4e2154435" /><Relationship Type="http://schemas.openxmlformats.org/officeDocument/2006/relationships/slide" Target="/ppt/slides/slide7.xml" Id="R1eadd0ab94ff4a98" /><Relationship Type="http://schemas.openxmlformats.org/officeDocument/2006/relationships/slide" Target="/ppt/slides/slide8.xml" Id="R62666cb4952a474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be9d2d092a948d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Red Violet">
      <a:dk1>
        <a:sysClr val="windowText" lastClr="000000"/>
      </a:dk1>
      <a:lt1>
        <a:sysClr val="window" lastClr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Red Violet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ea7ee5a68d44640" /><Relationship Type="http://schemas.openxmlformats.org/officeDocument/2006/relationships/notesMaster" Target="/ppt/notesMasters/notesMaster1.xml" Id="R3d06e34e89c5441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ffa8719750a4846" /><Relationship Type="http://schemas.openxmlformats.org/officeDocument/2006/relationships/notesMaster" Target="/ppt/notesMasters/notesMaster1.xml" Id="R3e9dc9aaf9f949e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f3f32ca643b439b" /><Relationship Type="http://schemas.openxmlformats.org/officeDocument/2006/relationships/notesMaster" Target="/ppt/notesMasters/notesMaster1.xml" Id="Rbae64fd1a143492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1e778c0a5be4147" /><Relationship Type="http://schemas.openxmlformats.org/officeDocument/2006/relationships/notesMaster" Target="/ppt/notesMasters/notesMaster1.xml" Id="R4302518626494c4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56ecd93292f480d" /><Relationship Type="http://schemas.openxmlformats.org/officeDocument/2006/relationships/notesMaster" Target="/ppt/notesMasters/notesMaster1.xml" Id="R30980cb2bd8643e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942f0d4b13a44e7" /><Relationship Type="http://schemas.openxmlformats.org/officeDocument/2006/relationships/notesMaster" Target="/ppt/notesMasters/notesMaster1.xml" Id="Rda31fc561cfe4a9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465b9b31c3b4e79" /><Relationship Type="http://schemas.openxmlformats.org/officeDocument/2006/relationships/notesMaster" Target="/ppt/notesMasters/notesMaster1.xml" Id="R003695ea0355442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b13f337076e4a7f" /><Relationship Type="http://schemas.openxmlformats.org/officeDocument/2006/relationships/notesMaster" Target="/ppt/notesMasters/notesMaster1.xml" Id="Re993be5eb17a48c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Screenshot: https://www.howtoexcel.org/shift-cells-down/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Screenshot: https://500rockets.io/excel/the-excel-move-column-tutorial-59/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Screenshot: https://smallbiztrends.com/how-to-delete-your-twitter-account/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Screenshot: https://excelinsights.net/web/find-replace-data/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875f0b248394e2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fd66d1a7164ae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7fc37cb6a894c8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16b0c47b01c4aa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cd7e79f38842a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7c471b1b914eab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b6e6d46b49491b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f23c44e6f1c4b7a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b24058546d74564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b2fccd720d4b17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bbacf5cbb32435b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9585AB-590D-2940-F9D8-91A2DEA70AEC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8B41E1D7-50E5-605C-ACD7-89AFACCFD5E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DEE8DB3-D225-FB0F-4A95-87FE121ACE4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DB99004-FBBF-4BCC-9BC3-88F554ADE514}" type="datetimeFigureOut">
              <a:t>09/10/2026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7F4E33A-D01E-EAC3-6198-75DCE67E4BA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A783C2F-F6A4-CF68-E054-91D3A8A6FC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721C89F-AE7A-4C3B-889F-FA429D0A7F97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9D58505-B11D-1416-6D6F-42532E02D9F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8E57602-7C8E-F65F-3DCB-CA7DA659D75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8E13BDD-A3BD-F0FA-C970-7CE1AFD2115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DB99004-FBBF-4BCC-9BC3-88F554ADE514}" type="datetimeFigureOut">
              <a:t>09/10/2026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39A8432-C7E6-45F5-17B8-825C34C7B69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32DBF15-3DC3-0F8C-B5EC-8D7DEA727DB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721C89F-AE7A-4C3B-889F-FA429D0A7F97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5A48EAB-F365-E770-1C52-96B2FFEDBA1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95EF05D-0555-A1C8-D595-C855A03CE5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EC5151F-7E9E-AD94-792E-FA61FDA2DA6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DB99004-FBBF-4BCC-9BC3-88F554ADE514}" type="datetimeFigureOut">
              <a:t>09/10/2026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5AE9C9E-7194-E1C7-7588-B038C3405E6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68C605-454F-8B7B-3D33-D05911EDD86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721C89F-AE7A-4C3B-889F-FA429D0A7F97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A305F7B-A0AC-1293-82D4-9C86467F10C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E3EC535-A3DE-99E7-ABC8-9CC4CE6E3DC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2EDD5AB-35E0-87E1-275F-04606C697E9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B510989-7939-77EB-0752-100DC7AFE1E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DB99004-FBBF-4BCC-9BC3-88F554ADE514}" type="datetimeFigureOut">
              <a:t>09/10/2026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7AA337F-EF84-36B2-1842-7E5CFCFDF3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F313D7F-1250-5155-CC8F-1D7F74BF58B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721C89F-AE7A-4C3B-889F-FA429D0A7F97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0BF6333-8C0F-A01D-5F86-7F6CB2076CC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8B0F6EB-5092-BB38-AE7A-D8A53CBE128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62B800C-4EB4-5C42-1D78-6D44443DC87B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80E5F6E3-A638-F3AA-A0D8-8243AE1143A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32606B9C-947E-6E0E-3FB7-6409CA1AA08B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B749EA02-9727-20CE-6F2F-AEE77719031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DB99004-FBBF-4BCC-9BC3-88F554ADE514}" type="datetimeFigureOut">
              <a:t>09/10/2026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40455506-EB11-CC08-A287-4C40A1068BE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9729B98D-1ABA-F8A4-E267-33AA94C8147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721C89F-AE7A-4C3B-889F-FA429D0A7F97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DC44A6F-AB0F-F2C2-8460-CD823A4D030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AABB32F1-CA42-21EF-BB3D-FD9E4BF810F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DB99004-FBBF-4BCC-9BC3-88F554ADE514}" type="datetimeFigureOut">
              <a:t>09/10/2026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58D18139-25BA-A607-F49E-FAC8B9FF80F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AB1A14D5-22B8-8B31-2F15-3327A9172AE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721C89F-AE7A-4C3B-889F-FA429D0A7F97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EF651FDA-FADC-718F-3679-DD1D82038C7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DB99004-FBBF-4BCC-9BC3-88F554ADE514}" type="datetimeFigureOut">
              <a:t>09/10/2026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9B6CFA23-F762-DAC7-F055-34BBBEEA1BE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0EE4845E-D252-E586-D35F-F6971F010B7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721C89F-AE7A-4C3B-889F-FA429D0A7F97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3CC88C-4219-7229-D578-F248CEBE55E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78FCADE-8154-624B-6907-062ADFA184E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DF788E2C-3D70-2723-B03E-3E54F428E71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CDF4CF5D-DB9F-46BD-AA7E-99259ABBDFB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DB99004-FBBF-4BCC-9BC3-88F554ADE514}" type="datetimeFigureOut">
              <a:t>09/10/2026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DD966BC-122D-0C34-66A6-82641A0F33C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0D53ED-CC38-27CB-CE75-0363724E29C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721C89F-AE7A-4C3B-889F-FA429D0A7F97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D3D30A6-B84A-5729-409B-EECAD253844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D18942B2-A346-D722-B157-F50399986B7A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B4D48F45-61CA-44E0-DBAE-9D36F6365D3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87F642F-E08C-B0D6-DCF9-FC1121C3A7D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DB99004-FBBF-4BCC-9BC3-88F554ADE514}" type="datetimeFigureOut">
              <a:t>09/10/2026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15CD439-5831-B89F-A032-126BDC3BCCD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CF8F52A-1268-BF36-C904-53855E60D1C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721C89F-AE7A-4C3B-889F-FA429D0A7F97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4DC5F4-D20C-2DB3-8411-B320533BB9D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030EA972-BBB4-2124-F72C-ECCD0063490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644EE25-5808-5EF9-D529-A97D9A5F4E7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DB99004-FBBF-4BCC-9BC3-88F554ADE514}" type="datetimeFigureOut">
              <a:t>09/10/2026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662F814-6E03-DA7E-994E-BD8357BF20F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B08E29C-8AD9-8F1D-C539-6DC238A4F76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721C89F-AE7A-4C3B-889F-FA429D0A7F97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7E9B99B6-549F-E1E7-9083-8BA3B57D86F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E6435A8-2F0B-810A-E41D-C6ABD4CC491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2877F48-282A-7BEC-513D-DD66A962A5D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DB99004-FBBF-4BCC-9BC3-88F554ADE514}" type="datetimeFigureOut">
              <a:t>09/10/2026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9E748BA-3A52-EFDE-3B83-2A4BC456874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1D26422-6EB7-6DF1-340C-059F6242166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721C89F-AE7A-4C3B-889F-FA429D0A7F97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18881c75ef84fb0" /><Relationship Type="http://schemas.openxmlformats.org/officeDocument/2006/relationships/slideLayout" Target="/ppt/slideLayouts/slideLayout1.xml" Id="R8272b11a597a4c65" /><Relationship Type="http://schemas.openxmlformats.org/officeDocument/2006/relationships/slideLayout" Target="/ppt/slideLayouts/slideLayout2.xml" Id="Rf03e96b8ec9e418a" /><Relationship Type="http://schemas.openxmlformats.org/officeDocument/2006/relationships/slideLayout" Target="/ppt/slideLayouts/slideLayout3.xml" Id="R98ae52f8d48f4634" /><Relationship Type="http://schemas.openxmlformats.org/officeDocument/2006/relationships/slideLayout" Target="/ppt/slideLayouts/slideLayout4.xml" Id="R74c9a23fb74f41c3" /><Relationship Type="http://schemas.openxmlformats.org/officeDocument/2006/relationships/slideLayout" Target="/ppt/slideLayouts/slideLayout5.xml" Id="R35c92f49e2274ad1" /><Relationship Type="http://schemas.openxmlformats.org/officeDocument/2006/relationships/slideLayout" Target="/ppt/slideLayouts/slideLayout6.xml" Id="Rd31069c586da4ed3" /><Relationship Type="http://schemas.openxmlformats.org/officeDocument/2006/relationships/slideLayout" Target="/ppt/slideLayouts/slideLayout7.xml" Id="R7232490313ed4ef4" /><Relationship Type="http://schemas.openxmlformats.org/officeDocument/2006/relationships/slideLayout" Target="/ppt/slideLayouts/slideLayout8.xml" Id="Re1642b239e52445f" /><Relationship Type="http://schemas.openxmlformats.org/officeDocument/2006/relationships/slideLayout" Target="/ppt/slideLayouts/slideLayout9.xml" Id="R65f3cb8f99674c7c" /><Relationship Type="http://schemas.openxmlformats.org/officeDocument/2006/relationships/slideLayout" Target="/ppt/slideLayouts/slideLayout10.xml" Id="Re89b6c85af2e498e" /><Relationship Type="http://schemas.openxmlformats.org/officeDocument/2006/relationships/slideLayout" Target="/ppt/slideLayouts/slideLayout11.xml" Id="R5df7a1b982d64d23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7F3D97B-511D-E64B-9F91-7097B821201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D5744D8-7A9E-E0ED-82DF-9733866DDA6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DF6EFA3-0111-31E5-4E51-7B8F9DEA332C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EDB99004-FBBF-4BCC-9BC3-88F554ADE514}" type="datetimeFigureOut">
              <a:t>09/10/2026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3804E89-7CB4-43E2-759A-8B18BC095A8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13A3C9D-A059-CF8F-49C2-BF85966941A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3721C89F-AE7A-4C3B-889F-FA429D0A7F97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272b11a597a4c65"/>
    <p:sldLayoutId xmlns:r="http://schemas.openxmlformats.org/officeDocument/2006/relationships" id="2147483650" r:id="Rf03e96b8ec9e418a"/>
    <p:sldLayoutId xmlns:r="http://schemas.openxmlformats.org/officeDocument/2006/relationships" id="2147483651" r:id="R98ae52f8d48f4634"/>
    <p:sldLayoutId xmlns:r="http://schemas.openxmlformats.org/officeDocument/2006/relationships" id="2147483652" r:id="R74c9a23fb74f41c3"/>
    <p:sldLayoutId xmlns:r="http://schemas.openxmlformats.org/officeDocument/2006/relationships" id="2147483653" r:id="R35c92f49e2274ad1"/>
    <p:sldLayoutId xmlns:r="http://schemas.openxmlformats.org/officeDocument/2006/relationships" id="2147483654" r:id="Rd31069c586da4ed3"/>
    <p:sldLayoutId xmlns:r="http://schemas.openxmlformats.org/officeDocument/2006/relationships" id="2147483655" r:id="R7232490313ed4ef4"/>
    <p:sldLayoutId xmlns:r="http://schemas.openxmlformats.org/officeDocument/2006/relationships" id="2147483656" r:id="Re1642b239e52445f"/>
    <p:sldLayoutId xmlns:r="http://schemas.openxmlformats.org/officeDocument/2006/relationships" id="2147483657" r:id="R65f3cb8f99674c7c"/>
    <p:sldLayoutId xmlns:r="http://schemas.openxmlformats.org/officeDocument/2006/relationships" id="2147483658" r:id="Re89b6c85af2e498e"/>
    <p:sldLayoutId xmlns:r="http://schemas.openxmlformats.org/officeDocument/2006/relationships" id="2147483659" r:id="R5df7a1b982d64d23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Red Violet">
      <a:dk1>
        <a:sysClr val="windowText" lastClr="000000"/>
      </a:dk1>
      <a:lt1>
        <a:sysClr val="window" lastClr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Red Violet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ddf7016eda4b6e" /><Relationship Type="http://schemas.openxmlformats.org/officeDocument/2006/relationships/notesSlide" Target="/ppt/notesSlides/notesSlide1.xml" Id="R157bcfd20751441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a061be7e6154503" /><Relationship Type="http://schemas.openxmlformats.org/officeDocument/2006/relationships/image" Target="/ppt/media/image.png" Id="R4e30152f9f5b4522" /><Relationship Type="http://schemas.openxmlformats.org/officeDocument/2006/relationships/notesSlide" Target="/ppt/notesSlides/notesSlide2.xml" Id="R9ed3772a827143f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c5dd2d5603240f4" /><Relationship Type="http://schemas.openxmlformats.org/officeDocument/2006/relationships/notesSlide" Target="/ppt/notesSlides/notesSlide3.xml" Id="R4b316d43eb0d471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19a1d9448eb4503" /><Relationship Type="http://schemas.openxmlformats.org/officeDocument/2006/relationships/notesSlide" Target="/ppt/notesSlides/notesSlide4.xml" Id="R0f85474aee38418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55eb7f3cc914eb9" /><Relationship Type="http://schemas.openxmlformats.org/officeDocument/2006/relationships/notesSlide" Target="/ppt/notesSlides/notesSlide5.xml" Id="R3456a2c1fb444fa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c3ee073d04b40d3" /><Relationship Type="http://schemas.openxmlformats.org/officeDocument/2006/relationships/image" Target="/ppt/media/image2.png" Id="Rf364abe5765e4209" /><Relationship Type="http://schemas.openxmlformats.org/officeDocument/2006/relationships/notesSlide" Target="/ppt/notesSlides/notesSlide6.xml" Id="R4d52aa2a890f4a8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20e76a12fa64b8c" /><Relationship Type="http://schemas.openxmlformats.org/officeDocument/2006/relationships/notesSlide" Target="/ppt/notesSlides/notesSlide7.xml" Id="Re16929858ed74d4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2f3d4dbdf344793" /><Relationship Type="http://schemas.openxmlformats.org/officeDocument/2006/relationships/notesSlide" Target="/ppt/notesSlides/notesSlide8.xml" Id="Rb9ddc6249aa3412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 useBgFill="1"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4522B21E-B2B9-4C72-9A71-C87EFD137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999" cy="685736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5EB7D2A2-F448-44D4-938C-DC84CBCB3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"/>
            <a:ext cx="12192000" cy="4412583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4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871AEA07-1E14-44B4-8E55-64EF049CD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464" y="551962"/>
            <a:ext cx="10999072" cy="4618549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6571B63-82A4-FC3D-9860-20F38F123861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293338"/>
            <a:ext cx="9144000" cy="3274592"/>
          </a:xfr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825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825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Συναρτήσεις</a:t>
            </a:r>
            <a:endParaRPr sz="720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4101352E-A170-144A-523B-B61C8AE3387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5514052"/>
            <a:ext cx="9144000" cy="651910"/>
          </a:xfrm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Straight Connector 13">
            <a:extLst xmlns:a="http://schemas.openxmlformats.org/drawingml/2006/main">
              <a:ext uri="{FF2B5EF4-FFF2-40B4-BE49-F238E27FC236}">
                <a16:creationId xmlns:a16="http://schemas.microsoft.com/office/drawing/2014/main" id="{A1AC1523-E1AC-4F39-9B08-B5CD71D4B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596464" y="6354708"/>
            <a:ext cx="11000232" cy="0"/>
          </a:xfrm>
          <a:prstGeom xmlns:a="http://schemas.openxmlformats.org/drawingml/2006/main" prst="line">
            <a:avLst/>
          </a:prstGeom>
          <a:ln xmlns:a="http://schemas.openxmlformats.org/drawingml/2006/main" w="101600">
            <a:solidFill>
              <a:schemeClr val="accent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</p:spTree>
    <p:extLst>
      <p:ext uri="{BB962C8B-B14F-4D97-AF65-F5344CB8AC3E}">
        <p14:creationId xmlns:p14="http://schemas.microsoft.com/office/powerpoint/2010/main" val="301985463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255C63-DABB-4E4D-9420-630D557A1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6250"/>
            <a:ext cx="10382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COUNT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6FE033-6C02-4123-BFB1-4F585036D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381125"/>
            <a:ext cx="5429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B1E72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B1E72"/>
                </a:solidFill>
                <a:latin typeface="Arial"/>
                <a:ea typeface="Arial"/>
                <a:cs typeface="Arial"/>
              </a:rPr>
              <a:t>Μετρά μόνο τα κελιά που περιέχουν αριθμούς.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97EDAE-2AE2-4BBF-A897-04BA6B26F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33625"/>
            <a:ext cx="542925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Σύνταξη:</a:t>
            </a:r>
          </a:p>
          <a:p xmlns:a="http://schemas.openxmlformats.org/drawingml/2006/main"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=COUNT(B3:B22)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Κείμενο, σύμβολα και κενά κελιά δεν υπολογίζονται.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30152f9f5b4522"/>
          <a:stretch xmlns:a="http://schemas.openxmlformats.org/drawingml/2006/main"/>
        </p:blipFill>
        <p:spPr>
          <a:xfrm xmlns:a="http://schemas.openxmlformats.org/drawingml/2006/main">
            <a:off x="7031601" y="1571625"/>
            <a:ext cx="3653298" cy="39052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84756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CBEB1E-7ADE-4865-88AD-FD0347D35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6250"/>
            <a:ext cx="10382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COUNTA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5C949C-37CC-4879-9B69-1F977DE0E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381125"/>
            <a:ext cx="5429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B1E72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B1E72"/>
                </a:solidFill>
                <a:latin typeface="Arial"/>
                <a:ea typeface="Arial"/>
                <a:cs typeface="Arial"/>
              </a:rPr>
              <a:t>Μετρά όλα τα μη κενά κελιά.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8DC03D-C69C-4C9B-984C-1538D40B7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33625"/>
            <a:ext cx="542925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Σύνταξη:</a:t>
            </a:r>
          </a:p>
          <a:p xmlns:a="http://schemas.openxmlformats.org/drawingml/2006/main"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=COUNTA(B3:B22)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Μετρά αριθμούς, κείμενο και σύμβολα όπως το -.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006EEC-74F8-4B32-B172-8C20E5013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095500"/>
            <a:ext cx="40957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Αριθμός ✓</a:t>
            </a:r>
          </a:p>
          <a:p xmlns:a="http://schemas.openxmlformats.org/drawingml/2006/main">
            <a:pPr>
              <a:defRPr sz="22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Κείμενο ✓</a:t>
            </a:r>
          </a:p>
          <a:p xmlns:a="http://schemas.openxmlformats.org/drawingml/2006/main">
            <a:pPr>
              <a:defRPr sz="22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Σύμβολο ✓</a:t>
            </a:r>
          </a:p>
          <a:p xmlns:a="http://schemas.openxmlformats.org/drawingml/2006/main">
            <a:pPr>
              <a:defRPr sz="22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Κενό ✗</a:t>
            </a:r>
          </a:p>
        </p:txBody>
      </p:sp>
    </p:spTree>
    <p:extLst>
      <p:ext uri="{BB962C8B-B14F-4D97-AF65-F5344CB8AC3E}">
        <p14:creationId xmlns:p14="http://schemas.microsoft.com/office/powerpoint/2010/main" val="21339374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7D8BA5-D60F-45F9-A055-8F0C4E8D2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6250"/>
            <a:ext cx="10382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COUNT ή COUNTA;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9D8CA3-676B-4F3F-9862-634808CE8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571625"/>
            <a:ext cx="54292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COUNT: όταν θέλουμε να μετρήσουμε αριθμητικές εγγραφές.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COUNTA: όταν θέλουμε να μετρήσουμε κάθε κελί που περιέχει κάτι.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F17224-005F-4A9F-89EE-7FE7EFE52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095500"/>
            <a:ext cx="40957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COUNT</a:t>
            </a:r>
          </a:p>
          <a:p xmlns:a="http://schemas.openxmlformats.org/drawingml/2006/main">
            <a:pPr>
              <a:defRPr sz="22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μόνο αριθμοί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COUNTA</a:t>
            </a:r>
          </a:p>
          <a:p xmlns:a="http://schemas.openxmlformats.org/drawingml/2006/main">
            <a:pPr>
              <a:defRPr sz="22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όλα τα μη κενά</a:t>
            </a:r>
          </a:p>
        </p:txBody>
      </p:sp>
    </p:spTree>
    <p:extLst>
      <p:ext uri="{BB962C8B-B14F-4D97-AF65-F5344CB8AC3E}">
        <p14:creationId xmlns:p14="http://schemas.microsoft.com/office/powerpoint/2010/main" val="248423000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B221B8-C730-4980-A36B-0826AA7BB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6250"/>
            <a:ext cx="10382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Η συνάρτηση IF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00CCA0-E88B-4E35-872E-1CE37462E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381125"/>
            <a:ext cx="5429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B1E72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B1E72"/>
                </a:solidFill>
                <a:latin typeface="Arial"/>
                <a:ea typeface="Arial"/>
                <a:cs typeface="Arial"/>
              </a:rPr>
              <a:t>Ελέγχει μια συνθήκη και επιστρέφει ένα από δύο αποτελέσματα.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D7A9B1-F751-4FA8-9793-425E844FD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33625"/>
            <a:ext cx="542925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Σύνταξη:</a:t>
            </a:r>
          </a:p>
          <a:p xmlns:a="http://schemas.openxmlformats.org/drawingml/2006/main"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=IF(συνθήκη; τιμή_αν_αληθής; τιμή_αν_ψευδής)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37567A-A122-4255-AFFC-EA0A5774D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095500"/>
            <a:ext cx="40957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=IF(B24&gt;100000;</a:t>
            </a:r>
          </a:p>
          <a:p xmlns:a="http://schemas.openxmlformats.org/drawingml/2006/main">
            <a:pPr>
              <a:defRPr sz="22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"ΝΑΙ";"ΟΧΙ")</a:t>
            </a:r>
          </a:p>
        </p:txBody>
      </p:sp>
    </p:spTree>
    <p:extLst>
      <p:ext uri="{BB962C8B-B14F-4D97-AF65-F5344CB8AC3E}">
        <p14:creationId xmlns:p14="http://schemas.microsoft.com/office/powerpoint/2010/main" val="172072322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27100E-61EB-461C-A47A-6966E648F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6250"/>
            <a:ext cx="10382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Αντιγραφή και έλεγχος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8396D3-7A0F-44A8-A4BD-D27FDDA0C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571625"/>
            <a:ext cx="54292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• Δημιουργούμε τη συνάρτηση στο πρώτο κελί.</a:t>
            </a:r>
          </a:p>
          <a:p xmlns:a="http://schemas.openxmlformats.org/drawingml/2006/main"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• Αντιγράφουμε στην υπόλοιπη περιοχή.</a:t>
            </a:r>
          </a:p>
          <a:p xmlns:a="http://schemas.openxmlformats.org/drawingml/2006/main"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• Ελέγχουμε τις αναφορές.</a:t>
            </a:r>
          </a:p>
          <a:p xmlns:a="http://schemas.openxmlformats.org/drawingml/2006/main"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• Συγκρίνουμε COUNT και COUNTA όταν υπάρχουν σύμβολα ή κείμενο.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64abe5765e4209"/>
          <a:stretch xmlns:a="http://schemas.openxmlformats.org/drawingml/2006/main"/>
        </p:blipFill>
        <p:spPr>
          <a:xfrm xmlns:a="http://schemas.openxmlformats.org/drawingml/2006/main">
            <a:off x="6762750" y="2512219"/>
            <a:ext cx="4191000" cy="202406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4053172"/>
      </p:ext>
    </p:extLst>
  </p:cSld>
</p:sld>
</file>

<file path=ppt/slides/slide7.xml><?xml version="1.0" encoding="utf-8"?>
<p:sld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D0784E-600F-4DD3-BEAA-2B63BB50A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6250"/>
            <a:ext cx="4953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043"/>
          </a:bodyPr>
          <a:lstStyle xmlns:a="http://schemas.openxmlformats.org/drawingml/2006/main"/>
          <a:p xmlns:a="http://schemas.openxmlformats.org/drawingml/2006/main">
            <a:pPr>
              <a:def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Δραστηριότητες Εμπέδωσης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BA35E3-F81C-4A70-9573-251A88FBE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190625"/>
            <a:ext cx="619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Φύλλο Εργασίας Β.4.1.M10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190885-827F-4C12-801C-C74A03C6D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95500"/>
            <a:ext cx="619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Σελίδα 41</a:t>
            </a:r>
          </a:p>
          <a:p xmlns:a="http://schemas.openxmlformats.org/drawingml/2006/main">
            <a:pPr>
              <a:defRPr sz="2175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Ασκήσεις 1–5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Αρχείο: ΚΟΤ.xlsx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F1E6F2-5810-44AE-AA30-C4FA1DEE8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000625"/>
            <a:ext cx="6096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B1E7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B1E72"/>
                </a:solidFill>
                <a:latin typeface="Arial"/>
                <a:ea typeface="Arial"/>
                <a:cs typeface="Arial"/>
              </a:rPr>
              <a:t>COUNTA και IF για τα στοιχεία τουριστών.</a:t>
            </a:r>
          </a:p>
        </p:txBody>
      </p:sp>
    </p:spTree>
    <p:extLst>
      <p:ext uri="{BB962C8B-B14F-4D97-AF65-F5344CB8AC3E}">
        <p14:creationId xmlns:p14="http://schemas.microsoft.com/office/powerpoint/2010/main" val="3815878654"/>
      </p:ext>
    </p:extLst>
  </p:cSld>
  <p:clrMapOvr>
    <a:overrideClrMapping xmlns:a="http://schemas.openxmlformats.org/drawingml/2006/main"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6EAB38-2161-43B7-A8D6-92B72230C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6250"/>
            <a:ext cx="3905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7907"/>
          </a:bodyPr>
          <a:lstStyle xmlns:a="http://schemas.openxmlformats.org/drawingml/2006/main"/>
          <a:p xmlns:a="http://schemas.openxmlformats.org/drawingml/2006/main">
            <a:pPr>
              <a:def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Δραστηριότητες Αξιολόγησης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E71D54-414D-4BE6-9CAA-D0F6D5F71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857375"/>
            <a:ext cx="619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Φύλλο Εργασίας Β.4.1.M10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890381-26D0-4B43-A08D-67C6F1724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857500"/>
            <a:ext cx="619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Σελίδα 41</a:t>
            </a:r>
          </a:p>
          <a:p xmlns:a="http://schemas.openxmlformats.org/drawingml/2006/main">
            <a:pPr>
              <a:defRPr sz="2175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Ασκήσεις 6–11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Αρχείο: ΚΟΤ.xlsx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4E5AFC-E957-4511-B42A-2AFA866F9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000625"/>
            <a:ext cx="6096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B1E7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B1E72"/>
                </a:solidFill>
                <a:latin typeface="Arial"/>
                <a:ea typeface="Arial"/>
                <a:cs typeface="Arial"/>
              </a:rPr>
              <a:t>Σύγκρινε COUNT/COUNTA και δημιούργησε συνθήκη IF.</a:t>
            </a:r>
          </a:p>
        </p:txBody>
      </p:sp>
    </p:spTree>
    <p:extLst>
      <p:ext uri="{BB962C8B-B14F-4D97-AF65-F5344CB8AC3E}">
        <p14:creationId xmlns:p14="http://schemas.microsoft.com/office/powerpoint/2010/main" val="608684808"/>
      </p:ext>
    </p:extLst>
  </p:cSld>
</p:sld>
</file>

<file path=ppt/theme/theme1.xml><?xml version="1.0" encoding="utf-8"?>
<a:theme xmlns:a="http://schemas.openxmlformats.org/drawingml/2006/main" name="Office Theme">
  <a:themeElements>
    <a:clrScheme name="Red Violet">
      <a:dk1>
        <a:sysClr val="windowText" lastClr="000000"/>
      </a:dk1>
      <a:lt1>
        <a:sysClr val="window" lastClr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Red Violet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2026-09-12T06:34:14.3720000Z</dcterms:created>
  <dcterms:modified xsi:type="dcterms:W3CDTF">2026-09-12T06:34:14.3720000Z</dcterms:modified>
</coreProperties>
</file>