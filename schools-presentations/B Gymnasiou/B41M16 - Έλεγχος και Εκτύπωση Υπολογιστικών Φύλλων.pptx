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57ee0e31947cc" /><Relationship Type="http://schemas.openxmlformats.org/officeDocument/2006/relationships/extended-properties" Target="/docProps/app.xml" Id="Rd6e0046a8efc4ddf" /><Relationship Type="http://schemas.openxmlformats.org/officeDocument/2006/relationships/officeDocument" Target="/ppt/presentation.xml" Id="R417adc89080e45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78642c66c4924"/>
  </p:sldMasterIdLst>
  <p:notesMasterIdLst>
    <p:notesMasterId xmlns:r="http://schemas.openxmlformats.org/officeDocument/2006/relationships" r:id="R9e7e87cac72d48a7"/>
  </p:notesMasterIdLst>
  <p:sldIdLst>
    <p:sldId xmlns:r="http://schemas.openxmlformats.org/officeDocument/2006/relationships" id="256" r:id="Racf74230f1fa4553"/>
    <p:sldId xmlns:r="http://schemas.openxmlformats.org/officeDocument/2006/relationships" id="257" r:id="Rbb0b186f3a144e4f"/>
    <p:sldId xmlns:r="http://schemas.openxmlformats.org/officeDocument/2006/relationships" id="258" r:id="Raa33cc4844d8458f"/>
    <p:sldId xmlns:r="http://schemas.openxmlformats.org/officeDocument/2006/relationships" id="259" r:id="R6105ca63c9144268"/>
    <p:sldId xmlns:r="http://schemas.openxmlformats.org/officeDocument/2006/relationships" id="260" r:id="Re833bcff09974078"/>
    <p:sldId xmlns:r="http://schemas.openxmlformats.org/officeDocument/2006/relationships" id="261" r:id="R4ebcfe997ab344ed"/>
    <p:sldId xmlns:r="http://schemas.openxmlformats.org/officeDocument/2006/relationships" id="262" r:id="Rf8a10668b59e4a4b"/>
    <p:sldId xmlns:r="http://schemas.openxmlformats.org/officeDocument/2006/relationships" id="263" r:id="R398db09db3da4f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c577c9cf4f4e59" /><Relationship Type="http://schemas.openxmlformats.org/officeDocument/2006/relationships/slideMaster" Target="/ppt/slideMasters/slideMaster1.xml" Id="Rd8278642c66c4924" /><Relationship Type="http://schemas.openxmlformats.org/officeDocument/2006/relationships/notesMaster" Target="/ppt/notesMasters/notesMaster1.xml" Id="R9e7e87cac72d48a7" /><Relationship Type="http://schemas.openxmlformats.org/officeDocument/2006/relationships/presProps" Target="/ppt/presProps.xml" Id="R04c7ebf815db49a2" /><Relationship Type="http://schemas.openxmlformats.org/officeDocument/2006/relationships/viewProps" Target="/ppt/viewProps.xml" Id="R0897e53f52e147b0" /><Relationship Type="http://schemas.openxmlformats.org/officeDocument/2006/relationships/tableStyles" Target="/ppt/tableStyles.xml" Id="Rb77643d1ffeb46fe" /><Relationship Type="http://schemas.openxmlformats.org/officeDocument/2006/relationships/slide" Target="/ppt/slides/slide1.xml" Id="Racf74230f1fa4553" /><Relationship Type="http://schemas.openxmlformats.org/officeDocument/2006/relationships/slide" Target="/ppt/slides/slide2.xml" Id="Rbb0b186f3a144e4f" /><Relationship Type="http://schemas.openxmlformats.org/officeDocument/2006/relationships/slide" Target="/ppt/slides/slide3.xml" Id="Raa33cc4844d8458f" /><Relationship Type="http://schemas.openxmlformats.org/officeDocument/2006/relationships/slide" Target="/ppt/slides/slide4.xml" Id="R6105ca63c9144268" /><Relationship Type="http://schemas.openxmlformats.org/officeDocument/2006/relationships/slide" Target="/ppt/slides/slide5.xml" Id="Re833bcff09974078" /><Relationship Type="http://schemas.openxmlformats.org/officeDocument/2006/relationships/slide" Target="/ppt/slides/slide6.xml" Id="R4ebcfe997ab344ed" /><Relationship Type="http://schemas.openxmlformats.org/officeDocument/2006/relationships/slide" Target="/ppt/slides/slide7.xml" Id="Rf8a10668b59e4a4b" /><Relationship Type="http://schemas.openxmlformats.org/officeDocument/2006/relationships/slide" Target="/ppt/slides/slide8.xml" Id="R398db09db3da4f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9a6b303a9943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963c5b67544e91" /><Relationship Type="http://schemas.openxmlformats.org/officeDocument/2006/relationships/notesMaster" Target="/ppt/notesMasters/notesMaster1.xml" Id="R1f8156b48a6d4d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c8be3886cd446f" /><Relationship Type="http://schemas.openxmlformats.org/officeDocument/2006/relationships/notesMaster" Target="/ppt/notesMasters/notesMaster1.xml" Id="R725306d2453a4a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1862dc3d14441f" /><Relationship Type="http://schemas.openxmlformats.org/officeDocument/2006/relationships/notesMaster" Target="/ppt/notesMasters/notesMaster1.xml" Id="R1cace1d53201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cf110fa42f4b41" /><Relationship Type="http://schemas.openxmlformats.org/officeDocument/2006/relationships/notesMaster" Target="/ppt/notesMasters/notesMaster1.xml" Id="R75e0c53298e848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c10b828e3846d6" /><Relationship Type="http://schemas.openxmlformats.org/officeDocument/2006/relationships/notesMaster" Target="/ppt/notesMasters/notesMaster1.xml" Id="R7fb10b1eca7e4f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aae3e436749f4" /><Relationship Type="http://schemas.openxmlformats.org/officeDocument/2006/relationships/notesMaster" Target="/ppt/notesMasters/notesMaster1.xml" Id="R621b1f7f822041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806b5884e466e" /><Relationship Type="http://schemas.openxmlformats.org/officeDocument/2006/relationships/notesMaster" Target="/ppt/notesMasters/notesMaster1.xml" Id="R9eb7732ef97242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eabbea590843a1" /><Relationship Type="http://schemas.openxmlformats.org/officeDocument/2006/relationships/notesMaster" Target="/ppt/notesMasters/notesMaster1.xml" Id="R705328d594104b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8c931cb3548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c3792aad446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2e934c4ad49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638171f954a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75f5e17f54c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178969360459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7e56cbc924c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81d81e385451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c282517214d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403f36c574a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9cea149d7426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a96a895da1488b" /><Relationship Type="http://schemas.openxmlformats.org/officeDocument/2006/relationships/slideLayout" Target="/ppt/slideLayouts/slideLayout1.xml" Id="Rcfc948b04d3e4475" /><Relationship Type="http://schemas.openxmlformats.org/officeDocument/2006/relationships/slideLayout" Target="/ppt/slideLayouts/slideLayout2.xml" Id="R52d41a3657044f2a" /><Relationship Type="http://schemas.openxmlformats.org/officeDocument/2006/relationships/slideLayout" Target="/ppt/slideLayouts/slideLayout3.xml" Id="Rd2266e358d31427b" /><Relationship Type="http://schemas.openxmlformats.org/officeDocument/2006/relationships/slideLayout" Target="/ppt/slideLayouts/slideLayout4.xml" Id="R17e3a57ae31840c4" /><Relationship Type="http://schemas.openxmlformats.org/officeDocument/2006/relationships/slideLayout" Target="/ppt/slideLayouts/slideLayout5.xml" Id="R14348e56fc5b4e1e" /><Relationship Type="http://schemas.openxmlformats.org/officeDocument/2006/relationships/slideLayout" Target="/ppt/slideLayouts/slideLayout6.xml" Id="Racffac1cb8a7469b" /><Relationship Type="http://schemas.openxmlformats.org/officeDocument/2006/relationships/slideLayout" Target="/ppt/slideLayouts/slideLayout7.xml" Id="R6da2f875b5c2401f" /><Relationship Type="http://schemas.openxmlformats.org/officeDocument/2006/relationships/slideLayout" Target="/ppt/slideLayouts/slideLayout8.xml" Id="Rbb4a999d97354655" /><Relationship Type="http://schemas.openxmlformats.org/officeDocument/2006/relationships/slideLayout" Target="/ppt/slideLayouts/slideLayout9.xml" Id="R898322b2cd37471f" /><Relationship Type="http://schemas.openxmlformats.org/officeDocument/2006/relationships/slideLayout" Target="/ppt/slideLayouts/slideLayout10.xml" Id="Rfafb698aa5994220" /><Relationship Type="http://schemas.openxmlformats.org/officeDocument/2006/relationships/slideLayout" Target="/ppt/slideLayouts/slideLayout11.xml" Id="R8c7c84e3d3db4eb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c948b04d3e4475"/>
    <p:sldLayoutId xmlns:r="http://schemas.openxmlformats.org/officeDocument/2006/relationships" id="2147483650" r:id="R52d41a3657044f2a"/>
    <p:sldLayoutId xmlns:r="http://schemas.openxmlformats.org/officeDocument/2006/relationships" id="2147483651" r:id="Rd2266e358d31427b"/>
    <p:sldLayoutId xmlns:r="http://schemas.openxmlformats.org/officeDocument/2006/relationships" id="2147483652" r:id="R17e3a57ae31840c4"/>
    <p:sldLayoutId xmlns:r="http://schemas.openxmlformats.org/officeDocument/2006/relationships" id="2147483653" r:id="R14348e56fc5b4e1e"/>
    <p:sldLayoutId xmlns:r="http://schemas.openxmlformats.org/officeDocument/2006/relationships" id="2147483654" r:id="Racffac1cb8a7469b"/>
    <p:sldLayoutId xmlns:r="http://schemas.openxmlformats.org/officeDocument/2006/relationships" id="2147483655" r:id="R6da2f875b5c2401f"/>
    <p:sldLayoutId xmlns:r="http://schemas.openxmlformats.org/officeDocument/2006/relationships" id="2147483656" r:id="Rbb4a999d97354655"/>
    <p:sldLayoutId xmlns:r="http://schemas.openxmlformats.org/officeDocument/2006/relationships" id="2147483657" r:id="R898322b2cd37471f"/>
    <p:sldLayoutId xmlns:r="http://schemas.openxmlformats.org/officeDocument/2006/relationships" id="2147483658" r:id="Rfafb698aa5994220"/>
    <p:sldLayoutId xmlns:r="http://schemas.openxmlformats.org/officeDocument/2006/relationships" id="2147483659" r:id="R8c7c84e3d3db4eb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2348d33dd4293" /><Relationship Type="http://schemas.openxmlformats.org/officeDocument/2006/relationships/notesSlide" Target="/ppt/notesSlides/notesSlide1.xml" Id="R91541d21423041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0c77014ba42a6" /><Relationship Type="http://schemas.openxmlformats.org/officeDocument/2006/relationships/image" Target="/ppt/media/image.png" Id="R9b8321d4041645fb" /><Relationship Type="http://schemas.openxmlformats.org/officeDocument/2006/relationships/notesSlide" Target="/ppt/notesSlides/notesSlide2.xml" Id="R92e3294706d9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0aee8d3d14925" /><Relationship Type="http://schemas.openxmlformats.org/officeDocument/2006/relationships/image" Target="/ppt/media/image2.png" Id="R29ec5a9737184084" /><Relationship Type="http://schemas.openxmlformats.org/officeDocument/2006/relationships/notesSlide" Target="/ppt/notesSlides/notesSlide3.xml" Id="Ra6c9f95d0c7242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a90e81b7ad4744" /><Relationship Type="http://schemas.openxmlformats.org/officeDocument/2006/relationships/image" Target="/ppt/media/image3.png" Id="R8535ac18998742f5" /><Relationship Type="http://schemas.openxmlformats.org/officeDocument/2006/relationships/notesSlide" Target="/ppt/notesSlides/notesSlide4.xml" Id="R6836b05e8f7f46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ab7de43ac1412b" /><Relationship Type="http://schemas.openxmlformats.org/officeDocument/2006/relationships/image" Target="/ppt/media/image4.png" Id="R8970611001bf4f77" /><Relationship Type="http://schemas.openxmlformats.org/officeDocument/2006/relationships/notesSlide" Target="/ppt/notesSlides/notesSlide5.xml" Id="R74eff97a2ee54d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a7ded497343be" /><Relationship Type="http://schemas.openxmlformats.org/officeDocument/2006/relationships/image" Target="/ppt/media/image5.png" Id="R82e76020e30e4873" /><Relationship Type="http://schemas.openxmlformats.org/officeDocument/2006/relationships/image" Target="/ppt/media/image6.png" Id="R4188c8b264804bdf" /><Relationship Type="http://schemas.openxmlformats.org/officeDocument/2006/relationships/notesSlide" Target="/ppt/notesSlides/notesSlide6.xml" Id="R4925f6da8c6a49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ba5a44cd214005" /><Relationship Type="http://schemas.openxmlformats.org/officeDocument/2006/relationships/notesSlide" Target="/ppt/notesSlides/notesSlide7.xml" Id="Rf853a38b97d44f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9d4920f6c4aae" /><Relationship Type="http://schemas.openxmlformats.org/officeDocument/2006/relationships/notesSlide" Target="/ppt/notesSlides/notesSlide8.xml" Id="Rd90e1ca7036f47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Έλεγχος και Εκτύπωση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Υπολογιστικών Φύλλων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41D7B-ED7F-4875-90B3-5EE3F138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Ορθογραφικός έλεγχος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8A3F2-6E0B-4333-B44A-46E750E1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Review &gt; Spelling.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Επιλέγουμε τη σωστή πρόταση ή γράφουμε διόρθωση.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Για σωστή άγνωστη λέξη επιλέγουμε Add to Dictionary ή Ignore.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321d4041645fb"/>
          <a:stretch xmlns:a="http://schemas.openxmlformats.org/drawingml/2006/main"/>
        </p:blipFill>
        <p:spPr>
          <a:xfrm xmlns:a="http://schemas.openxmlformats.org/drawingml/2006/main">
            <a:off x="6762750" y="1795845"/>
            <a:ext cx="4191000" cy="34568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85D5D-52FB-4480-A63A-9071E273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Gridlines και Headings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D1083-6027-4522-970D-0987E6E2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Page Layout &gt; Sheet Options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Στην περιοχή Print ενεργοποιούμε: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Gridlines για τις γραμμές πλέγματος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Headings για τις επικεφαλίδες γραμμών και στηλών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c5a9737184084"/>
          <a:stretch xmlns:a="http://schemas.openxmlformats.org/drawingml/2006/main"/>
        </p:blipFill>
        <p:spPr>
          <a:xfrm xmlns:a="http://schemas.openxmlformats.org/drawingml/2006/main">
            <a:off x="6921897" y="1571625"/>
            <a:ext cx="3872706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B3E33-AF6F-44AD-AFB9-DC627EE3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Γραμμές τίτλου σε κάθε σελίδα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4F392-CDE0-4E31-AC13-C1AFD3A0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Page Layout &gt; Print Titles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Στο Rows to repeat at top επιλέγουμε τη γραμμή ή τις γραμμές που θα εμφανίζονται στην κορυφή κάθε εκτυπωμένης σελίδας.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5ac18998742f5"/>
          <a:stretch xmlns:a="http://schemas.openxmlformats.org/drawingml/2006/main"/>
        </p:blipFill>
        <p:spPr>
          <a:xfrm xmlns:a="http://schemas.openxmlformats.org/drawingml/2006/main">
            <a:off x="6762750" y="2976854"/>
            <a:ext cx="4191000" cy="10947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90323-9C46-48DB-89BF-DAFCD383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Print Preview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0A6D5-E10E-4D40-B7D7-920D9794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File &gt; Print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Η προεπισκόπηση δείχνει σελίδες, περιθώρια, προσανατολισμό και κλιμάκωση πριν από την εκτύπωση. Επιστρέφουμε στο φύλλο για διορθώσεις.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0611001bf4f77"/>
          <a:stretch xmlns:a="http://schemas.openxmlformats.org/drawingml/2006/main"/>
        </p:blipFill>
        <p:spPr>
          <a:xfrm xmlns:a="http://schemas.openxmlformats.org/drawingml/2006/main">
            <a:off x="6762750" y="1630997"/>
            <a:ext cx="4191000" cy="37865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1EE5D-42D9-42ED-BCAC-28088C43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Επιλογές εκτύπωσης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6B986-1818-4F91-9ACC-79C8451E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Print Active Sheets: επιλεγμένα φύλλα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Print Entire Workbook: όλο το βιβλίο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Print Selection: επιλεγμένη περιοχή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Ορίζουμε επίσης σελίδες, εκτυπωτή και αριθμό αντιτύπων.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76020e30e4873"/>
          <a:stretch xmlns:a="http://schemas.openxmlformats.org/drawingml/2006/main"/>
        </p:blipFill>
        <p:spPr>
          <a:xfrm xmlns:a="http://schemas.openxmlformats.org/drawingml/2006/main">
            <a:off x="6572250" y="2752224"/>
            <a:ext cx="2143125" cy="1353553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8c8b264804bdf"/>
          <a:stretch xmlns:a="http://schemas.openxmlformats.org/drawingml/2006/main"/>
        </p:blipFill>
        <p:spPr>
          <a:xfrm xmlns:a="http://schemas.openxmlformats.org/drawingml/2006/main">
            <a:off x="8905875" y="2906287"/>
            <a:ext cx="2143125" cy="1045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316B4-88EE-4F5E-B3D1-2F034925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43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DE47B-4058-4AD6-85D4-D6FBFA71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A8EB1-1169-426C-ADE4-B024AE7F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57–58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EcdlResults.xlsx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A4708-0F19-4CA8-B807-0AB14381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Έλεγχος, ρυθμίσεις και εκτύπωση επιλεγμένων αποτελεσμάτων.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63C00-295E-4827-A472-5A5E706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07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AAEE6-1B5B-4ADE-BB24-58B15AA0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B9911-13E3-4BA0-A9B9-6C715D8A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58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15–23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EcdlResults.xlsx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532D7-C495-45FD-AED1-2579F370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τις ρυθμίσεις και εκτύπωσε φύλλο ή ολόκληρο βιβλίο.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2026-09-12T06:34:32.6640000Z</dcterms:created>
  <dcterms:modified xsi:type="dcterms:W3CDTF">2026-09-12T06:34:32.6640000Z</dcterms:modified>
</coreProperties>
</file>