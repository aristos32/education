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94c2b807364c17" /><Relationship Type="http://schemas.openxmlformats.org/officeDocument/2006/relationships/extended-properties" Target="/docProps/app.xml" Id="R0aab07bff93243b2" /><Relationship Type="http://schemas.openxmlformats.org/officeDocument/2006/relationships/officeDocument" Target="/ppt/presentation.xml" Id="R8d0b98f2c86a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1a1fb5e004e26"/>
  </p:sldMasterIdLst>
  <p:notesMasterIdLst>
    <p:notesMasterId xmlns:r="http://schemas.openxmlformats.org/officeDocument/2006/relationships" r:id="Rf726afda345146b4"/>
  </p:notesMasterIdLst>
  <p:sldIdLst>
    <p:sldId xmlns:r="http://schemas.openxmlformats.org/officeDocument/2006/relationships" id="256" r:id="Rc19188c446994bae"/>
    <p:sldId xmlns:r="http://schemas.openxmlformats.org/officeDocument/2006/relationships" id="257" r:id="Rdb01f630bc344be3"/>
    <p:sldId xmlns:r="http://schemas.openxmlformats.org/officeDocument/2006/relationships" id="258" r:id="R2e428fc3272b4fbd"/>
    <p:sldId xmlns:r="http://schemas.openxmlformats.org/officeDocument/2006/relationships" id="259" r:id="Re159314d18fd4f77"/>
    <p:sldId xmlns:r="http://schemas.openxmlformats.org/officeDocument/2006/relationships" id="260" r:id="R59b70b1425c747b7"/>
    <p:sldId xmlns:r="http://schemas.openxmlformats.org/officeDocument/2006/relationships" id="261" r:id="R5ecebf504df74193"/>
    <p:sldId xmlns:r="http://schemas.openxmlformats.org/officeDocument/2006/relationships" id="262" r:id="R1dcd9326701541b6"/>
    <p:sldId xmlns:r="http://schemas.openxmlformats.org/officeDocument/2006/relationships" id="263" r:id="Rfc87bb61315649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3f5f148aab4743" /><Relationship Type="http://schemas.openxmlformats.org/officeDocument/2006/relationships/slideMaster" Target="/ppt/slideMasters/slideMaster1.xml" Id="Ra821a1fb5e004e26" /><Relationship Type="http://schemas.openxmlformats.org/officeDocument/2006/relationships/notesMaster" Target="/ppt/notesMasters/notesMaster1.xml" Id="Rf726afda345146b4" /><Relationship Type="http://schemas.openxmlformats.org/officeDocument/2006/relationships/presProps" Target="/ppt/presProps.xml" Id="R90bea8ff8d7148b8" /><Relationship Type="http://schemas.openxmlformats.org/officeDocument/2006/relationships/viewProps" Target="/ppt/viewProps.xml" Id="R8be3755038964ebe" /><Relationship Type="http://schemas.openxmlformats.org/officeDocument/2006/relationships/tableStyles" Target="/ppt/tableStyles.xml" Id="R8b3ef8b1e7aa4196" /><Relationship Type="http://schemas.openxmlformats.org/officeDocument/2006/relationships/slide" Target="/ppt/slides/slide1.xml" Id="Rc19188c446994bae" /><Relationship Type="http://schemas.openxmlformats.org/officeDocument/2006/relationships/slide" Target="/ppt/slides/slide2.xml" Id="Rdb01f630bc344be3" /><Relationship Type="http://schemas.openxmlformats.org/officeDocument/2006/relationships/slide" Target="/ppt/slides/slide3.xml" Id="R2e428fc3272b4fbd" /><Relationship Type="http://schemas.openxmlformats.org/officeDocument/2006/relationships/slide" Target="/ppt/slides/slide4.xml" Id="Re159314d18fd4f77" /><Relationship Type="http://schemas.openxmlformats.org/officeDocument/2006/relationships/slide" Target="/ppt/slides/slide5.xml" Id="R59b70b1425c747b7" /><Relationship Type="http://schemas.openxmlformats.org/officeDocument/2006/relationships/slide" Target="/ppt/slides/slide6.xml" Id="R5ecebf504df74193" /><Relationship Type="http://schemas.openxmlformats.org/officeDocument/2006/relationships/slide" Target="/ppt/slides/slide7.xml" Id="R1dcd9326701541b6" /><Relationship Type="http://schemas.openxmlformats.org/officeDocument/2006/relationships/slide" Target="/ppt/slides/slide8.xml" Id="Rfc87bb61315649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c8a76475a940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c8d3622ab428f" /><Relationship Type="http://schemas.openxmlformats.org/officeDocument/2006/relationships/notesMaster" Target="/ppt/notesMasters/notesMaster1.xml" Id="R168006ccc5204c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32241e29a646a1" /><Relationship Type="http://schemas.openxmlformats.org/officeDocument/2006/relationships/notesMaster" Target="/ppt/notesMasters/notesMaster1.xml" Id="Radd6c04cc7f34f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2e349c5e04f18" /><Relationship Type="http://schemas.openxmlformats.org/officeDocument/2006/relationships/notesMaster" Target="/ppt/notesMasters/notesMaster1.xml" Id="Radf7e19392ad4b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56a57bcbf84623" /><Relationship Type="http://schemas.openxmlformats.org/officeDocument/2006/relationships/notesMaster" Target="/ppt/notesMasters/notesMaster1.xml" Id="R4de7b1f0561646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25bf6a54594911" /><Relationship Type="http://schemas.openxmlformats.org/officeDocument/2006/relationships/notesMaster" Target="/ppt/notesMasters/notesMaster1.xml" Id="R1e14ac7c71ca4c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c6f4ea11ba4d0b" /><Relationship Type="http://schemas.openxmlformats.org/officeDocument/2006/relationships/notesMaster" Target="/ppt/notesMasters/notesMaster1.xml" Id="Rcbaea5867d0e46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369cf88c6044b9" /><Relationship Type="http://schemas.openxmlformats.org/officeDocument/2006/relationships/notesMaster" Target="/ppt/notesMasters/notesMaster1.xml" Id="R5139b6b4416442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da995be9f94832" /><Relationship Type="http://schemas.openxmlformats.org/officeDocument/2006/relationships/notesMaster" Target="/ppt/notesMasters/notesMaster1.xml" Id="R851a791bd931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4ed35d3d64c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5b443a7204f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55618c1fe4f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2ae0cc8934e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a0de0248743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cfd4b621e4d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248ba20cd4c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49488bf0e4f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a34b1a1234ff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14031094a492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dfa45c50841d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f012b0b1db483d" /><Relationship Type="http://schemas.openxmlformats.org/officeDocument/2006/relationships/slideLayout" Target="/ppt/slideLayouts/slideLayout1.xml" Id="R13a13b1656554487" /><Relationship Type="http://schemas.openxmlformats.org/officeDocument/2006/relationships/slideLayout" Target="/ppt/slideLayouts/slideLayout2.xml" Id="Rc3a907379a7a430a" /><Relationship Type="http://schemas.openxmlformats.org/officeDocument/2006/relationships/slideLayout" Target="/ppt/slideLayouts/slideLayout3.xml" Id="R43ae1f8de4a44cd0" /><Relationship Type="http://schemas.openxmlformats.org/officeDocument/2006/relationships/slideLayout" Target="/ppt/slideLayouts/slideLayout4.xml" Id="Rca9a72b107504f38" /><Relationship Type="http://schemas.openxmlformats.org/officeDocument/2006/relationships/slideLayout" Target="/ppt/slideLayouts/slideLayout5.xml" Id="R8bfd2e4fcf4740f9" /><Relationship Type="http://schemas.openxmlformats.org/officeDocument/2006/relationships/slideLayout" Target="/ppt/slideLayouts/slideLayout6.xml" Id="R7d537c683ad54803" /><Relationship Type="http://schemas.openxmlformats.org/officeDocument/2006/relationships/slideLayout" Target="/ppt/slideLayouts/slideLayout7.xml" Id="Rf272592ccd8a47aa" /><Relationship Type="http://schemas.openxmlformats.org/officeDocument/2006/relationships/slideLayout" Target="/ppt/slideLayouts/slideLayout8.xml" Id="Rbd987ee9c3964016" /><Relationship Type="http://schemas.openxmlformats.org/officeDocument/2006/relationships/slideLayout" Target="/ppt/slideLayouts/slideLayout9.xml" Id="Rac535902495f4822" /><Relationship Type="http://schemas.openxmlformats.org/officeDocument/2006/relationships/slideLayout" Target="/ppt/slideLayouts/slideLayout10.xml" Id="R1343b59e8bc9413c" /><Relationship Type="http://schemas.openxmlformats.org/officeDocument/2006/relationships/slideLayout" Target="/ppt/slideLayouts/slideLayout11.xml" Id="R973e2b16eae64a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a13b1656554487"/>
    <p:sldLayoutId xmlns:r="http://schemas.openxmlformats.org/officeDocument/2006/relationships" id="2147483650" r:id="Rc3a907379a7a430a"/>
    <p:sldLayoutId xmlns:r="http://schemas.openxmlformats.org/officeDocument/2006/relationships" id="2147483651" r:id="R43ae1f8de4a44cd0"/>
    <p:sldLayoutId xmlns:r="http://schemas.openxmlformats.org/officeDocument/2006/relationships" id="2147483652" r:id="Rca9a72b107504f38"/>
    <p:sldLayoutId xmlns:r="http://schemas.openxmlformats.org/officeDocument/2006/relationships" id="2147483653" r:id="R8bfd2e4fcf4740f9"/>
    <p:sldLayoutId xmlns:r="http://schemas.openxmlformats.org/officeDocument/2006/relationships" id="2147483654" r:id="R7d537c683ad54803"/>
    <p:sldLayoutId xmlns:r="http://schemas.openxmlformats.org/officeDocument/2006/relationships" id="2147483655" r:id="Rf272592ccd8a47aa"/>
    <p:sldLayoutId xmlns:r="http://schemas.openxmlformats.org/officeDocument/2006/relationships" id="2147483656" r:id="Rbd987ee9c3964016"/>
    <p:sldLayoutId xmlns:r="http://schemas.openxmlformats.org/officeDocument/2006/relationships" id="2147483657" r:id="Rac535902495f4822"/>
    <p:sldLayoutId xmlns:r="http://schemas.openxmlformats.org/officeDocument/2006/relationships" id="2147483658" r:id="R1343b59e8bc9413c"/>
    <p:sldLayoutId xmlns:r="http://schemas.openxmlformats.org/officeDocument/2006/relationships" id="2147483659" r:id="R973e2b16eae64af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95d5350a049bc" /><Relationship Type="http://schemas.openxmlformats.org/officeDocument/2006/relationships/notesSlide" Target="/ppt/notesSlides/notesSlide1.xml" Id="R4a464e688adf44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c90598318746e5" /><Relationship Type="http://schemas.openxmlformats.org/officeDocument/2006/relationships/image" Target="/ppt/media/image.png" Id="R9dd9fa7fce984327" /><Relationship Type="http://schemas.openxmlformats.org/officeDocument/2006/relationships/notesSlide" Target="/ppt/notesSlides/notesSlide2.xml" Id="R58f8710b8cc449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c0d4c1abd4011" /><Relationship Type="http://schemas.openxmlformats.org/officeDocument/2006/relationships/image" Target="/ppt/media/image2.png" Id="R108fe1dd063146b6" /><Relationship Type="http://schemas.openxmlformats.org/officeDocument/2006/relationships/notesSlide" Target="/ppt/notesSlides/notesSlide3.xml" Id="Rda2921843199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df077b4a054d3b" /><Relationship Type="http://schemas.openxmlformats.org/officeDocument/2006/relationships/image" Target="/ppt/media/image3.png" Id="R1834fcaac15d4179" /><Relationship Type="http://schemas.openxmlformats.org/officeDocument/2006/relationships/notesSlide" Target="/ppt/notesSlides/notesSlide4.xml" Id="Reb5a93f52a66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2e1219db04eed" /><Relationship Type="http://schemas.openxmlformats.org/officeDocument/2006/relationships/image" Target="/ppt/media/image4.png" Id="Re9eedbae7ef346a5" /><Relationship Type="http://schemas.openxmlformats.org/officeDocument/2006/relationships/notesSlide" Target="/ppt/notesSlides/notesSlide5.xml" Id="Rfa9c70f2772d4a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8af6e589f4a84" /><Relationship Type="http://schemas.openxmlformats.org/officeDocument/2006/relationships/image" Target="/ppt/media/image5.png" Id="R1a887a750e1e4ffd" /><Relationship Type="http://schemas.openxmlformats.org/officeDocument/2006/relationships/notesSlide" Target="/ppt/notesSlides/notesSlide6.xml" Id="Rb986867b8db846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b6485524434fac" /><Relationship Type="http://schemas.openxmlformats.org/officeDocument/2006/relationships/notesSlide" Target="/ppt/notesSlides/notesSlide7.xml" Id="Rbb63b826b08240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3e6418938e488b" /><Relationship Type="http://schemas.openxmlformats.org/officeDocument/2006/relationships/notesSlide" Target="/ppt/notesSlides/notesSlide8.xml" Id="R292a8f4e042f40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Έλεγχος και Παρουσίαση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23944-6D0D-4A6F-91F8-F7A00E9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Ορθογραφικός έλεγχος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EB257-4572-470A-80A1-C1761040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Review &gt; Spelling.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σωστή πρόταση και Change, Ignore για σωστή άγνωστη λέξη ή Add to Dictionary.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9fa7fce984327"/>
          <a:stretch xmlns:a="http://schemas.openxmlformats.org/drawingml/2006/main"/>
        </p:blipFill>
        <p:spPr>
          <a:xfrm xmlns:a="http://schemas.openxmlformats.org/drawingml/2006/main">
            <a:off x="6762750" y="2626609"/>
            <a:ext cx="4191000" cy="16047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93A99-EB24-44C2-9AAA-EAEFF493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Μέγεθος και προσανατολισμός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D4123-BB1F-4D16-8088-05176474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Design &gt; Slide Size &gt; Custom Slide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Ορίζουμε πλάτος, ύψος και προσανατολισμό Slides ή Notes, Handouts &amp; Outline.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fe1dd063146b6"/>
          <a:stretch xmlns:a="http://schemas.openxmlformats.org/drawingml/2006/main"/>
        </p:blipFill>
        <p:spPr>
          <a:xfrm xmlns:a="http://schemas.openxmlformats.org/drawingml/2006/main">
            <a:off x="7697391" y="1571625"/>
            <a:ext cx="2321719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F1DC8-8607-445D-B367-436BAF9E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Έναρξη προβολής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BA82D-FE80-4C3E-9008-1653812E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Slide Show &gt; From Beginning για την πρώτη διαφάνεια.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From Current Slide για την τρέχουσα.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Κατά την προβολή χρησιμοποιούμε See All Slides για άμεση μετάβαση.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4fcaac15d4179"/>
          <a:stretch xmlns:a="http://schemas.openxmlformats.org/drawingml/2006/main"/>
        </p:blipFill>
        <p:spPr>
          <a:xfrm xmlns:a="http://schemas.openxmlformats.org/drawingml/2006/main">
            <a:off x="6762750" y="2927183"/>
            <a:ext cx="4191000" cy="10036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14732-FE19-45AF-A4C2-8F926FEE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Επιλογές εκτύπωσης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55E3E-CAA8-4DCE-9898-EAE06818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File &gt; 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Print All Slides για ολόκληρη την παρουσίαση ή Custom Range για συγκεκριμένες διαφάνειες.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edbae7ef346a5"/>
          <a:stretch xmlns:a="http://schemas.openxmlformats.org/drawingml/2006/main"/>
        </p:blipFill>
        <p:spPr>
          <a:xfrm xmlns:a="http://schemas.openxmlformats.org/drawingml/2006/main">
            <a:off x="7286625" y="1571625"/>
            <a:ext cx="31432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BCC71-7D14-48FE-8A97-4D37B74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Διάταξη εκτύπωσης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27FB8-097C-40B0-8489-0CB3641B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Full Page Slides για μία διαφάνεια ανά σελίδα.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Notes Pages για σημειώσεις ομιλητή.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Handouts για πολλές διαφάνειες ανά σελίδα.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Outline για τη διάρθρωση.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87a750e1e4ffd"/>
          <a:stretch xmlns:a="http://schemas.openxmlformats.org/drawingml/2006/main"/>
        </p:blipFill>
        <p:spPr>
          <a:xfrm xmlns:a="http://schemas.openxmlformats.org/drawingml/2006/main">
            <a:off x="7467012" y="1571625"/>
            <a:ext cx="2782477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2D50E-9907-451F-BE28-547D30F3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778E7-3FF3-46BF-A71C-4ACAAAD5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5BC39-8DFF-4155-B7B2-61940A7A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111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European Union.pptx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37F3C-1FEF-4DE4-81F6-A2E89E61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Ορθογραφικός έλεγχος, μέγεθος, προβολή και εκτύπωση.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193B0-1CE1-4D40-AF39-C63D5A7D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904EC-8A0E-4F9A-A522-DA8DC8B1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53776-14D5-42A0-87F0-B817721C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111-112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10-15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Eurozone.pptx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A6544-B15B-4952-BDDF-92254228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Πρόσθεσε διαφάνειες, έλεγξε, πρόβαλε και εκτύπωσε.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2026-09-12T06:56:43.5180000Z</dcterms:created>
  <dcterms:modified xsi:type="dcterms:W3CDTF">2026-09-12T06:56:43.5180000Z</dcterms:modified>
</coreProperties>
</file>