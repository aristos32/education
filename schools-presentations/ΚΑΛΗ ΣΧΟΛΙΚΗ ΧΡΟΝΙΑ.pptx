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8" r:id="rId6"/>
    <p:sldId id="263" r:id="rId7"/>
    <p:sldId id="267" r:id="rId8"/>
    <p:sldId id="275" r:id="rId9"/>
    <p:sldId id="262" r:id="rId10"/>
    <p:sldId id="261" r:id="rId11"/>
    <p:sldId id="282" r:id="rId12"/>
    <p:sldId id="266" r:id="rId13"/>
    <p:sldId id="276" r:id="rId14"/>
    <p:sldId id="279" r:id="rId15"/>
    <p:sldId id="278" r:id="rId16"/>
    <p:sldId id="277" r:id="rId17"/>
    <p:sldId id="281" r:id="rId18"/>
    <p:sldId id="270" r:id="rId19"/>
    <p:sldId id="280" r:id="rId20"/>
  </p:sldIdLst>
  <p:sldSz cx="9144000" cy="6858000" type="screen4x3"/>
  <p:notesSz cx="6797675" cy="987425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9CDCF03-E6B3-6E90-D927-E41E99B96F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81B5334-642B-A601-F35E-A14B43676B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42290F1A-EA5E-C718-C541-49DEFB46080E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30275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7850AB99-DCFB-37D3-2AC0-F55B989C762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0D4956D7-AA88-3818-8639-3745B832B0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4A9FBBDD-0682-8CDE-5A2B-4BF2E4AEF9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3AF4302-97E4-47BD-B005-DD81A0F17C8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>
            <a:extLst>
              <a:ext uri="{FF2B5EF4-FFF2-40B4-BE49-F238E27FC236}">
                <a16:creationId xmlns:a16="http://schemas.microsoft.com/office/drawing/2014/main" id="{44A46135-F56B-562E-56DC-023D9209ED24}"/>
              </a:ext>
            </a:extLst>
          </p:cNvPr>
          <p:cNvSpPr>
            <a:spLocks/>
          </p:cNvSpPr>
          <p:nvPr/>
        </p:nvSpPr>
        <p:spPr bwMode="auto">
          <a:xfrm>
            <a:off x="-31750" y="4321175"/>
            <a:ext cx="1395413" cy="781050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2147483646 h 10000"/>
              <a:gd name="T12" fmla="*/ 2147483646 w 8042"/>
              <a:gd name="T13" fmla="*/ 2147483646 h 10000"/>
              <a:gd name="T14" fmla="*/ 2147483646 w 8042"/>
              <a:gd name="T15" fmla="*/ 2147483646 h 10000"/>
              <a:gd name="T16" fmla="*/ 2147483646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691DEF-B5E1-E4C6-E6D7-C12CB8CE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06633-155B-446F-BA76-D153DD527223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8E46C4E-218D-1BC5-3144-A40775BA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E9CC5F-EC99-AB6C-C431-0AF5DB30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4529138"/>
            <a:ext cx="584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48DCB-1E75-40EE-A555-978149BA529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061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37DFCEA2-CD91-1962-8548-E9A6EAEA593D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47B262-4B54-9691-F501-597F6902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B1368-7F3E-47CC-BC88-9193ECA21C28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40172B6-0710-3F29-4530-ADB715243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9F38DB-EEAC-4DD8-17AE-3AE8D133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D0FC1-97EB-4D31-AAF9-BE8EAA2CF05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708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5FAB1ECE-D1ED-7ED8-E583-E8A4EEF68B10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CD393B-3E50-D909-0EA5-3B4DB591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1ECEF-830D-4B7F-8CA7-06EEC75CADF5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AA6C9C-1659-3BD4-81AE-30534234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D1C0EC-D329-9A66-D255-AA89E034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BEBD0-A516-4421-B873-5F9B6075C3D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808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049F824D-B43E-EF50-E344-3C176205DB2C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410060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410060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7B46-DC64-2A0E-00EE-BE9F35C9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7638" y="6324600"/>
            <a:ext cx="766762" cy="3698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AA74B-5FC8-4E29-8ABF-1AC2287523A4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96FE9-70CE-136D-104A-E5301A12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35150" y="6329363"/>
            <a:ext cx="57165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731024-D993-784E-2E9C-DD90561E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D6330-5E10-4B2C-9AD9-8DE2A0CC242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785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1813B4B1-41BE-CCB5-ABBD-7EE16C86FC7F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D38E6-D5C5-BE4B-6380-1C45CE49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0E4FD-3CAF-47A2-911F-4B27058EBF67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0B9E0-4F36-2969-9E68-05C00227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0E3573A-D343-924F-2DE5-8C2B637F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80DED-B536-49A8-AC66-7C092F80875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6113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CBD2B39C-9302-FF36-0909-74EC0010A8CD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A2C20D05-3E35-792E-808E-9508B31B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30AA4-739D-4B19-8C0A-44FCEF1DABF3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C4CC7FD-921E-6906-0889-C73DB793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A02946-BCF6-8AAA-C732-3705AAC3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5E428-4FB4-4637-B1A8-2F411478240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653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20124F3D-EA5B-5EBD-B900-911DDE3C39BF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2EC2ED3-75ED-554C-C9E3-A6C71F0B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83EF5-B266-4D16-BC83-6AEDF9B6BB28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907FD77-BCDB-3C85-8EFB-4E50B5DF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3076D3-5999-EB67-C606-DD6E46CE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62FC2-966F-4EC8-A94F-5470CD3D7E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2688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89CE44A3-D260-3D34-C2B1-6FBA3EE36E07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6272C4E-44E7-E931-993A-7B8D83F64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5BDCC-DAF6-491A-B180-01EDC9E4E874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6F6CB2E-C987-196B-7419-829A1222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4C5C0A7-E200-B1A3-60FD-12805B1A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102FA-2CFA-4836-A5A4-1762544AB7B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555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0760DB83-DD43-3B77-5686-E179815D06D9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4E7AC50-C683-46DA-0544-60F6004D5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C4140-3F33-402E-B855-9BBEEF728508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D410208-EB03-5534-F6D7-314AF62B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1B595D0-9946-525B-7390-0B57873D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99953-BEDE-405F-85B6-6E16F5E8403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4563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EA20FE58-495D-3F45-9856-D60F5BCDB5E9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2E577E-F1C3-ED58-8388-E746C130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51454-562C-41B2-A2FA-C861C9F3258D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F88CA-A244-3A1A-29EA-E4EBE6E2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FAF0151-D33B-1F0C-E1B0-8A33BEC1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0087B-E6F6-4243-ADA9-693942403B4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9636304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3E750B00-DB7F-9DFD-8048-53267869B107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00EE4-F3C9-27E6-93F6-1AEE0D30E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l-GR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6" name="TextBox 62">
            <a:extLst>
              <a:ext uri="{FF2B5EF4-FFF2-40B4-BE49-F238E27FC236}">
                <a16:creationId xmlns:a16="http://schemas.microsoft.com/office/drawing/2014/main" id="{3C8311B9-ACC2-D2D2-A5F9-B59967245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l-GR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F6AC7B6-1DEA-5E10-CB7E-1F9E71444B3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6CE02-9E0F-4C1A-8B2D-4A5AA507352A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A68F36A-C5F0-05C5-03CC-0B42D0F7EF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36AFEA-3301-746C-6022-3042224A75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758E9-5D90-47D6-A182-DEC09ED1B7F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691923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B7D45ACF-58B2-EBC1-0C3E-681812FB1A14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01DFC-50AD-D8B4-1B02-D9A16982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6D78E-93B9-4E65-BC9B-D79A6CE96675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69386-7D90-5B1B-40CF-3C05B8D3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87F58-2A62-877B-CF38-97805E2F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17637-DCFA-44E7-84FE-877120576C1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44442471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043DD139-3032-12C8-9F57-1F0AAB868ED6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24AA7-8CC1-C90D-06C5-2B4EA27E5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l-GR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62">
            <a:extLst>
              <a:ext uri="{FF2B5EF4-FFF2-40B4-BE49-F238E27FC236}">
                <a16:creationId xmlns:a16="http://schemas.microsoft.com/office/drawing/2014/main" id="{03959439-5F8B-2F74-E315-B4CF0E102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l-GR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364E9E5-D483-5E1D-5936-27BDF24A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6C5AD-0D0F-417D-AFB4-B2BDD2A544F3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C2C606-F2CF-B792-2848-31C7DFE35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1807442-DFE6-D5D5-8843-678DCE4128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E371D-D390-4C6E-B417-372981AE04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174042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4CBCB330-C5B2-2A80-5D72-9F542DDB4E87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0E562-1D93-CBA6-AABF-757619E7BC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5F76D-35AB-413B-913D-050B44D43A9B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BF510-7134-9B81-AC73-6711B1EC3D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CB5E0-B5B8-C8D1-6B88-06844E3A99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DD333-3075-484B-AC4E-DD833B9C0AF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80990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1B94BD8C-2476-92A3-62AA-D93ADD5671F4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68387E-747A-9C25-9369-B5EA1124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A5F19-6C3A-4259-B4D2-12C3FBBDB973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8A0D0C0-B88C-C1DE-75C7-D872E7C6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80C9196-6A34-9EE1-B03E-A63915C1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2055F-B5BA-4B55-8606-66D183FC7E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617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476344DA-2E7F-C660-9E84-07FDC1335E7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159A78-C98A-090C-5DC9-987D3014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5C878-05F0-471F-A958-27AAA461B2F6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39158DD-1383-422D-DF98-44972304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DF3ECDD-198C-994B-3023-2A0AB4CC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A46F1-3F1C-4E8E-ABC3-49F81A58B1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7287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>
            <a:extLst>
              <a:ext uri="{FF2B5EF4-FFF2-40B4-BE49-F238E27FC236}">
                <a16:creationId xmlns:a16="http://schemas.microsoft.com/office/drawing/2014/main" id="{3E542011-776B-2D9B-3978-0D7B5CB420F9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EF8C69A3-B9E8-852C-AE68-E6ADDC334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11CD5EEF-CFE0-8EAE-FC6E-96DAE589B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35A2D7D9-6681-34E4-2721-824583557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BC651AF8-ADCE-36F4-B258-BBC4A969C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7C82BBBE-DA12-C560-58DF-BC463A414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C2032D38-E4F8-1C7C-3692-36B38764C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95E1E1B9-E8EF-07D1-2860-31473017C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AB356117-1446-3648-2143-916BB5BC0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2783DB43-F2B7-D224-01D7-B430F9B74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886DD758-85D1-4422-5822-DCB25F170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F04A8A38-4412-F089-1DD2-C8EDD939F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DAFBE9AA-DD73-F65D-8167-B7DCAA3EF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27" name="Group 48">
            <a:extLst>
              <a:ext uri="{FF2B5EF4-FFF2-40B4-BE49-F238E27FC236}">
                <a16:creationId xmlns:a16="http://schemas.microsoft.com/office/drawing/2014/main" id="{82735113-54D5-D6FB-7436-22D5E7D7BD7B}"/>
              </a:ext>
            </a:extLst>
          </p:cNvPr>
          <p:cNvGrpSpPr>
            <a:grpSpLocks/>
          </p:cNvGrpSpPr>
          <p:nvPr/>
        </p:nvGrpSpPr>
        <p:grpSpPr bwMode="auto">
          <a:xfrm>
            <a:off x="20638" y="0"/>
            <a:ext cx="1952625" cy="6853238"/>
            <a:chOff x="6627813" y="195717"/>
            <a:chExt cx="1952625" cy="5678034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817D593E-5DF5-6004-0C59-4E9AFB9AD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C536D156-8014-D91C-73E2-F9EB03153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673AEA02-1B96-A5AE-C1AE-F550C47F1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8ECAA902-037C-3A97-8BD1-DA54A8C3F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6D0819FE-6C14-9BAE-CC9F-6C8D6377E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EFFC0240-C251-3333-2384-77B173F3E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6AF9CA6D-B7E7-94A3-8205-7966A52E6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3062EEA6-DCCD-6C2B-C32E-BB8EABB79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EE20B55C-A899-BF0C-6733-0F8814B6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04F3DE2D-3670-BC8C-7BE8-66FEA4213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B5D8FBBC-C7D6-4FD8-4B57-329E6869F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459046F5-E4D4-98EA-2A47-2BEDF4CE1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B14F2C1B-BF82-2786-2359-ACF6F62BC018}"/>
              </a:ext>
            </a:extLst>
          </p:cNvPr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C11D0477-E1C5-4ABC-AEFA-6D57CFCD622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688" y="623888"/>
            <a:ext cx="658971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l-GR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120A457A-9FA2-8622-4077-7CC2104565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l-GR"/>
              <a:t>Edit Master text styles</a:t>
            </a:r>
          </a:p>
          <a:p>
            <a:pPr lvl="1"/>
            <a:r>
              <a:rPr lang="en-US" altLang="el-GR"/>
              <a:t>Second level</a:t>
            </a:r>
          </a:p>
          <a:p>
            <a:pPr lvl="2"/>
            <a:r>
              <a:rPr lang="en-US" altLang="el-GR"/>
              <a:t>Third level</a:t>
            </a:r>
          </a:p>
          <a:p>
            <a:pPr lvl="3"/>
            <a:r>
              <a:rPr lang="en-US" altLang="el-GR"/>
              <a:t>Fourth level</a:t>
            </a:r>
          </a:p>
          <a:p>
            <a:pPr lvl="4"/>
            <a:r>
              <a:rPr lang="en-US" altLang="el-GR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64175-5C87-3C74-FFFE-595A7C3DE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2149628-D76C-4B82-BD0A-3B72E36D0DE2}" type="datetime1">
              <a:rPr lang="el-GR"/>
              <a:pPr>
                <a:defRPr/>
              </a:pPr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3F099-4FAE-53E4-09ED-079CB0C27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Πληροφορική - Μαρία Παπαπαύλου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79E39-236C-E8D8-BFB2-7724E0964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06821D0F-246A-4D0D-A800-66A02EFC14F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  <p:sldLayoutId id="2147484241" r:id="rId12"/>
    <p:sldLayoutId id="2147484242" r:id="rId13"/>
    <p:sldLayoutId id="2147484243" r:id="rId14"/>
    <p:sldLayoutId id="2147484244" r:id="rId15"/>
    <p:sldLayoutId id="2147484245" r:id="rId16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AutoShape 2">
            <a:extLst>
              <a:ext uri="{FF2B5EF4-FFF2-40B4-BE49-F238E27FC236}">
                <a16:creationId xmlns:a16="http://schemas.microsoft.com/office/drawing/2014/main" id="{0DA7C97B-A3BC-AA96-C52C-500181606D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8888" y="476250"/>
            <a:ext cx="6600825" cy="22637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ΚΑΛΗ ΣΧΟΛΙΚΗ ΧΡΟΝΙΑ</a:t>
            </a:r>
            <a:br>
              <a:rPr lang="el-G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l-G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26</a:t>
            </a:r>
            <a:r>
              <a:rPr lang="el-G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-20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27</a:t>
            </a:r>
            <a:endParaRPr lang="en-GB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59E534C0-442A-585A-EC00-17CE95447DBD}"/>
              </a:ext>
            </a:extLst>
          </p:cNvPr>
          <p:cNvPicPr>
            <a:picLocks noGrp="1" noChangeAspect="1" noChangeArrowheads="1"/>
          </p:cNvPicPr>
          <p:nvPr>
            <p:ph type="subTitle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35375" y="2927350"/>
            <a:ext cx="5051425" cy="3930650"/>
          </a:xfrm>
        </p:spPr>
      </p:pic>
      <p:sp>
        <p:nvSpPr>
          <p:cNvPr id="19460" name="Rectangle 9">
            <a:extLst>
              <a:ext uri="{FF2B5EF4-FFF2-40B4-BE49-F238E27FC236}">
                <a16:creationId xmlns:a16="http://schemas.microsoft.com/office/drawing/2014/main" id="{6D9FF30F-CDE3-D879-7404-1ADA93E6FA0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4DEE07AD-6592-4FFD-902C-04D98DE2FD2F}" type="datetime1">
              <a:rPr lang="el-GR" altLang="en-US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1" name="Rectangle 10">
            <a:extLst>
              <a:ext uri="{FF2B5EF4-FFF2-40B4-BE49-F238E27FC236}">
                <a16:creationId xmlns:a16="http://schemas.microsoft.com/office/drawing/2014/main" id="{08A07706-87C2-B324-65BB-D564AFF1C7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403350" y="6237288"/>
            <a:ext cx="57165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19462" name="Rectangle 11">
            <a:extLst>
              <a:ext uri="{FF2B5EF4-FFF2-40B4-BE49-F238E27FC236}">
                <a16:creationId xmlns:a16="http://schemas.microsoft.com/office/drawing/2014/main" id="{A4879B54-C854-53F9-BA36-B16C660C4A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4EBF7C-B250-42BA-832E-765BDA9D4D1F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>
            <a:extLst>
              <a:ext uri="{FF2B5EF4-FFF2-40B4-BE49-F238E27FC236}">
                <a16:creationId xmlns:a16="http://schemas.microsoft.com/office/drawing/2014/main" id="{3CCD5F63-607F-D5B3-C818-42187803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638" y="261938"/>
            <a:ext cx="7931150" cy="996950"/>
          </a:xfrm>
        </p:spPr>
        <p:txBody>
          <a:bodyPr/>
          <a:lstStyle/>
          <a:p>
            <a:pPr eaLnBrk="1" hangingPunct="1"/>
            <a:r>
              <a:rPr lang="el-GR" altLang="en-US" sz="2800" b="1"/>
              <a:t>ΚΑΝΟΝΙΣΜΟΙ ΓΙΑ ΤΗ ΣΩΣΤΗ ΛΕΙΤΟΥΡΓΙΑ ΤΟΥ ΕΡΓΑΣΤΗΡΙΟΥ</a:t>
            </a:r>
            <a:endParaRPr lang="en-GB" altLang="en-US" sz="2800" b="1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1BBFDD3-EDA7-6F29-53B5-4F0A2695A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75" y="1849438"/>
            <a:ext cx="4165600" cy="3724275"/>
          </a:xfrm>
        </p:spPr>
        <p:txBody>
          <a:bodyPr/>
          <a:lstStyle/>
          <a:p>
            <a:pPr marL="533400" indent="-533400" eaLnBrk="1" hangingPunct="1"/>
            <a:endParaRPr lang="el-GR" altLang="en-US" sz="2400" b="1">
              <a:solidFill>
                <a:srgbClr val="FF3300"/>
              </a:solidFill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l-GR" altLang="en-US" sz="2400"/>
              <a:t>Προσερχόμαστε στο εργαστήριο πάντοτε στην ώρα μας.</a:t>
            </a:r>
            <a:endParaRPr lang="en-US" altLang="en-US" sz="240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l-GR" altLang="en-US" sz="2400"/>
              <a:t>Καθόμαστε στη θέση μας, όχι στον υπολογιστή</a:t>
            </a:r>
            <a:endParaRPr lang="en-US" altLang="en-US" sz="240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endParaRPr lang="el-GR" altLang="en-US" sz="24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GB" altLang="en-US" sz="2400" b="1"/>
          </a:p>
        </p:txBody>
      </p:sp>
      <p:sp>
        <p:nvSpPr>
          <p:cNvPr id="20484" name="Date Placeholder 3">
            <a:extLst>
              <a:ext uri="{FF2B5EF4-FFF2-40B4-BE49-F238E27FC236}">
                <a16:creationId xmlns:a16="http://schemas.microsoft.com/office/drawing/2014/main" id="{BD899E2B-9D41-4EF6-3CCB-45A8692267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524750" y="6135688"/>
            <a:ext cx="1014413" cy="369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2A6A2746-3758-4D94-9CEC-EE23FBD15309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5" name="Footer Placeholder 4">
            <a:extLst>
              <a:ext uri="{FF2B5EF4-FFF2-40B4-BE49-F238E27FC236}">
                <a16:creationId xmlns:a16="http://schemas.microsoft.com/office/drawing/2014/main" id="{8447946E-2994-1671-242C-5928E7A7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0486" name="Slide Number Placeholder 5">
            <a:extLst>
              <a:ext uri="{FF2B5EF4-FFF2-40B4-BE49-F238E27FC236}">
                <a16:creationId xmlns:a16="http://schemas.microsoft.com/office/drawing/2014/main" id="{2A6CD219-B5CE-E83A-E1C5-5D0DFE0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B2BF08D-C883-4417-BD94-57021ED6C5B5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87" name="Picture 5" descr="http://www.unac.org/ready/en/resources/SCHOOL.JPG">
            <a:extLst>
              <a:ext uri="{FF2B5EF4-FFF2-40B4-BE49-F238E27FC236}">
                <a16:creationId xmlns:a16="http://schemas.microsoft.com/office/drawing/2014/main" id="{49F85E55-E25C-A159-42BB-BD9699D94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1820863"/>
            <a:ext cx="3887787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AutoShape 2">
            <a:extLst>
              <a:ext uri="{FF2B5EF4-FFF2-40B4-BE49-F238E27FC236}">
                <a16:creationId xmlns:a16="http://schemas.microsoft.com/office/drawing/2014/main" id="{DF9CCFC7-37EA-46D2-E714-F10E0C5AB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C81BD8F-B9F1-7831-F9E9-FCD210534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75" y="2216150"/>
            <a:ext cx="3770313" cy="3233738"/>
          </a:xfrm>
        </p:spPr>
        <p:txBody>
          <a:bodyPr/>
          <a:lstStyle/>
          <a:p>
            <a:pPr eaLnBrk="1" hangingPunct="1"/>
            <a:r>
              <a:rPr lang="el-GR" altLang="en-US" sz="2400"/>
              <a:t>Φέρνουμε πάντοτε μαζί μας τ</a:t>
            </a:r>
            <a:r>
              <a:rPr lang="en-GB" altLang="en-US" sz="2400"/>
              <a:t>o </a:t>
            </a:r>
            <a:r>
              <a:rPr lang="el-GR" altLang="en-US" sz="2400"/>
              <a:t>βιβλίο μας</a:t>
            </a:r>
            <a:r>
              <a:rPr lang="en-US" altLang="en-US" sz="2400"/>
              <a:t> (</a:t>
            </a:r>
            <a:r>
              <a:rPr lang="el-GR" altLang="en-US" sz="2400"/>
              <a:t>ΦΥΛΛΑ ΕΡΓΑΣΙΑΣ – </a:t>
            </a:r>
            <a:r>
              <a:rPr lang="el-GR" altLang="en-US" sz="2400" b="1" u="sng"/>
              <a:t>ΜΟΝΟ</a:t>
            </a:r>
            <a:r>
              <a:rPr lang="el-GR" altLang="en-US" sz="2400"/>
              <a:t>). </a:t>
            </a:r>
            <a:endParaRPr lang="en-US" altLang="en-US" sz="2400"/>
          </a:p>
          <a:p>
            <a:pPr eaLnBrk="1" hangingPunct="1"/>
            <a:r>
              <a:rPr lang="el-GR" altLang="en-US" sz="2400"/>
              <a:t>Γράφουμε το όνομα μας και την τάξη μας στο εξώφυλλο</a:t>
            </a:r>
            <a:endParaRPr lang="en-GB" altLang="en-US" sz="2400"/>
          </a:p>
        </p:txBody>
      </p:sp>
      <p:sp>
        <p:nvSpPr>
          <p:cNvPr id="21508" name="Date Placeholder 4">
            <a:extLst>
              <a:ext uri="{FF2B5EF4-FFF2-40B4-BE49-F238E27FC236}">
                <a16:creationId xmlns:a16="http://schemas.microsoft.com/office/drawing/2014/main" id="{162689E2-9529-DEE9-2324-08CED4DB32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378700" y="6324600"/>
            <a:ext cx="1225550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E344F8C8-4267-4B1B-921C-27F7D823128A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9" name="Footer Placeholder 5">
            <a:extLst>
              <a:ext uri="{FF2B5EF4-FFF2-40B4-BE49-F238E27FC236}">
                <a16:creationId xmlns:a16="http://schemas.microsoft.com/office/drawing/2014/main" id="{EE60FA2B-1A0E-93D0-A608-B2E602937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1510" name="Slide Number Placeholder 6">
            <a:extLst>
              <a:ext uri="{FF2B5EF4-FFF2-40B4-BE49-F238E27FC236}">
                <a16:creationId xmlns:a16="http://schemas.microsoft.com/office/drawing/2014/main" id="{355C0FF0-FE33-1996-8727-74A7FB22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F81C85-97DF-48C1-9DE1-1AC907EFBA29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11" name="Content Placeholder 1">
            <a:extLst>
              <a:ext uri="{FF2B5EF4-FFF2-40B4-BE49-F238E27FC236}">
                <a16:creationId xmlns:a16="http://schemas.microsoft.com/office/drawing/2014/main" id="{4F9CBF95-FC88-B1CF-2E9B-99534256D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7175" y="2136775"/>
            <a:ext cx="3197225" cy="4100513"/>
          </a:xfrm>
        </p:spPr>
        <p:txBody>
          <a:bodyPr/>
          <a:lstStyle/>
          <a:p>
            <a:endParaRPr lang="el-GR" altLang="en-US"/>
          </a:p>
        </p:txBody>
      </p:sp>
      <p:pic>
        <p:nvPicPr>
          <p:cNvPr id="21512" name="Picture 2">
            <a:extLst>
              <a:ext uri="{FF2B5EF4-FFF2-40B4-BE49-F238E27FC236}">
                <a16:creationId xmlns:a16="http://schemas.microsoft.com/office/drawing/2014/main" id="{6D559215-D545-775A-8AB8-B8D8356DB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6" t="13300" r="27158" b="8302"/>
          <a:stretch>
            <a:fillRect/>
          </a:stretch>
        </p:blipFill>
        <p:spPr bwMode="auto">
          <a:xfrm>
            <a:off x="5489575" y="2189163"/>
            <a:ext cx="2662238" cy="38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AutoShape 2">
            <a:extLst>
              <a:ext uri="{FF2B5EF4-FFF2-40B4-BE49-F238E27FC236}">
                <a16:creationId xmlns:a16="http://schemas.microsoft.com/office/drawing/2014/main" id="{F40519A3-18BB-8C3B-B6B4-D322FA3FB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2531" name="Picture 6">
            <a:extLst>
              <a:ext uri="{FF2B5EF4-FFF2-40B4-BE49-F238E27FC236}">
                <a16:creationId xmlns:a16="http://schemas.microsoft.com/office/drawing/2014/main" id="{2654E389-AB67-1D09-CDDA-CB6CD93497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7175" y="3022600"/>
            <a:ext cx="3197225" cy="1995488"/>
          </a:xfrm>
          <a:noFill/>
        </p:spPr>
      </p:pic>
      <p:sp>
        <p:nvSpPr>
          <p:cNvPr id="22532" name="Date Placeholder 4">
            <a:extLst>
              <a:ext uri="{FF2B5EF4-FFF2-40B4-BE49-F238E27FC236}">
                <a16:creationId xmlns:a16="http://schemas.microsoft.com/office/drawing/2014/main" id="{354ADC1B-EAEB-3AEB-9E5C-80D2E94510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451725" y="6324600"/>
            <a:ext cx="1082675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29FE5B1E-1102-4B3E-934B-A0A862B38F21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3" name="Footer Placeholder 5">
            <a:extLst>
              <a:ext uri="{FF2B5EF4-FFF2-40B4-BE49-F238E27FC236}">
                <a16:creationId xmlns:a16="http://schemas.microsoft.com/office/drawing/2014/main" id="{9960D5A4-0A19-74C3-0BE2-02EC5C77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2534" name="Slide Number Placeholder 6">
            <a:extLst>
              <a:ext uri="{FF2B5EF4-FFF2-40B4-BE49-F238E27FC236}">
                <a16:creationId xmlns:a16="http://schemas.microsoft.com/office/drawing/2014/main" id="{4557C5C7-48B5-8CC1-D980-0C4D3F23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55F88B-765A-4864-B2E5-AD9A8716477C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5AFBCEB5-0F65-A70C-0F64-FBF47F01E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11388"/>
            <a:ext cx="4248150" cy="30464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l-GR" altLang="en-US" sz="2400" dirty="0">
                <a:latin typeface="+mn-lt"/>
              </a:rPr>
              <a:t>Δεν μιλούμε μεταξύ μας κατά τη διάρκεια του μαθήματος.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endParaRPr lang="el-GR" altLang="en-US" sz="2400" dirty="0">
              <a:latin typeface="+mn-lt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l-GR" altLang="en-US" sz="2400" dirty="0">
                <a:latin typeface="+mn-lt"/>
              </a:rPr>
              <a:t>Δεν μιλούμε όλοι μαζί.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endParaRPr lang="el-GR" altLang="en-US" sz="2400" dirty="0">
              <a:latin typeface="+mn-lt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l-GR" altLang="en-US" sz="2400" dirty="0">
                <a:latin typeface="+mn-lt"/>
              </a:rPr>
              <a:t>Δεν μιλούμε μόνοι μας χωρίς άδεια</a:t>
            </a:r>
            <a:endParaRPr lang="en-GB" altLang="en-US" sz="24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AutoShape 2">
            <a:extLst>
              <a:ext uri="{FF2B5EF4-FFF2-40B4-BE49-F238E27FC236}">
                <a16:creationId xmlns:a16="http://schemas.microsoft.com/office/drawing/2014/main" id="{6D0C4360-7794-524A-B818-582B846D6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43FBC34-A077-639E-4F6E-76227FF41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088" y="2492375"/>
            <a:ext cx="4032250" cy="3889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l-GR" altLang="en-US" sz="2400"/>
              <a:t>Απαγορεύεται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n-US" sz="2400"/>
              <a:t>    αυστηρώς η χρήση κινητού τηλεφώνου.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n-US" sz="2400"/>
              <a:t>Έχω το τηλέφωνό μου απενεργοποιημένο στην τσάντα μου</a:t>
            </a:r>
            <a:r>
              <a:rPr lang="en-US" altLang="en-US" sz="2400"/>
              <a:t> </a:t>
            </a:r>
            <a:r>
              <a:rPr lang="el-GR" altLang="en-US" sz="2400" b="1" u="sng"/>
              <a:t>ή καλύτερα σπίτι μου</a:t>
            </a:r>
            <a:r>
              <a:rPr lang="el-GR" altLang="en-US" sz="2400"/>
              <a:t>.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7EB85845-A503-99C4-ADC9-31BE8F4626A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40413" y="2590800"/>
            <a:ext cx="2190750" cy="2859088"/>
          </a:xfrm>
        </p:spPr>
      </p:pic>
      <p:sp>
        <p:nvSpPr>
          <p:cNvPr id="23557" name="Date Placeholder 4">
            <a:extLst>
              <a:ext uri="{FF2B5EF4-FFF2-40B4-BE49-F238E27FC236}">
                <a16:creationId xmlns:a16="http://schemas.microsoft.com/office/drawing/2014/main" id="{40488543-3B61-BBAF-8748-C1CA0E9D20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551738" y="6324600"/>
            <a:ext cx="982662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95FD902C-0A7A-4C64-9EF7-BEF0BEF52691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8" name="Footer Placeholder 5">
            <a:extLst>
              <a:ext uri="{FF2B5EF4-FFF2-40B4-BE49-F238E27FC236}">
                <a16:creationId xmlns:a16="http://schemas.microsoft.com/office/drawing/2014/main" id="{6FFEAF62-7597-1B72-0350-9F000926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3559" name="Slide Number Placeholder 6">
            <a:extLst>
              <a:ext uri="{FF2B5EF4-FFF2-40B4-BE49-F238E27FC236}">
                <a16:creationId xmlns:a16="http://schemas.microsoft.com/office/drawing/2014/main" id="{1B4D888D-DA97-C5E4-5A02-F36DB152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2D6978-56DB-4405-AB18-4DECFD86F6B0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AutoShape 2">
            <a:extLst>
              <a:ext uri="{FF2B5EF4-FFF2-40B4-BE49-F238E27FC236}">
                <a16:creationId xmlns:a16="http://schemas.microsoft.com/office/drawing/2014/main" id="{7587AD7F-020B-08D9-E657-AA012E67A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E591A76-ABF0-E34A-EBF0-F9F680B86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75" y="2536825"/>
            <a:ext cx="3770313" cy="3162300"/>
          </a:xfrm>
        </p:spPr>
        <p:txBody>
          <a:bodyPr/>
          <a:lstStyle/>
          <a:p>
            <a:pPr marL="457200" indent="-457200" eaLnBrk="1" hangingPunct="1"/>
            <a:r>
              <a:rPr lang="el-GR" altLang="en-US" sz="2400"/>
              <a:t>Δεν τρώμε, πίνουμε ή μασάμε τσίχλα μέσα στο εργαστήριο.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8D8501D5-F30A-3FCE-15F0-6E1CDB1B94D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725" y="2589213"/>
            <a:ext cx="3197225" cy="2862262"/>
          </a:xfrm>
        </p:spPr>
      </p:pic>
      <p:sp>
        <p:nvSpPr>
          <p:cNvPr id="24581" name="Date Placeholder 4">
            <a:extLst>
              <a:ext uri="{FF2B5EF4-FFF2-40B4-BE49-F238E27FC236}">
                <a16:creationId xmlns:a16="http://schemas.microsoft.com/office/drawing/2014/main" id="{4941B259-1280-245A-CD3F-20CBDECCAE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596188" y="6324600"/>
            <a:ext cx="938212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3726F1E1-8017-44DE-92A1-F2A2FB243DCD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2" name="Footer Placeholder 5">
            <a:extLst>
              <a:ext uri="{FF2B5EF4-FFF2-40B4-BE49-F238E27FC236}">
                <a16:creationId xmlns:a16="http://schemas.microsoft.com/office/drawing/2014/main" id="{1C215915-8EF0-67BE-0C2D-AAE62BAB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4583" name="Slide Number Placeholder 6">
            <a:extLst>
              <a:ext uri="{FF2B5EF4-FFF2-40B4-BE49-F238E27FC236}">
                <a16:creationId xmlns:a16="http://schemas.microsoft.com/office/drawing/2014/main" id="{07A82904-2F15-48AF-EEDA-FFF87374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D1E1A6-3A38-4F64-BD52-0C873FC51413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AutoShape 2">
            <a:extLst>
              <a:ext uri="{FF2B5EF4-FFF2-40B4-BE49-F238E27FC236}">
                <a16:creationId xmlns:a16="http://schemas.microsoft.com/office/drawing/2014/main" id="{1E4E19A7-86B6-33A4-5D58-323D97CCD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C61F6CC-4C2D-C578-64D9-E00767D87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08275"/>
            <a:ext cx="3770313" cy="3378200"/>
          </a:xfrm>
        </p:spPr>
        <p:txBody>
          <a:bodyPr/>
          <a:lstStyle/>
          <a:p>
            <a:pPr eaLnBrk="1" hangingPunct="1"/>
            <a:r>
              <a:rPr lang="el-GR" altLang="en-US" sz="2400"/>
              <a:t>Δεν έχουμε στο θρανίο μας οποιαδήποτε αντικείμενα που είναι άσχετα με το μάθημα </a:t>
            </a:r>
          </a:p>
        </p:txBody>
      </p:sp>
      <p:sp>
        <p:nvSpPr>
          <p:cNvPr id="25604" name="Date Placeholder 4">
            <a:extLst>
              <a:ext uri="{FF2B5EF4-FFF2-40B4-BE49-F238E27FC236}">
                <a16:creationId xmlns:a16="http://schemas.microsoft.com/office/drawing/2014/main" id="{351F75BE-237D-7EA5-6E33-50558EBA27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551738" y="6324600"/>
            <a:ext cx="982662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862B16EC-F8E7-42A0-9F97-502A48D7424E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5" name="Footer Placeholder 5">
            <a:extLst>
              <a:ext uri="{FF2B5EF4-FFF2-40B4-BE49-F238E27FC236}">
                <a16:creationId xmlns:a16="http://schemas.microsoft.com/office/drawing/2014/main" id="{7B7A417A-B46E-1CFD-49D9-AEFE209A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5606" name="Slide Number Placeholder 6">
            <a:extLst>
              <a:ext uri="{FF2B5EF4-FFF2-40B4-BE49-F238E27FC236}">
                <a16:creationId xmlns:a16="http://schemas.microsoft.com/office/drawing/2014/main" id="{E43C9CC2-F607-56D0-5215-490DCAA8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FAC1721-B10E-414D-A371-6D8BD6CF5CD1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607" name="Picture 9" descr="http://www.playcity.gr/images/95002-3-4.jpg">
            <a:extLst>
              <a:ext uri="{FF2B5EF4-FFF2-40B4-BE49-F238E27FC236}">
                <a16:creationId xmlns:a16="http://schemas.microsoft.com/office/drawing/2014/main" id="{64B3C8A2-38D0-E6BD-08FC-E625B9323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492375"/>
            <a:ext cx="353377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AutoShape 2">
            <a:extLst>
              <a:ext uri="{FF2B5EF4-FFF2-40B4-BE49-F238E27FC236}">
                <a16:creationId xmlns:a16="http://schemas.microsoft.com/office/drawing/2014/main" id="{E7F928F2-26B8-5108-EEB1-B3F73A064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02418A15-BA3D-F85D-6B27-D08BC2F5233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1513" y="2505075"/>
            <a:ext cx="4087812" cy="373697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l-G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Δεν ασχολούμαστε με οτιδήποτε άλλο στον υπολογιστή εκτός από την ύλη του συγκεκριμένου μαθήματος.</a:t>
            </a:r>
          </a:p>
          <a:p>
            <a:pPr marL="457200" indent="-45720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GB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28" name="Date Placeholder 4">
            <a:extLst>
              <a:ext uri="{FF2B5EF4-FFF2-40B4-BE49-F238E27FC236}">
                <a16:creationId xmlns:a16="http://schemas.microsoft.com/office/drawing/2014/main" id="{C49E01EA-A3FF-1735-6F95-A1AF268A7B0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451725" y="6324600"/>
            <a:ext cx="1082675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DF1017E4-781F-475D-A635-050699556CB4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9" name="Footer Placeholder 5">
            <a:extLst>
              <a:ext uri="{FF2B5EF4-FFF2-40B4-BE49-F238E27FC236}">
                <a16:creationId xmlns:a16="http://schemas.microsoft.com/office/drawing/2014/main" id="{9218AB4F-9B1F-0BE3-CDF6-8E52D25D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6630" name="Slide Number Placeholder 6">
            <a:extLst>
              <a:ext uri="{FF2B5EF4-FFF2-40B4-BE49-F238E27FC236}">
                <a16:creationId xmlns:a16="http://schemas.microsoft.com/office/drawing/2014/main" id="{875F31D9-B910-1301-FA92-442123377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7F0354-778D-48FD-8AEE-092BE5E4E782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631" name="Content Placeholder 2">
            <a:extLst>
              <a:ext uri="{FF2B5EF4-FFF2-40B4-BE49-F238E27FC236}">
                <a16:creationId xmlns:a16="http://schemas.microsoft.com/office/drawing/2014/main" id="{1191D309-6831-55AA-E150-53F41188FF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9225" y="2349500"/>
            <a:ext cx="2933700" cy="1552575"/>
          </a:xfrm>
        </p:spPr>
      </p:pic>
      <p:pic>
        <p:nvPicPr>
          <p:cNvPr id="26632" name="Picture 3">
            <a:extLst>
              <a:ext uri="{FF2B5EF4-FFF2-40B4-BE49-F238E27FC236}">
                <a16:creationId xmlns:a16="http://schemas.microsoft.com/office/drawing/2014/main" id="{C3AC27C1-6F6C-8F2A-AD0F-5B6508141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076700"/>
            <a:ext cx="24669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AutoShape 2">
            <a:extLst>
              <a:ext uri="{FF2B5EF4-FFF2-40B4-BE49-F238E27FC236}">
                <a16:creationId xmlns:a16="http://schemas.microsoft.com/office/drawing/2014/main" id="{523FB196-4F8C-B704-4FAA-C32433F88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FB34FCA-4F2B-4D86-73AE-3D4182809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3141663"/>
            <a:ext cx="3997325" cy="2944812"/>
          </a:xfrm>
        </p:spPr>
        <p:txBody>
          <a:bodyPr/>
          <a:lstStyle/>
          <a:p>
            <a:pPr marL="457200" indent="-457200" eaLnBrk="1" hangingPunct="1"/>
            <a:r>
              <a:rPr lang="el-GR" altLang="en-US" sz="2400"/>
              <a:t>Δεν γράφουμε στα θρανία, τις καρέκλες, τους Η/</a:t>
            </a:r>
            <a:r>
              <a:rPr lang="en-GB" altLang="en-US" sz="2400"/>
              <a:t>Y</a:t>
            </a:r>
            <a:r>
              <a:rPr lang="el-GR" altLang="en-US" sz="2400"/>
              <a:t>, κλπ</a:t>
            </a:r>
          </a:p>
        </p:txBody>
      </p:sp>
      <p:pic>
        <p:nvPicPr>
          <p:cNvPr id="27652" name="Content Placeholder 4">
            <a:extLst>
              <a:ext uri="{FF2B5EF4-FFF2-40B4-BE49-F238E27FC236}">
                <a16:creationId xmlns:a16="http://schemas.microsoft.com/office/drawing/2014/main" id="{3E8AB5DB-634D-ADCE-B268-25D5F380873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02300" y="3097213"/>
            <a:ext cx="2466975" cy="1847850"/>
          </a:xfrm>
        </p:spPr>
      </p:pic>
      <p:sp>
        <p:nvSpPr>
          <p:cNvPr id="27653" name="Date Placeholder 4">
            <a:extLst>
              <a:ext uri="{FF2B5EF4-FFF2-40B4-BE49-F238E27FC236}">
                <a16:creationId xmlns:a16="http://schemas.microsoft.com/office/drawing/2014/main" id="{3C9A8133-BA99-CED8-AB72-B25454ED46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551738" y="6324600"/>
            <a:ext cx="982662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F7115391-0C13-43A7-A29B-E3401F66E928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4" name="Footer Placeholder 5">
            <a:extLst>
              <a:ext uri="{FF2B5EF4-FFF2-40B4-BE49-F238E27FC236}">
                <a16:creationId xmlns:a16="http://schemas.microsoft.com/office/drawing/2014/main" id="{DBCEC8BF-69A4-7B68-B348-134E360E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7655" name="Slide Number Placeholder 6">
            <a:extLst>
              <a:ext uri="{FF2B5EF4-FFF2-40B4-BE49-F238E27FC236}">
                <a16:creationId xmlns:a16="http://schemas.microsoft.com/office/drawing/2014/main" id="{E18B403C-CD11-4291-7AB4-9451BE52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D3ABA2-0C21-4270-A5F9-58B6215898EE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AutoShape 2">
            <a:extLst>
              <a:ext uri="{FF2B5EF4-FFF2-40B4-BE49-F238E27FC236}">
                <a16:creationId xmlns:a16="http://schemas.microsoft.com/office/drawing/2014/main" id="{55B8CE5E-1799-7704-4170-7EA84B9C3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l-G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ΚΑΝΟΝΙΣΜΟΙ ΓΙΑ ΤΗ ΣΩΣΤΗ ΛΕΙΤΟΥΡΓΙΑ ΤΟΥ ΕΡΓΑΣΤΗΡΙΟΥ</a:t>
            </a:r>
            <a:endParaRPr lang="en-GB" alt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CE4DD3F-55C2-17F7-BEAF-6972C1616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400" y="1989138"/>
            <a:ext cx="4000500" cy="362267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l-GR" altLang="en-US" sz="2400" dirty="0"/>
              <a:t>Δεν περιφερόμαστε στο εργαστήριο χωρίς άδεια</a:t>
            </a:r>
            <a:endParaRPr lang="en-US" altLang="en-US" sz="2400" dirty="0"/>
          </a:p>
          <a:p>
            <a:pPr eaLnBrk="1" hangingPunct="1">
              <a:defRPr/>
            </a:pPr>
            <a:r>
              <a:rPr lang="el-GR" altLang="en-US" sz="2400" dirty="0"/>
              <a:t>Καθόμαστε πάντα στην ίδια θέση / Υπολογιστή</a:t>
            </a:r>
            <a:endParaRPr lang="en-US" altLang="en-US" sz="2400" dirty="0"/>
          </a:p>
          <a:p>
            <a:pPr>
              <a:defRPr/>
            </a:pPr>
            <a:r>
              <a:rPr lang="el-GR" altLang="en-US" sz="2400" dirty="0"/>
              <a:t>Σέβομαι το συμμαθητή/ καθηγητή μου που μιλά</a:t>
            </a:r>
            <a:endParaRPr lang="en-GB" altLang="en-US" sz="2400" dirty="0"/>
          </a:p>
          <a:p>
            <a:pPr>
              <a:defRPr/>
            </a:pPr>
            <a:r>
              <a:rPr lang="el-GR" altLang="en-US" sz="2400" dirty="0"/>
              <a:t>Μιλάω μόνο όταν μου δώσει το λόγο ο καθηγητής μου</a:t>
            </a:r>
          </a:p>
          <a:p>
            <a:pPr eaLnBrk="1" hangingPunct="1">
              <a:defRPr/>
            </a:pPr>
            <a:endParaRPr lang="en-GB" altLang="en-US" sz="2400" dirty="0"/>
          </a:p>
        </p:txBody>
      </p:sp>
      <p:pic>
        <p:nvPicPr>
          <p:cNvPr id="28676" name="Content Placeholder 5">
            <a:extLst>
              <a:ext uri="{FF2B5EF4-FFF2-40B4-BE49-F238E27FC236}">
                <a16:creationId xmlns:a16="http://schemas.microsoft.com/office/drawing/2014/main" id="{165E2619-BE4B-1630-3359-E4984F8A978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44"/>
          <a:stretch>
            <a:fillRect/>
          </a:stretch>
        </p:blipFill>
        <p:spPr>
          <a:xfrm>
            <a:off x="4859338" y="2492375"/>
            <a:ext cx="3657600" cy="2813050"/>
          </a:xfrm>
        </p:spPr>
      </p:pic>
      <p:sp>
        <p:nvSpPr>
          <p:cNvPr id="28677" name="Date Placeholder 4">
            <a:extLst>
              <a:ext uri="{FF2B5EF4-FFF2-40B4-BE49-F238E27FC236}">
                <a16:creationId xmlns:a16="http://schemas.microsoft.com/office/drawing/2014/main" id="{A38EFA06-B2AA-BFF9-D7F6-BFFB9C6751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451725" y="6324600"/>
            <a:ext cx="1082675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541E84D5-F88E-4A59-941C-6569E0021AFD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8" name="Footer Placeholder 5">
            <a:extLst>
              <a:ext uri="{FF2B5EF4-FFF2-40B4-BE49-F238E27FC236}">
                <a16:creationId xmlns:a16="http://schemas.microsoft.com/office/drawing/2014/main" id="{CB8BDB43-CDE4-981D-F424-8218E0C5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8679" name="Slide Number Placeholder 6">
            <a:extLst>
              <a:ext uri="{FF2B5EF4-FFF2-40B4-BE49-F238E27FC236}">
                <a16:creationId xmlns:a16="http://schemas.microsoft.com/office/drawing/2014/main" id="{6AA335B4-2A83-BF57-5B20-168C1A39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F941C3-8733-4FCE-A6B6-A3CF45EDF26F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>
            <a:extLst>
              <a:ext uri="{FF2B5EF4-FFF2-40B4-BE49-F238E27FC236}">
                <a16:creationId xmlns:a16="http://schemas.microsoft.com/office/drawing/2014/main" id="{856C850B-973A-89E2-23A8-A6941B02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350" y="623888"/>
            <a:ext cx="7131050" cy="1281112"/>
          </a:xfrm>
        </p:spPr>
        <p:txBody>
          <a:bodyPr/>
          <a:lstStyle/>
          <a:p>
            <a:pPr eaLnBrk="1" hangingPunct="1"/>
            <a:r>
              <a:rPr lang="el-GR" altLang="en-US" sz="2800" b="1"/>
              <a:t>ΚΑΝΟΝΙΣΜΟΙ ΓΙΑ ΤΗ ΣΩΣΤΗ ΛΕΙΤΟΥΡΓΙΑ ΤΟΥ ΕΡΓΑΣΤΗΡΙΟΥ</a:t>
            </a:r>
            <a:endParaRPr lang="en-GB" altLang="en-US" sz="2800" b="1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79945B6-D9FB-A1CC-F9C5-F72599970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75" y="2101850"/>
            <a:ext cx="4670425" cy="4032250"/>
          </a:xfrm>
        </p:spPr>
        <p:txBody>
          <a:bodyPr/>
          <a:lstStyle/>
          <a:p>
            <a:r>
              <a:rPr lang="el-GR" altLang="en-US" sz="2400"/>
              <a:t>Τακτοποιώ την αίθουσα στο τέλος του μαθήματος (υπολογιστές, καρέκλες, θρανία).</a:t>
            </a:r>
            <a:endParaRPr lang="en-GB" altLang="en-US" sz="2400"/>
          </a:p>
          <a:p>
            <a:r>
              <a:rPr lang="el-GR" altLang="en-US" sz="2400"/>
              <a:t>Οι μαθητές διατηρούν καθαρή την αίθουσα, τα θρανία, τις καρέκλες και τους Υπολογιστές. </a:t>
            </a:r>
            <a:endParaRPr lang="en-GB" altLang="en-US" sz="2400"/>
          </a:p>
        </p:txBody>
      </p:sp>
      <p:sp>
        <p:nvSpPr>
          <p:cNvPr id="29700" name="Date Placeholder 4">
            <a:extLst>
              <a:ext uri="{FF2B5EF4-FFF2-40B4-BE49-F238E27FC236}">
                <a16:creationId xmlns:a16="http://schemas.microsoft.com/office/drawing/2014/main" id="{1B1EE67D-A452-2ACC-9C96-A18EB13A37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621588" y="6324600"/>
            <a:ext cx="982662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C7FF5275-BE79-4837-939C-7A4900B2EB91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1" name="Footer Placeholder 5">
            <a:extLst>
              <a:ext uri="{FF2B5EF4-FFF2-40B4-BE49-F238E27FC236}">
                <a16:creationId xmlns:a16="http://schemas.microsoft.com/office/drawing/2014/main" id="{460FA5CA-2DFA-FD42-B124-2FAEF413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29702" name="Slide Number Placeholder 6">
            <a:extLst>
              <a:ext uri="{FF2B5EF4-FFF2-40B4-BE49-F238E27FC236}">
                <a16:creationId xmlns:a16="http://schemas.microsoft.com/office/drawing/2014/main" id="{C55CB278-758E-C6C5-500A-B239E26C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19996C-C15F-4B1A-909E-A720096CF77A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703" name="Picture 5" descr="MMI-PC-genie-r">
            <a:extLst>
              <a:ext uri="{FF2B5EF4-FFF2-40B4-BE49-F238E27FC236}">
                <a16:creationId xmlns:a16="http://schemas.microsoft.com/office/drawing/2014/main" id="{7266D864-EBF2-ACA2-A873-FB1DABF08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2565400"/>
            <a:ext cx="3094038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>
            <a:extLst>
              <a:ext uri="{FF2B5EF4-FFF2-40B4-BE49-F238E27FC236}">
                <a16:creationId xmlns:a16="http://schemas.microsoft.com/office/drawing/2014/main" id="{EF81ED3C-9BB9-A018-85AA-26934A2F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350" y="623888"/>
            <a:ext cx="7131050" cy="1281112"/>
          </a:xfrm>
        </p:spPr>
        <p:txBody>
          <a:bodyPr/>
          <a:lstStyle/>
          <a:p>
            <a:pPr eaLnBrk="1" hangingPunct="1"/>
            <a:r>
              <a:rPr lang="el-GR" altLang="en-US" sz="2800" b="1"/>
              <a:t>ΚΑΝΟΝΙΣΜΟΙ ΓΙΑ ΤΗ ΣΩΣΤΗ ΛΕΙΤΟΥΡΓΙΑ ΤΟΥ ΕΡΓΑΣΤΗΡΙΟΥ</a:t>
            </a:r>
            <a:endParaRPr lang="en-GB" altLang="en-US" sz="2800" b="1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5C5124D-38E6-140E-0418-E929AE7D8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75" y="2101850"/>
            <a:ext cx="4670425" cy="403225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</a:pPr>
            <a:r>
              <a:rPr lang="el-GR" altLang="en-US" sz="2400"/>
              <a:t>Ο κάθε μαθητής «δανείζεται» έναν υπολογιστή τον οποίο χρησιμοποιεί καθ΄ όλη τη διάρκεια της σχολικής χρονιάς. </a:t>
            </a:r>
            <a:endParaRPr lang="en-US" altLang="en-US" sz="2400"/>
          </a:p>
          <a:p>
            <a:pPr marL="457200" indent="-457200" eaLnBrk="1" hangingPunct="1">
              <a:lnSpc>
                <a:spcPct val="80000"/>
              </a:lnSpc>
            </a:pPr>
            <a:r>
              <a:rPr lang="el-GR" altLang="en-US" sz="2400"/>
              <a:t>Στο τέλος κάθε μαθήματος οι υπολογιστές ελέγχονται.</a:t>
            </a:r>
            <a:endParaRPr lang="en-US" altLang="en-US" sz="2400"/>
          </a:p>
          <a:p>
            <a:pPr marL="457200" indent="-457200" eaLnBrk="1" hangingPunct="1">
              <a:lnSpc>
                <a:spcPct val="80000"/>
              </a:lnSpc>
            </a:pPr>
            <a:r>
              <a:rPr lang="el-GR" altLang="en-US" sz="2400"/>
              <a:t> Οποιαδήποτε ζημιά παρουσιαστεί στον υπολογιστή θα χρεώνεται στον συγκεκριμένο μαθητή.</a:t>
            </a:r>
            <a:endParaRPr lang="en-GB" altLang="en-US" sz="2400"/>
          </a:p>
        </p:txBody>
      </p:sp>
      <p:sp>
        <p:nvSpPr>
          <p:cNvPr id="30724" name="Date Placeholder 4">
            <a:extLst>
              <a:ext uri="{FF2B5EF4-FFF2-40B4-BE49-F238E27FC236}">
                <a16:creationId xmlns:a16="http://schemas.microsoft.com/office/drawing/2014/main" id="{A6B618D5-193C-47F7-44AD-97FBD36AF7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621588" y="6324600"/>
            <a:ext cx="982662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92DBEC79-DA80-4A76-BBE1-92D26188EDC3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5" name="Footer Placeholder 5">
            <a:extLst>
              <a:ext uri="{FF2B5EF4-FFF2-40B4-BE49-F238E27FC236}">
                <a16:creationId xmlns:a16="http://schemas.microsoft.com/office/drawing/2014/main" id="{59E55765-AE7B-203B-AE23-74F6D78A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0726" name="Slide Number Placeholder 6">
            <a:extLst>
              <a:ext uri="{FF2B5EF4-FFF2-40B4-BE49-F238E27FC236}">
                <a16:creationId xmlns:a16="http://schemas.microsoft.com/office/drawing/2014/main" id="{553C5FE9-B9B2-F826-5EDB-F192FF53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3A8BD5-D701-4830-8466-BECD5A912486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27" name="Picture 5" descr="MMI-PC-genie-r">
            <a:extLst>
              <a:ext uri="{FF2B5EF4-FFF2-40B4-BE49-F238E27FC236}">
                <a16:creationId xmlns:a16="http://schemas.microsoft.com/office/drawing/2014/main" id="{394CE699-1C7E-E58E-F7AA-20364000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2565400"/>
            <a:ext cx="3094038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89EBD01A-DD9C-3D9E-6FD3-11B2054B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88913"/>
            <a:ext cx="6588125" cy="1281112"/>
          </a:xfrm>
        </p:spPr>
        <p:txBody>
          <a:bodyPr/>
          <a:lstStyle/>
          <a:p>
            <a:pPr eaLnBrk="1" hangingPunct="1"/>
            <a:r>
              <a:rPr lang="el-GR" altLang="el-GR" b="1"/>
              <a:t>ΥΛΗ </a:t>
            </a:r>
            <a:r>
              <a:rPr lang="en-US" altLang="el-GR" b="1"/>
              <a:t>A</a:t>
            </a:r>
            <a:r>
              <a:rPr lang="el-GR" altLang="el-GR" b="1"/>
              <a:t>’ ΓΥΜΝΑΣΙΟΥ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EABD21-14FE-A6F5-5EF9-CD61AA5B2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175" y="1141413"/>
            <a:ext cx="8524875" cy="5116512"/>
          </a:xfrm>
        </p:spPr>
        <p:txBody>
          <a:bodyPr/>
          <a:lstStyle/>
          <a:p>
            <a:pPr eaLnBrk="1" hangingPunct="1"/>
            <a:r>
              <a:rPr lang="en-US" altLang="el-GR" b="1" u="sng"/>
              <a:t>ENOTHTA 1: </a:t>
            </a:r>
            <a:r>
              <a:rPr lang="el-GR" altLang="el-GR" b="1" u="sng"/>
              <a:t>Βασικές έννοιες της Πληροφορικής και της Επιστήμης Ηλεκτρονικών Υπολογιστών </a:t>
            </a:r>
          </a:p>
          <a:p>
            <a:pPr eaLnBrk="1" hangingPunct="1"/>
            <a:r>
              <a:rPr lang="el-GR" altLang="el-GR" b="1" u="sng"/>
              <a:t>ΕΝΟΤΗΤΑ 2: Το Υλικό / Αρχιτεκτονική Ηλεκτρονικών Υπολογιστών</a:t>
            </a:r>
          </a:p>
          <a:p>
            <a:pPr eaLnBrk="1" hangingPunct="1"/>
            <a:r>
              <a:rPr lang="el-GR" altLang="el-GR" b="1" u="sng"/>
              <a:t>ΕΝΟΤΗΤΑ 3: Λειτουργικά Συστήματα</a:t>
            </a:r>
          </a:p>
          <a:p>
            <a:pPr eaLnBrk="1" hangingPunct="1"/>
            <a:r>
              <a:rPr lang="el-GR" altLang="el-GR" b="1" u="sng"/>
              <a:t>ΕΝΟΤΗΤΑ 4: Λογισμικό Εφαρμογών</a:t>
            </a:r>
            <a:r>
              <a:rPr lang="en-US" altLang="el-GR" b="1" u="sng"/>
              <a:t> – </a:t>
            </a:r>
            <a:r>
              <a:rPr lang="el-GR" altLang="el-GR" b="1" u="sng"/>
              <a:t>Παρουσιάσεις (</a:t>
            </a:r>
            <a:r>
              <a:rPr lang="en-US" altLang="el-GR" b="1" u="sng"/>
              <a:t>PowerPoint</a:t>
            </a:r>
            <a:r>
              <a:rPr lang="el-GR" altLang="el-GR" b="1" u="sng"/>
              <a:t>)</a:t>
            </a:r>
          </a:p>
          <a:p>
            <a:pPr eaLnBrk="1" hangingPunct="1"/>
            <a:r>
              <a:rPr lang="el-GR" altLang="el-GR" b="1" u="sng"/>
              <a:t>ΕΝΟΤΗΤΑ 5: Δίκτυα Υπολογιστών και Διαδίκτυο</a:t>
            </a:r>
            <a:endParaRPr lang="en-US" altLang="el-GR" b="1" u="sng"/>
          </a:p>
          <a:p>
            <a:pPr eaLnBrk="1" hangingPunct="1"/>
            <a:r>
              <a:rPr lang="el-GR" altLang="el-GR" b="1" u="sng"/>
              <a:t>ΕΝΟΤΗΤΑ 7: Αλγοριθμική σκέψη, προγραμματισμός και σύγχρονες εφαρμογές πληροφορικής</a:t>
            </a:r>
            <a:r>
              <a:rPr lang="en-US" altLang="el-GR" b="1" u="sng"/>
              <a:t> (</a:t>
            </a:r>
            <a:r>
              <a:rPr lang="en-US" altLang="el-GR" b="1"/>
              <a:t>Scratch)</a:t>
            </a:r>
          </a:p>
        </p:txBody>
      </p:sp>
      <p:sp>
        <p:nvSpPr>
          <p:cNvPr id="31748" name="Date Placeholder 4">
            <a:extLst>
              <a:ext uri="{FF2B5EF4-FFF2-40B4-BE49-F238E27FC236}">
                <a16:creationId xmlns:a16="http://schemas.microsoft.com/office/drawing/2014/main" id="{3A3D9857-A34B-BAF0-7D27-2BD23DDF2BC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7308850" y="6324600"/>
            <a:ext cx="1225550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0760A7E2-E339-41C4-A608-988B6F25044B}" type="datetime1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13-Oct-26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9" name="Footer Placeholder 5">
            <a:extLst>
              <a:ext uri="{FF2B5EF4-FFF2-40B4-BE49-F238E27FC236}">
                <a16:creationId xmlns:a16="http://schemas.microsoft.com/office/drawing/2014/main" id="{8BCC7741-7B5C-3118-CD4F-15970B7158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1750" name="Slide Number Placeholder 6">
            <a:extLst>
              <a:ext uri="{FF2B5EF4-FFF2-40B4-BE49-F238E27FC236}">
                <a16:creationId xmlns:a16="http://schemas.microsoft.com/office/drawing/2014/main" id="{14E0506F-CE04-73FA-1F87-40CD0708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BF4FE5-43D5-4DA6-BFCD-AE11A1E32C3B}" type="slidenum">
              <a:rPr lang="en-GB" altLang="en-US" smtClean="0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GB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7CBE8D5-3D3F-B8C5-D7D7-CF2E920F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88913"/>
            <a:ext cx="6588125" cy="1281112"/>
          </a:xfrm>
        </p:spPr>
        <p:txBody>
          <a:bodyPr/>
          <a:lstStyle/>
          <a:p>
            <a:pPr eaLnBrk="1" hangingPunct="1"/>
            <a:r>
              <a:rPr lang="el-GR" altLang="el-GR" b="1"/>
              <a:t>ΥΛΗ Β’ ΓΥΜΝΑΣΙΟΥ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269DB776-14F7-83E5-5FBB-56738C221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175" y="1141413"/>
            <a:ext cx="8524875" cy="5116512"/>
          </a:xfrm>
        </p:spPr>
        <p:txBody>
          <a:bodyPr/>
          <a:lstStyle/>
          <a:p>
            <a:pPr eaLnBrk="1" hangingPunct="1"/>
            <a:r>
              <a:rPr lang="el-GR" altLang="el-GR" b="1" u="sng"/>
              <a:t>ΕΝΟΤΗΤΑ 4: Λογισμικό Εφαρμογών</a:t>
            </a:r>
            <a:r>
              <a:rPr lang="en-US" altLang="el-GR" b="1" u="sng"/>
              <a:t> – </a:t>
            </a:r>
            <a:r>
              <a:rPr lang="el-GR" altLang="el-GR" b="1" u="sng"/>
              <a:t>Υπολογιστικά φύλλα (</a:t>
            </a:r>
            <a:r>
              <a:rPr lang="en-US" altLang="el-GR" b="1" u="sng"/>
              <a:t>Excel</a:t>
            </a:r>
            <a:r>
              <a:rPr lang="el-GR" altLang="el-GR" b="1" u="sng"/>
              <a:t>)</a:t>
            </a:r>
          </a:p>
          <a:p>
            <a:pPr eaLnBrk="1" hangingPunct="1"/>
            <a:r>
              <a:rPr lang="el-GR" altLang="el-GR" b="1" u="sng"/>
              <a:t>ΕΝΟΤΗΤΑ 7: Αλγοριθμική σκέψη, προγραμματισμός και σύγχρονες εφαρμογές πληροφορικής</a:t>
            </a:r>
            <a:r>
              <a:rPr lang="en-US" altLang="el-GR" b="1" u="sng"/>
              <a:t> (</a:t>
            </a:r>
            <a:r>
              <a:rPr lang="en-US" altLang="el-GR" b="1"/>
              <a:t>Scratch)</a:t>
            </a:r>
          </a:p>
          <a:p>
            <a:pPr eaLnBrk="1" hangingPunct="1"/>
            <a:r>
              <a:rPr lang="el-GR" altLang="el-GR" b="1" u="sng"/>
              <a:t>ΕΝΟΤΗΤΑ 4: Λογισμικό Εφαρμογών</a:t>
            </a:r>
            <a:r>
              <a:rPr lang="en-US" altLang="el-GR" b="1" u="sng"/>
              <a:t> – </a:t>
            </a:r>
            <a:r>
              <a:rPr lang="el-GR" altLang="el-GR" b="1" u="sng"/>
              <a:t>Παρουσιάσεις (</a:t>
            </a:r>
            <a:r>
              <a:rPr lang="en-US" altLang="el-GR" b="1" u="sng"/>
              <a:t>PowerPoint</a:t>
            </a:r>
            <a:r>
              <a:rPr lang="el-GR" altLang="el-GR" b="1" u="sng"/>
              <a:t>)</a:t>
            </a:r>
          </a:p>
        </p:txBody>
      </p:sp>
      <p:sp>
        <p:nvSpPr>
          <p:cNvPr id="32772" name="Date Placeholder 4">
            <a:extLst>
              <a:ext uri="{FF2B5EF4-FFF2-40B4-BE49-F238E27FC236}">
                <a16:creationId xmlns:a16="http://schemas.microsoft.com/office/drawing/2014/main" id="{7BC42DE5-B7A0-0B2E-C5A7-4A04AA1F420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7308850" y="6324600"/>
            <a:ext cx="1225550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A6C92E86-0599-4446-A572-78F2DA2976E9}" type="datetime1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13-Oct-26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3" name="Footer Placeholder 5">
            <a:extLst>
              <a:ext uri="{FF2B5EF4-FFF2-40B4-BE49-F238E27FC236}">
                <a16:creationId xmlns:a16="http://schemas.microsoft.com/office/drawing/2014/main" id="{AB5F71A4-B3BF-C4BE-637E-6B4E1CA688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2774" name="Slide Number Placeholder 6">
            <a:extLst>
              <a:ext uri="{FF2B5EF4-FFF2-40B4-BE49-F238E27FC236}">
                <a16:creationId xmlns:a16="http://schemas.microsoft.com/office/drawing/2014/main" id="{AD0093A8-2225-9D08-433F-5378DDC4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C67E38-CB12-42A1-B3D3-CF052DBB9578}" type="slidenum">
              <a:rPr lang="en-GB" altLang="en-US" smtClean="0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GB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01803EAA-F874-6636-27A3-81148CD91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88913"/>
            <a:ext cx="6588125" cy="1281112"/>
          </a:xfrm>
        </p:spPr>
        <p:txBody>
          <a:bodyPr/>
          <a:lstStyle/>
          <a:p>
            <a:pPr eaLnBrk="1" hangingPunct="1"/>
            <a:r>
              <a:rPr lang="el-GR" altLang="el-GR" b="1"/>
              <a:t>ΥΛΗ Γ’ ΓΥΜΝΑΣΙΟΥ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45FCF812-9F90-78CB-B9F0-69B81F582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200" y="1141413"/>
            <a:ext cx="8524875" cy="5116512"/>
          </a:xfrm>
        </p:spPr>
        <p:txBody>
          <a:bodyPr/>
          <a:lstStyle/>
          <a:p>
            <a:pPr eaLnBrk="1" hangingPunct="1"/>
            <a:r>
              <a:rPr lang="el-GR" altLang="el-GR" b="1" u="sng"/>
              <a:t>ΕΝΟΤΗΤΑ 7: Αλγοριθμική σκέψη, προγραμματισμός και σύγχρονες εφαρμογές πληροφορικής (</a:t>
            </a:r>
            <a:r>
              <a:rPr lang="en-US" altLang="el-GR" b="1" u="sng"/>
              <a:t>python)</a:t>
            </a:r>
            <a:r>
              <a:rPr lang="el-GR" altLang="el-GR" b="1" u="sng"/>
              <a:t> (</a:t>
            </a:r>
            <a:r>
              <a:rPr lang="el-GR" altLang="el-GR" b="1" u="sng">
                <a:solidFill>
                  <a:srgbClr val="FF0000"/>
                </a:solidFill>
              </a:rPr>
              <a:t>13</a:t>
            </a:r>
            <a:r>
              <a:rPr lang="el-GR" altLang="el-GR" b="1" u="sng"/>
              <a:t>)</a:t>
            </a:r>
            <a:endParaRPr lang="en-US" altLang="el-GR" b="1" u="sng"/>
          </a:p>
          <a:p>
            <a:pPr eaLnBrk="1" hangingPunct="1"/>
            <a:r>
              <a:rPr lang="en-US" altLang="el-GR" b="1" u="sng"/>
              <a:t>ENOTHTA 1: </a:t>
            </a:r>
            <a:r>
              <a:rPr lang="el-GR" altLang="el-GR" b="1" u="sng"/>
              <a:t>Βασικές έννοιες της Πληροφορικής και της Επιστήμης Ηλεκτρονικών Υπολογιστών (</a:t>
            </a:r>
            <a:r>
              <a:rPr lang="el-GR" altLang="el-GR" b="1" u="sng">
                <a:solidFill>
                  <a:srgbClr val="FF0000"/>
                </a:solidFill>
              </a:rPr>
              <a:t>2</a:t>
            </a:r>
            <a:r>
              <a:rPr lang="el-GR" altLang="el-GR" b="1" u="sng"/>
              <a:t>)</a:t>
            </a:r>
          </a:p>
          <a:p>
            <a:pPr lvl="1" eaLnBrk="1" hangingPunct="1"/>
            <a:r>
              <a:rPr lang="el-GR" altLang="el-GR" sz="1800"/>
              <a:t>Αναπαράσταση δεδομένων</a:t>
            </a:r>
          </a:p>
          <a:p>
            <a:pPr eaLnBrk="1" hangingPunct="1"/>
            <a:r>
              <a:rPr lang="el-GR" altLang="el-GR" b="1" u="sng"/>
              <a:t>ΕΝΟΤΗΤΑ 2: Το Υλικό/Αρχιτεκτονική Η/Υ (</a:t>
            </a:r>
            <a:r>
              <a:rPr lang="el-GR" altLang="el-GR" b="1" u="sng">
                <a:solidFill>
                  <a:srgbClr val="FF0000"/>
                </a:solidFill>
              </a:rPr>
              <a:t>6</a:t>
            </a:r>
            <a:r>
              <a:rPr lang="el-GR" altLang="el-GR" b="1" u="sng"/>
              <a:t>)</a:t>
            </a:r>
          </a:p>
          <a:p>
            <a:pPr lvl="1" eaLnBrk="1" hangingPunct="1"/>
            <a:r>
              <a:rPr lang="el-GR" altLang="el-GR" sz="1800"/>
              <a:t>Βασικές έννοιες</a:t>
            </a:r>
          </a:p>
          <a:p>
            <a:pPr lvl="1" eaLnBrk="1" hangingPunct="1"/>
            <a:r>
              <a:rPr lang="el-GR" altLang="el-GR" sz="1800"/>
              <a:t>ΚΜΕ</a:t>
            </a:r>
          </a:p>
          <a:p>
            <a:pPr lvl="1" eaLnBrk="1" hangingPunct="1"/>
            <a:r>
              <a:rPr lang="el-GR" altLang="el-GR" sz="1800"/>
              <a:t>Μνήμη</a:t>
            </a:r>
          </a:p>
          <a:p>
            <a:pPr lvl="1" eaLnBrk="1" hangingPunct="1"/>
            <a:r>
              <a:rPr lang="el-GR" altLang="el-GR" sz="1800"/>
              <a:t>Εκτυπωτές</a:t>
            </a:r>
          </a:p>
          <a:p>
            <a:pPr lvl="1" eaLnBrk="1" hangingPunct="1"/>
            <a:r>
              <a:rPr lang="el-GR" altLang="el-GR" sz="1800"/>
              <a:t>Οθόνες</a:t>
            </a:r>
          </a:p>
          <a:p>
            <a:pPr lvl="1" eaLnBrk="1" hangingPunct="1"/>
            <a:r>
              <a:rPr lang="el-GR" altLang="el-GR" sz="1800"/>
              <a:t>Πως συγκρίνουμε υπολογιστικά συστήματα</a:t>
            </a:r>
          </a:p>
          <a:p>
            <a:pPr lvl="1" eaLnBrk="1" hangingPunct="1"/>
            <a:endParaRPr lang="el-GR" altLang="el-GR" sz="1800"/>
          </a:p>
        </p:txBody>
      </p:sp>
      <p:sp>
        <p:nvSpPr>
          <p:cNvPr id="33796" name="Date Placeholder 4">
            <a:extLst>
              <a:ext uri="{FF2B5EF4-FFF2-40B4-BE49-F238E27FC236}">
                <a16:creationId xmlns:a16="http://schemas.microsoft.com/office/drawing/2014/main" id="{746151D8-F29C-11B0-6776-FA03D98B5CF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7308850" y="6324600"/>
            <a:ext cx="1225550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382BE7B8-7BC1-40DE-B66F-EFFE111F327D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7" name="Footer Placeholder 5">
            <a:extLst>
              <a:ext uri="{FF2B5EF4-FFF2-40B4-BE49-F238E27FC236}">
                <a16:creationId xmlns:a16="http://schemas.microsoft.com/office/drawing/2014/main" id="{3678FE94-174F-BE25-96D1-53F70C5040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3798" name="Slide Number Placeholder 6">
            <a:extLst>
              <a:ext uri="{FF2B5EF4-FFF2-40B4-BE49-F238E27FC236}">
                <a16:creationId xmlns:a16="http://schemas.microsoft.com/office/drawing/2014/main" id="{02CE5D78-99A6-AFF8-D82A-9B96BB20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EAA01E-4FBC-4E6D-ADE3-4ABA15F182BB}" type="slidenum">
              <a:rPr lang="en-GB" altLang="en-US" smtClean="0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GB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C9F7503-AE07-BB3B-6C48-7EF2443CB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88913"/>
            <a:ext cx="6908800" cy="1281112"/>
          </a:xfrm>
        </p:spPr>
        <p:txBody>
          <a:bodyPr/>
          <a:lstStyle/>
          <a:p>
            <a:pPr eaLnBrk="1" hangingPunct="1"/>
            <a:r>
              <a:rPr lang="el-GR" altLang="el-GR" b="1"/>
              <a:t>ΥΛΗ Γ’ ΓΥΜΝΑΣΙΟΥ (συνέχεια)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627B4A90-390D-896A-2127-497791FA6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200" y="1141413"/>
            <a:ext cx="8524875" cy="5116512"/>
          </a:xfrm>
        </p:spPr>
        <p:txBody>
          <a:bodyPr/>
          <a:lstStyle/>
          <a:p>
            <a:pPr eaLnBrk="1" hangingPunct="1"/>
            <a:r>
              <a:rPr lang="el-GR" altLang="el-GR" b="1" u="sng"/>
              <a:t>ΕΝΟΤΗΤΑ 3: Λειτουργικά Συστήματα (</a:t>
            </a:r>
            <a:r>
              <a:rPr lang="el-GR" altLang="el-GR" b="1" u="sng">
                <a:solidFill>
                  <a:srgbClr val="FF0000"/>
                </a:solidFill>
              </a:rPr>
              <a:t>2</a:t>
            </a:r>
            <a:r>
              <a:rPr lang="el-GR" altLang="el-GR" b="1" u="sng"/>
              <a:t>)</a:t>
            </a:r>
          </a:p>
          <a:p>
            <a:pPr lvl="1" eaLnBrk="1" hangingPunct="1"/>
            <a:r>
              <a:rPr lang="el-GR" altLang="el-GR" sz="1800"/>
              <a:t>ΛΣ: ρόλος και λειτουργίες</a:t>
            </a:r>
          </a:p>
          <a:p>
            <a:pPr eaLnBrk="1" hangingPunct="1"/>
            <a:endParaRPr lang="el-GR" altLang="el-GR" b="1" u="sng"/>
          </a:p>
          <a:p>
            <a:pPr eaLnBrk="1" hangingPunct="1"/>
            <a:r>
              <a:rPr lang="el-GR" altLang="el-GR" b="1" u="sng"/>
              <a:t>ΕΝΟΤΗΤΑ 6: Βάσεις Δεδομένων και Ανάπτυξη Πληροφοριακών Συστημάτων (</a:t>
            </a:r>
            <a:r>
              <a:rPr lang="el-GR" altLang="el-GR" b="1" u="sng">
                <a:solidFill>
                  <a:srgbClr val="FF0000"/>
                </a:solidFill>
              </a:rPr>
              <a:t>18</a:t>
            </a:r>
            <a:r>
              <a:rPr lang="el-GR" altLang="el-GR" b="1" u="sng"/>
              <a:t>)</a:t>
            </a:r>
          </a:p>
          <a:p>
            <a:pPr eaLnBrk="1" hangingPunct="1"/>
            <a:endParaRPr lang="el-GR" altLang="el-GR" b="1" u="sng"/>
          </a:p>
          <a:p>
            <a:pPr eaLnBrk="1" hangingPunct="1"/>
            <a:r>
              <a:rPr lang="el-GR" altLang="el-GR" b="1" u="sng"/>
              <a:t>Ομαδική Εργασία (</a:t>
            </a:r>
            <a:r>
              <a:rPr lang="el-GR" altLang="el-GR" b="1" u="sng">
                <a:solidFill>
                  <a:srgbClr val="FF0000"/>
                </a:solidFill>
              </a:rPr>
              <a:t>6</a:t>
            </a:r>
            <a:r>
              <a:rPr lang="el-GR" altLang="el-GR" b="1" u="sng"/>
              <a:t>)</a:t>
            </a:r>
            <a:endParaRPr lang="el-GR" altLang="el-GR"/>
          </a:p>
        </p:txBody>
      </p:sp>
      <p:sp>
        <p:nvSpPr>
          <p:cNvPr id="34820" name="Date Placeholder 4">
            <a:extLst>
              <a:ext uri="{FF2B5EF4-FFF2-40B4-BE49-F238E27FC236}">
                <a16:creationId xmlns:a16="http://schemas.microsoft.com/office/drawing/2014/main" id="{011087C2-8873-4CFC-70CA-00A55D61C66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7451725" y="6324600"/>
            <a:ext cx="1082675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F75DB07A-A5BF-4BF9-8013-467E546CD700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1" name="Footer Placeholder 5">
            <a:extLst>
              <a:ext uri="{FF2B5EF4-FFF2-40B4-BE49-F238E27FC236}">
                <a16:creationId xmlns:a16="http://schemas.microsoft.com/office/drawing/2014/main" id="{3F732B5B-0F98-9494-A454-7025D82350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4822" name="Slide Number Placeholder 6">
            <a:extLst>
              <a:ext uri="{FF2B5EF4-FFF2-40B4-BE49-F238E27FC236}">
                <a16:creationId xmlns:a16="http://schemas.microsoft.com/office/drawing/2014/main" id="{11B531D3-6205-7941-7C0F-3C99EA37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A2C372-6E16-461D-A968-0A13E1EA928C}" type="slidenum">
              <a:rPr lang="en-GB" altLang="en-US" smtClean="0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GB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3CDF15A-5C84-39DD-0BEE-79B64BC1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203200"/>
            <a:ext cx="6588125" cy="1281113"/>
          </a:xfrm>
        </p:spPr>
        <p:txBody>
          <a:bodyPr/>
          <a:lstStyle/>
          <a:p>
            <a:pPr eaLnBrk="1" hangingPunct="1"/>
            <a:r>
              <a:rPr lang="el-GR" altLang="el-GR" b="1"/>
              <a:t>ΥΛΗ Α’ ΛΥΚΕΙΟΥ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7023F49-B629-7857-9DFE-1D4E83995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175" y="1141413"/>
            <a:ext cx="8524875" cy="5116512"/>
          </a:xfrm>
        </p:spPr>
        <p:txBody>
          <a:bodyPr/>
          <a:lstStyle/>
          <a:p>
            <a:pPr eaLnBrk="1" hangingPunct="1"/>
            <a:r>
              <a:rPr lang="el-GR" altLang="el-GR" b="1" u="sng"/>
              <a:t>ΕΝΟΤΗΤΑ </a:t>
            </a:r>
            <a:r>
              <a:rPr lang="en-US" altLang="el-GR" b="1" u="sng"/>
              <a:t>2</a:t>
            </a:r>
            <a:r>
              <a:rPr lang="el-GR" altLang="el-GR" b="1" u="sng"/>
              <a:t>: </a:t>
            </a:r>
            <a:r>
              <a:rPr lang="el-GR" altLang="en-US"/>
              <a:t>Το Υλικό / Αρχιτεκτονική Ηλεκτρονικών Υπολογιστών</a:t>
            </a:r>
            <a:endParaRPr lang="en-US" altLang="en-US"/>
          </a:p>
          <a:p>
            <a:pPr eaLnBrk="1" hangingPunct="1"/>
            <a:r>
              <a:rPr lang="el-GR" altLang="el-GR" b="1" u="sng"/>
              <a:t>ΕΝΟΤΗΤΑ </a:t>
            </a:r>
            <a:r>
              <a:rPr lang="en-US" altLang="el-GR" b="1" u="sng"/>
              <a:t>3</a:t>
            </a:r>
            <a:r>
              <a:rPr lang="el-GR" altLang="el-GR" b="1" u="sng"/>
              <a:t>: </a:t>
            </a:r>
            <a:r>
              <a:rPr lang="el-GR" altLang="en-US"/>
              <a:t>Λειτουργικά Συστήματα</a:t>
            </a:r>
            <a:endParaRPr lang="en-US" altLang="en-US"/>
          </a:p>
          <a:p>
            <a:pPr eaLnBrk="1" hangingPunct="1"/>
            <a:r>
              <a:rPr lang="el-GR" altLang="el-GR" b="1" u="sng"/>
              <a:t>ΕΝΟΤΗΤΑ 4: </a:t>
            </a:r>
            <a:r>
              <a:rPr lang="el-GR" altLang="en-US"/>
              <a:t>Λογισμικό Εφαρμογών – Πολυμέσα</a:t>
            </a:r>
            <a:endParaRPr lang="en-US" altLang="en-US"/>
          </a:p>
          <a:p>
            <a:pPr lvl="1" eaLnBrk="1" hangingPunct="1"/>
            <a:r>
              <a:rPr lang="el-GR" altLang="en-US"/>
              <a:t>Ήχος</a:t>
            </a:r>
            <a:endParaRPr lang="en-US" altLang="en-US"/>
          </a:p>
          <a:p>
            <a:pPr lvl="1" eaLnBrk="1" hangingPunct="1"/>
            <a:r>
              <a:rPr lang="el-GR" altLang="en-US"/>
              <a:t>Εικόνα</a:t>
            </a:r>
            <a:endParaRPr lang="en-US" altLang="en-US"/>
          </a:p>
          <a:p>
            <a:pPr lvl="1" eaLnBrk="1" hangingPunct="1"/>
            <a:r>
              <a:rPr lang="el-GR" altLang="en-US"/>
              <a:t>Βίντεο</a:t>
            </a:r>
            <a:endParaRPr lang="en-US" altLang="en-US"/>
          </a:p>
          <a:p>
            <a:pPr eaLnBrk="1" hangingPunct="1"/>
            <a:r>
              <a:rPr lang="el-GR" altLang="el-GR" b="1" u="sng"/>
              <a:t>ΕΝΟΤΗΤΑ </a:t>
            </a:r>
            <a:r>
              <a:rPr lang="en-US" altLang="el-GR" b="1" u="sng"/>
              <a:t>5</a:t>
            </a:r>
            <a:r>
              <a:rPr lang="el-GR" altLang="el-GR" b="1" u="sng"/>
              <a:t>: </a:t>
            </a:r>
            <a:r>
              <a:rPr lang="el-GR" altLang="en-US"/>
              <a:t>Δίκτυα Υπολογιστών και Διαδίκτυο</a:t>
            </a:r>
            <a:endParaRPr lang="en-US" altLang="en-US"/>
          </a:p>
          <a:p>
            <a:pPr eaLnBrk="1" hangingPunct="1"/>
            <a:r>
              <a:rPr lang="el-GR" altLang="el-GR" b="1" u="sng"/>
              <a:t>ΕΝΟΤΗΤΑ </a:t>
            </a:r>
            <a:r>
              <a:rPr lang="en-US" altLang="el-GR" b="1" u="sng"/>
              <a:t>7</a:t>
            </a:r>
            <a:r>
              <a:rPr lang="el-GR" altLang="el-GR" b="1" u="sng"/>
              <a:t>: </a:t>
            </a:r>
            <a:r>
              <a:rPr lang="el-GR" altLang="en-US"/>
              <a:t>Αλγοριθμική Σκέψη, Προγραμματισμός και Σύγχρονες Εφαρμογές Πληροφορικής</a:t>
            </a:r>
            <a:endParaRPr lang="en-US" altLang="en-US"/>
          </a:p>
        </p:txBody>
      </p:sp>
      <p:sp>
        <p:nvSpPr>
          <p:cNvPr id="35844" name="Date Placeholder 4">
            <a:extLst>
              <a:ext uri="{FF2B5EF4-FFF2-40B4-BE49-F238E27FC236}">
                <a16:creationId xmlns:a16="http://schemas.microsoft.com/office/drawing/2014/main" id="{C7C6F041-1740-EA9B-E25E-823B2F85454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7308850" y="6324600"/>
            <a:ext cx="1225550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50F4E0EC-8127-4E6C-B6AC-25669888CAC0}" type="datetime1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13-Oct-26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5" name="Footer Placeholder 5">
            <a:extLst>
              <a:ext uri="{FF2B5EF4-FFF2-40B4-BE49-F238E27FC236}">
                <a16:creationId xmlns:a16="http://schemas.microsoft.com/office/drawing/2014/main" id="{47361E1F-C74D-0934-81B0-3D3825F51C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5846" name="Slide Number Placeholder 6">
            <a:extLst>
              <a:ext uri="{FF2B5EF4-FFF2-40B4-BE49-F238E27FC236}">
                <a16:creationId xmlns:a16="http://schemas.microsoft.com/office/drawing/2014/main" id="{98C9A22A-E31F-AF84-13F1-223B007D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79BBAA-46B3-49C6-9BCD-9583425D26DF}" type="slidenum">
              <a:rPr lang="en-GB" altLang="en-US" smtClean="0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GB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2">
            <a:extLst>
              <a:ext uri="{FF2B5EF4-FFF2-40B4-BE49-F238E27FC236}">
                <a16:creationId xmlns:a16="http://schemas.microsoft.com/office/drawing/2014/main" id="{EBC7A21F-7DB5-0A2A-0295-73BC5A4D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350" y="446088"/>
            <a:ext cx="7924800" cy="866775"/>
          </a:xfrm>
        </p:spPr>
        <p:txBody>
          <a:bodyPr/>
          <a:lstStyle/>
          <a:p>
            <a:pPr eaLnBrk="1" hangingPunct="1"/>
            <a:r>
              <a:rPr lang="el-GR" altLang="en-US" b="1"/>
              <a:t>ΑΞΙΟΛΟΓΗΣΗ</a:t>
            </a:r>
            <a:endParaRPr lang="en-GB" altLang="en-US" b="1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7CEF676-1FD8-A990-8514-C399BE5CF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7825" y="2338388"/>
            <a:ext cx="7723188" cy="4368800"/>
          </a:xfrm>
        </p:spPr>
        <p:txBody>
          <a:bodyPr/>
          <a:lstStyle/>
          <a:p>
            <a:pPr eaLnBrk="1" hangingPunct="1"/>
            <a:r>
              <a:rPr lang="el-GR" altLang="en-US" b="1" dirty="0"/>
              <a:t>Προφορική (</a:t>
            </a:r>
            <a:r>
              <a:rPr lang="el-GR" altLang="en-US" b="1" dirty="0">
                <a:solidFill>
                  <a:srgbClr val="FF0000"/>
                </a:solidFill>
              </a:rPr>
              <a:t>60%</a:t>
            </a:r>
            <a:r>
              <a:rPr lang="el-GR" altLang="en-US" b="1" dirty="0"/>
              <a:t>):</a:t>
            </a:r>
          </a:p>
          <a:p>
            <a:pPr lvl="1" eaLnBrk="1" hangingPunct="1"/>
            <a:r>
              <a:rPr lang="el-GR" altLang="en-US" b="1" dirty="0"/>
              <a:t>Γενική εικόνα του μαθητή (‘+’, ‘-’): </a:t>
            </a:r>
            <a:r>
              <a:rPr lang="en-US" altLang="en-US" b="1" dirty="0"/>
              <a:t>2</a:t>
            </a:r>
            <a:r>
              <a:rPr lang="el-GR" altLang="en-US" b="1" dirty="0"/>
              <a:t>0%</a:t>
            </a:r>
          </a:p>
          <a:p>
            <a:pPr lvl="1" eaLnBrk="1" hangingPunct="1"/>
            <a:r>
              <a:rPr lang="el-GR" altLang="en-US" b="1" dirty="0"/>
              <a:t>Εργασία στον υπολογιστή: </a:t>
            </a:r>
            <a:r>
              <a:rPr lang="en-US" altLang="en-US" b="1" dirty="0"/>
              <a:t>4</a:t>
            </a:r>
            <a:r>
              <a:rPr lang="el-GR" altLang="en-US" b="1" dirty="0"/>
              <a:t>0%</a:t>
            </a:r>
            <a:endParaRPr lang="en-GB" altLang="en-US" b="1" dirty="0"/>
          </a:p>
          <a:p>
            <a:pPr eaLnBrk="1" hangingPunct="1"/>
            <a:r>
              <a:rPr lang="el-GR" altLang="en-US" b="1" dirty="0"/>
              <a:t>Γραπτή (</a:t>
            </a:r>
            <a:r>
              <a:rPr lang="el-GR" altLang="en-US" b="1" dirty="0">
                <a:solidFill>
                  <a:srgbClr val="FF0000"/>
                </a:solidFill>
              </a:rPr>
              <a:t>40%</a:t>
            </a:r>
            <a:r>
              <a:rPr lang="el-GR" altLang="en-US" b="1" dirty="0"/>
              <a:t>):</a:t>
            </a:r>
          </a:p>
          <a:p>
            <a:pPr lvl="1" eaLnBrk="1" hangingPunct="1"/>
            <a:r>
              <a:rPr lang="el-GR" altLang="en-US" b="1" dirty="0"/>
              <a:t>1 προειδοποιημένο διαγώνισμα τετράμηνου (</a:t>
            </a:r>
            <a:r>
              <a:rPr lang="en-US" altLang="en-US" b="1" dirty="0"/>
              <a:t>4</a:t>
            </a:r>
            <a:r>
              <a:rPr lang="el-GR" altLang="en-US" b="1" dirty="0"/>
              <a:t>0%)</a:t>
            </a:r>
          </a:p>
          <a:p>
            <a:pPr lvl="1" eaLnBrk="1" hangingPunct="1"/>
            <a:endParaRPr lang="el-GR" altLang="en-US" b="1" dirty="0"/>
          </a:p>
        </p:txBody>
      </p:sp>
      <p:sp>
        <p:nvSpPr>
          <p:cNvPr id="36868" name="Date Placeholder 4">
            <a:extLst>
              <a:ext uri="{FF2B5EF4-FFF2-40B4-BE49-F238E27FC236}">
                <a16:creationId xmlns:a16="http://schemas.microsoft.com/office/drawing/2014/main" id="{7BBD1586-1F22-FD1C-1278-08DF59F768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451725" y="6324600"/>
            <a:ext cx="1082675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30880E9E-0101-405E-8E11-D256F2D2C860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9" name="Footer Placeholder 5">
            <a:extLst>
              <a:ext uri="{FF2B5EF4-FFF2-40B4-BE49-F238E27FC236}">
                <a16:creationId xmlns:a16="http://schemas.microsoft.com/office/drawing/2014/main" id="{A3D093A5-9E57-EA90-FFB8-3F5AAC81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6870" name="Slide Number Placeholder 6">
            <a:extLst>
              <a:ext uri="{FF2B5EF4-FFF2-40B4-BE49-F238E27FC236}">
                <a16:creationId xmlns:a16="http://schemas.microsoft.com/office/drawing/2014/main" id="{C6801A8F-8E4C-3E1F-D51D-E8CEC1C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1FB607-5694-4B09-BBD8-105FDEDA3B56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2">
            <a:extLst>
              <a:ext uri="{FF2B5EF4-FFF2-40B4-BE49-F238E27FC236}">
                <a16:creationId xmlns:a16="http://schemas.microsoft.com/office/drawing/2014/main" id="{64137538-6293-7F17-4EE0-4FA610DE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350" y="446088"/>
            <a:ext cx="7924800" cy="866775"/>
          </a:xfrm>
        </p:spPr>
        <p:txBody>
          <a:bodyPr/>
          <a:lstStyle/>
          <a:p>
            <a:pPr eaLnBrk="1" hangingPunct="1"/>
            <a:r>
              <a:rPr lang="el-GR" altLang="en-US" b="1"/>
              <a:t>ΕΡΩΤΗΣΕΙΣ - ΑΠΟΡΙΕΣ</a:t>
            </a:r>
            <a:endParaRPr lang="en-GB" altLang="en-US" b="1"/>
          </a:p>
        </p:txBody>
      </p:sp>
      <p:sp>
        <p:nvSpPr>
          <p:cNvPr id="37891" name="Date Placeholder 4">
            <a:extLst>
              <a:ext uri="{FF2B5EF4-FFF2-40B4-BE49-F238E27FC236}">
                <a16:creationId xmlns:a16="http://schemas.microsoft.com/office/drawing/2014/main" id="{B89BFEDF-ADEC-D5D7-DA6A-70CC808AE5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7451725" y="6324600"/>
            <a:ext cx="1082675" cy="36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5AB544E8-1E05-48A5-8467-64538E208B02}" type="datetime1">
              <a:rPr lang="el-GR" altLang="en-US" sz="1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13/10/2026</a:t>
            </a:fld>
            <a:endParaRPr lang="en-GB" alt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Footer Placeholder 5">
            <a:extLst>
              <a:ext uri="{FF2B5EF4-FFF2-40B4-BE49-F238E27FC236}">
                <a16:creationId xmlns:a16="http://schemas.microsoft.com/office/drawing/2014/main" id="{15250A0F-6D84-CB85-DDB9-7CB9446E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GB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Πληροφορική – Άριστος Αρέστη</a:t>
            </a:r>
          </a:p>
        </p:txBody>
      </p:sp>
      <p:sp>
        <p:nvSpPr>
          <p:cNvPr id="37893" name="Slide Number Placeholder 6">
            <a:extLst>
              <a:ext uri="{FF2B5EF4-FFF2-40B4-BE49-F238E27FC236}">
                <a16:creationId xmlns:a16="http://schemas.microsoft.com/office/drawing/2014/main" id="{3251F742-67B8-B8C0-E27C-E76A1E84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8B0691-DEA4-42FA-B171-A2AA4B4F08CC}" type="slidenum">
              <a:rPr lang="en-GB" altLang="en-US" sz="2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GB" altLang="en-US" sz="2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894" name="Content Placeholder 5" descr="Girl in classroom with raised hand">
            <a:extLst>
              <a:ext uri="{FF2B5EF4-FFF2-40B4-BE49-F238E27FC236}">
                <a16:creationId xmlns:a16="http://schemas.microsoft.com/office/drawing/2014/main" id="{DB07DD5B-283B-28CB-D693-EB1F351964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9375" y="1412875"/>
            <a:ext cx="7237413" cy="482441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811</TotalTime>
  <Words>715</Words>
  <Application>Microsoft Office PowerPoint</Application>
  <PresentationFormat>On-screen Show (4:3)</PresentationFormat>
  <Paragraphs>140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Century Gothic</vt:lpstr>
      <vt:lpstr>Arial</vt:lpstr>
      <vt:lpstr>Wingdings 3</vt:lpstr>
      <vt:lpstr>Calibri</vt:lpstr>
      <vt:lpstr>Wingdings</vt:lpstr>
      <vt:lpstr>Wisp</vt:lpstr>
      <vt:lpstr>ΚΑΛΗ ΣΧΟΛΙΚΗ ΧΡΟΝΙΑ 2026-2027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ΚΑΝΟΝΙΣΜΟΙ ΓΙΑ ΤΗ ΣΩΣΤΗ ΛΕΙΤΟΥΡΓΙΑ ΤΟΥ ΕΡΓΑΣΤΗΡΙΟΥ</vt:lpstr>
      <vt:lpstr>ΥΛΗ A’ ΓΥΜΝΑΣΙΟΥ</vt:lpstr>
      <vt:lpstr>ΥΛΗ Β’ ΓΥΜΝΑΣΙΟΥ</vt:lpstr>
      <vt:lpstr>ΥΛΗ Γ’ ΓΥΜΝΑΣΙΟΥ</vt:lpstr>
      <vt:lpstr>ΥΛΗ Γ’ ΓΥΜΝΑΣΙΟΥ (συνέχεια)</vt:lpstr>
      <vt:lpstr>ΥΛΗ Α’ ΛΥΚΕΙΟΥ</vt:lpstr>
      <vt:lpstr>ΑΞΙΟΛΟΓΗΣΗ</vt:lpstr>
      <vt:lpstr>ΕΡΩΤΗΣΕΙΣ - ΑΠΟΡΙΕΣ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ΚΑΛΗ ΣΧΟΛΙΚΗ ΧΡΟΝΙΑ 2009-2009</dc:title>
  <dc:creator>Petros</dc:creator>
  <cp:lastModifiedBy>Άριστος Αρέστη</cp:lastModifiedBy>
  <cp:revision>62</cp:revision>
  <cp:lastPrinted>2012-09-11T06:08:07Z</cp:lastPrinted>
  <dcterms:created xsi:type="dcterms:W3CDTF">2009-09-09T06:25:34Z</dcterms:created>
  <dcterms:modified xsi:type="dcterms:W3CDTF">2026-10-13T12:01:04Z</dcterms:modified>
</cp:coreProperties>
</file>