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67f4ca6e34492d" /><Relationship Type="http://schemas.openxmlformats.org/officeDocument/2006/relationships/extended-properties" Target="/docProps/app.xml" Id="R5b0f7d6d9fc94878" /><Relationship Type="http://schemas.openxmlformats.org/officeDocument/2006/relationships/officeDocument" Target="/ppt/presentation.xml" Id="R4588350b697240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a646951bab4618"/>
  </p:sldMasterIdLst>
  <p:notesMasterIdLst>
    <p:notesMasterId xmlns:r="http://schemas.openxmlformats.org/officeDocument/2006/relationships" r:id="R2a92015ea96a46d3"/>
  </p:notesMasterIdLst>
  <p:sldIdLst>
    <p:sldId xmlns:r="http://schemas.openxmlformats.org/officeDocument/2006/relationships" id="256" r:id="R13aacd4e1bc447f9"/>
    <p:sldId xmlns:r="http://schemas.openxmlformats.org/officeDocument/2006/relationships" id="257" r:id="R13a7e81602864094"/>
    <p:sldId xmlns:r="http://schemas.openxmlformats.org/officeDocument/2006/relationships" id="258" r:id="Rc226de78304949dd"/>
    <p:sldId xmlns:r="http://schemas.openxmlformats.org/officeDocument/2006/relationships" id="259" r:id="Rbbdcb0e256c649da"/>
    <p:sldId xmlns:r="http://schemas.openxmlformats.org/officeDocument/2006/relationships" id="260" r:id="R54208950319d45bb"/>
    <p:sldId xmlns:r="http://schemas.openxmlformats.org/officeDocument/2006/relationships" id="261" r:id="Ra8c238f955d34ce3"/>
    <p:sldId xmlns:r="http://schemas.openxmlformats.org/officeDocument/2006/relationships" id="262" r:id="R1595d0728dc54a09"/>
    <p:sldId xmlns:r="http://schemas.openxmlformats.org/officeDocument/2006/relationships" id="263" r:id="R48a52c27d4514084"/>
    <p:sldId xmlns:r="http://schemas.openxmlformats.org/officeDocument/2006/relationships" id="264" r:id="R4f4c52655b374ca2"/>
    <p:sldId xmlns:r="http://schemas.openxmlformats.org/officeDocument/2006/relationships" id="265" r:id="R8ecc70835bbe4a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837fadd6224620" /><Relationship Type="http://schemas.openxmlformats.org/officeDocument/2006/relationships/slideMaster" Target="/ppt/slideMasters/slideMaster1.xml" Id="R97a646951bab4618" /><Relationship Type="http://schemas.openxmlformats.org/officeDocument/2006/relationships/notesMaster" Target="/ppt/notesMasters/notesMaster1.xml" Id="R2a92015ea96a46d3" /><Relationship Type="http://schemas.openxmlformats.org/officeDocument/2006/relationships/presProps" Target="/ppt/presProps.xml" Id="R020c290f60134528" /><Relationship Type="http://schemas.openxmlformats.org/officeDocument/2006/relationships/tableStyles" Target="/ppt/tableStyles.xml" Id="Rcd007606a1ef4cd6" /><Relationship Type="http://schemas.openxmlformats.org/officeDocument/2006/relationships/slide" Target="/ppt/slides/slide1.xml" Id="R13aacd4e1bc447f9" /><Relationship Type="http://schemas.openxmlformats.org/officeDocument/2006/relationships/slide" Target="/ppt/slides/slide2.xml" Id="R13a7e81602864094" /><Relationship Type="http://schemas.openxmlformats.org/officeDocument/2006/relationships/slide" Target="/ppt/slides/slide3.xml" Id="Rc226de78304949dd" /><Relationship Type="http://schemas.openxmlformats.org/officeDocument/2006/relationships/slide" Target="/ppt/slides/slide4.xml" Id="Rbbdcb0e256c649da" /><Relationship Type="http://schemas.openxmlformats.org/officeDocument/2006/relationships/slide" Target="/ppt/slides/slide5.xml" Id="R54208950319d45bb" /><Relationship Type="http://schemas.openxmlformats.org/officeDocument/2006/relationships/slide" Target="/ppt/slides/slide6.xml" Id="Ra8c238f955d34ce3" /><Relationship Type="http://schemas.openxmlformats.org/officeDocument/2006/relationships/slide" Target="/ppt/slides/slide7.xml" Id="R1595d0728dc54a09" /><Relationship Type="http://schemas.openxmlformats.org/officeDocument/2006/relationships/slide" Target="/ppt/slides/slide8.xml" Id="R48a52c27d4514084" /><Relationship Type="http://schemas.openxmlformats.org/officeDocument/2006/relationships/slide" Target="/ppt/slides/slide9.xml" Id="R4f4c52655b374ca2" /><Relationship Type="http://schemas.openxmlformats.org/officeDocument/2006/relationships/slide" Target="/ppt/slides/slide10.xml" Id="R8ecc70835bbe4a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bac36c99fc45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b38b76f0624c92" /><Relationship Type="http://schemas.openxmlformats.org/officeDocument/2006/relationships/notesMaster" Target="/ppt/notesMasters/notesMaster1.xml" Id="Rcd269f924b3b42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954664b3584790" /><Relationship Type="http://schemas.openxmlformats.org/officeDocument/2006/relationships/notesMaster" Target="/ppt/notesMasters/notesMaster1.xml" Id="Rd991fda286bc44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ada861a5e54f79" /><Relationship Type="http://schemas.openxmlformats.org/officeDocument/2006/relationships/notesMaster" Target="/ppt/notesMasters/notesMaster1.xml" Id="Ra6440f8da0474b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5836beee514cf0" /><Relationship Type="http://schemas.openxmlformats.org/officeDocument/2006/relationships/notesMaster" Target="/ppt/notesMasters/notesMaster1.xml" Id="R550b8c41afcb41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e190a2aa4a4166" /><Relationship Type="http://schemas.openxmlformats.org/officeDocument/2006/relationships/notesMaster" Target="/ppt/notesMasters/notesMaster1.xml" Id="Rf777911ac9f543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e0cf4f94a84866" /><Relationship Type="http://schemas.openxmlformats.org/officeDocument/2006/relationships/notesMaster" Target="/ppt/notesMasters/notesMaster1.xml" Id="R676d0b9b00564a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439d3613194c43" /><Relationship Type="http://schemas.openxmlformats.org/officeDocument/2006/relationships/notesMaster" Target="/ppt/notesMasters/notesMaster1.xml" Id="R89f4a437b39040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4f0e6763cf4cca" /><Relationship Type="http://schemas.openxmlformats.org/officeDocument/2006/relationships/notesMaster" Target="/ppt/notesMasters/notesMaster1.xml" Id="Ra564db8715af40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c38aab597749ef" /><Relationship Type="http://schemas.openxmlformats.org/officeDocument/2006/relationships/notesMaster" Target="/ppt/notesMasters/notesMaster1.xml" Id="R0e405ae846f747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00dc3256b4ae9" /><Relationship Type="http://schemas.openxmlformats.org/officeDocument/2006/relationships/notesMaster" Target="/ppt/notesMasters/notesMaster1.xml" Id="R4f90d333626c40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00d57b7d1450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d03324b0c4f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d58407bbab45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b307ccb9041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10ca0967944d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397e876f944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2C12B43-D79B-4985-AA34-11E1241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4AE22A4-0841-4073-B875-32C2A53B18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0EAFECA-6035-4276-967F-0AE14D76DC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294BAAD-334F-46CD-9E2C-D6843C91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2FBB36-04C0-4422-8E8E-A0DE9D4AF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E7DBCBD-3EAD-4F69-BD24-AF04BD9F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DD79B78-C713-418D-94DE-BBB11C2F5D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2B0001D1-89D6-4B03-B248-2A2CBEF8AC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6183188-97F9-4267-B775-1380EE8D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3451D1D-D3D2-43A6-A123-F113FDA50F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EA78A5-4018-4C25-8BDE-1598CA417A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4088C89-93BC-4569-B1EF-326B52200A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1D87146-5565-4107-8DC3-7220B681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2CE9F16-FB9D-49E7-BA3E-56F97F4063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5938AE-8B93-4393-B8DA-2A7947401C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c5523935914e6e" /><Relationship Type="http://schemas.openxmlformats.org/officeDocument/2006/relationships/slideLayout" Target="/ppt/slideLayouts/slideLayout1.xml" Id="R4756412efb0b4427" /><Relationship Type="http://schemas.openxmlformats.org/officeDocument/2006/relationships/slideLayout" Target="/ppt/slideLayouts/slideLayout2.xml" Id="R7067053f5c894b45" /><Relationship Type="http://schemas.openxmlformats.org/officeDocument/2006/relationships/slideLayout" Target="/ppt/slideLayouts/slideLayout3.xml" Id="R9b58f7cbd3f34c7f" /><Relationship Type="http://schemas.openxmlformats.org/officeDocument/2006/relationships/slideLayout" Target="/ppt/slideLayouts/slideLayout4.xml" Id="Rfb733b7a14f34f33" /><Relationship Type="http://schemas.openxmlformats.org/officeDocument/2006/relationships/slideLayout" Target="/ppt/slideLayouts/slideLayout5.xml" Id="R3abe3529d2324d93" /><Relationship Type="http://schemas.openxmlformats.org/officeDocument/2006/relationships/slideLayout" Target="/ppt/slideLayouts/slideLayout6.xml" Id="Rd12e867941944d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56412efb0b4427"/>
    <p:sldLayoutId xmlns:r="http://schemas.openxmlformats.org/officeDocument/2006/relationships" id="2147483650" r:id="R7067053f5c894b45"/>
    <p:sldLayoutId xmlns:r="http://schemas.openxmlformats.org/officeDocument/2006/relationships" id="2147483651" r:id="R9b58f7cbd3f34c7f"/>
    <p:sldLayoutId xmlns:r="http://schemas.openxmlformats.org/officeDocument/2006/relationships" id="2147483652" r:id="Rfb733b7a14f34f33"/>
    <p:sldLayoutId xmlns:r="http://schemas.openxmlformats.org/officeDocument/2006/relationships" id="2147483653" r:id="R3abe3529d2324d93"/>
    <p:sldLayoutId xmlns:r="http://schemas.openxmlformats.org/officeDocument/2006/relationships" id="2147483654" r:id="Rd12e867941944d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ced84b2e64be4" /><Relationship Type="http://schemas.openxmlformats.org/officeDocument/2006/relationships/image" Target="/ppt/media/image.png" Id="Rade0163d0bd1428d" /><Relationship Type="http://schemas.openxmlformats.org/officeDocument/2006/relationships/notesSlide" Target="/ppt/notesSlides/notesSlide1.xml" Id="R217d79fdfb8542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ee5388a8a64f5a" /><Relationship Type="http://schemas.openxmlformats.org/officeDocument/2006/relationships/notesSlide" Target="/ppt/notesSlides/notesSlide2.xml" Id="R60656733ca9146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0f826cfb2e4d8f" /><Relationship Type="http://schemas.openxmlformats.org/officeDocument/2006/relationships/notesSlide" Target="/ppt/notesSlides/notesSlide3.xml" Id="Re3cc0bbef9134b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085a7464fe49de" /><Relationship Type="http://schemas.openxmlformats.org/officeDocument/2006/relationships/image" Target="/ppt/media/image2.png" Id="R65b17f39737d4958" /><Relationship Type="http://schemas.openxmlformats.org/officeDocument/2006/relationships/notesSlide" Target="/ppt/notesSlides/notesSlide4.xml" Id="R139b26bffd5045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1add5cf62c41b8" /><Relationship Type="http://schemas.openxmlformats.org/officeDocument/2006/relationships/notesSlide" Target="/ppt/notesSlides/notesSlide5.xml" Id="Rbd0574ab8a844c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c8dc448107400d" /><Relationship Type="http://schemas.openxmlformats.org/officeDocument/2006/relationships/notesSlide" Target="/ppt/notesSlides/notesSlide6.xml" Id="R8015cc52079042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33cd9be1e44af2" /><Relationship Type="http://schemas.openxmlformats.org/officeDocument/2006/relationships/image" Target="/ppt/media/image3.png" Id="R6de2c4b0cc7d4baa" /><Relationship Type="http://schemas.openxmlformats.org/officeDocument/2006/relationships/notesSlide" Target="/ppt/notesSlides/notesSlide7.xml" Id="R57b59b45d4284e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695441a3c34b0e" /><Relationship Type="http://schemas.openxmlformats.org/officeDocument/2006/relationships/notesSlide" Target="/ppt/notesSlides/notesSlide8.xml" Id="R2d052ac6c97244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799ddb7487456d" /><Relationship Type="http://schemas.openxmlformats.org/officeDocument/2006/relationships/notesSlide" Target="/ppt/notesSlides/notesSlide9.xml" Id="Rfd38845d755a4e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531e59619415c" /><Relationship Type="http://schemas.openxmlformats.org/officeDocument/2006/relationships/image" Target="/ppt/media/image4.png" Id="Ra84d21be20894c17" /><Relationship Type="http://schemas.openxmlformats.org/officeDocument/2006/relationships/notesSlide" Target="/ppt/notesSlides/notesSlide10.xml" Id="Rb93b3ddc07404b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2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0163d0bd1428d"/>
          <a:srcRect xmlns:a="http://schemas.openxmlformats.org/drawingml/2006/main" l="0" t="7529" r="0" b="75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36BAF-B885-46CC-B7B3-EFE7B4F8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D2E3E-2606-415E-A3B4-F3E2DD64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Α.5.3.Μ2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57940-6843-4AED-BE3E-02036BBC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752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6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Κίνδυνοι στο Διαδίκτυο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0BA60-E17D-4BA8-9F08-BA6D62C9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952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6329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5CF60-B1CA-4E8C-9F29-CBE97952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Τέσσερις κίνδυνοι που χρειάζεται να αναγνωρίζουμε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02A81-C336-4115-809A-137C4492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BDA97-FF6D-4B39-9E77-AB4292E6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2619375" cy="314325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BC2AB-1B95-4468-9748-337E1AD7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11430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38A0D-576D-4E34-81E0-510B6534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743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Ακατάλληλο περιεχόμενο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8CF89-FC5B-4812-8E3A-02B8F418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95525"/>
            <a:ext cx="2095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Υλικό που προάγει βία, ρατσισμό, πορνογραφία, τζόγο ή άλλες επιβλαβείς συμπεριφορές.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AF778-DB80-4074-B01A-29D2B34F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71625"/>
            <a:ext cx="2619375" cy="314325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31D5E-2FFF-4809-9B86-FC6571A9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71625"/>
            <a:ext cx="11430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4C61A-7C6C-4B4A-BBD2-2E4C9377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62125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9433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Παραπληροφόρηση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305DB-9247-4F66-BC93-D1D4227E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95525"/>
            <a:ext cx="2095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Ψευδείς, τροποποιημένες ή ελλιπείς πληροφορίες που οδηγούν σε λάθος συμπεράσματα.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3787C-800C-4AF7-99E0-B0D928C6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71625"/>
            <a:ext cx="2619375" cy="314325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70FD4-A29C-406A-94F8-ED15A738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71625"/>
            <a:ext cx="11430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D3EC6-7F8E-4342-BA74-B2DC84B8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62125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8072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Πνευματικά δικαιώματα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6888-BFE5-4EB3-BD1C-F6947920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95525"/>
            <a:ext cx="2095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Χρήση ή αντιγραφή έργου άλλου χωρίς άδεια του δημιουργού.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B1056-8DAE-4B66-A274-BC0DA064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571625"/>
            <a:ext cx="2619375" cy="3143250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06320-1956-460F-85AF-FD91BA3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571625"/>
            <a:ext cx="114300" cy="3143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D16FB-67A7-48C6-99F2-7CA22A86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762125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Εθισμός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701EA-1073-4156-AFB9-03F43475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95525"/>
            <a:ext cx="2095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Υπερβολική χρήση που επηρεάζει μαθήματα, οικογένεια, υγεία και καθημερινότητα.</a:t>
            </a:r>
          </a:p>
        </p:txBody>
      </p:sp>
    </p:spTree>
    <p:extLst>
      <p:ext uri="{BB962C8B-B14F-4D97-AF65-F5344CB8AC3E}">
        <p14:creationId xmlns:p14="http://schemas.microsoft.com/office/powerpoint/2010/main" val="24316680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95B31F-0839-46DB-8BD1-8D6A30D4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Ακατάλληλο περιεχόμενο — τι κάνουμε;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89C8E-116C-4C00-99C1-3C18EBF2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1CF07-87AA-41B2-B953-238653D6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6191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το προωθούμε και δεν συνεχίζουμε την προβολή.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Κλείνουμε τη σελίδα ή το μήνυμα.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Ενημερώνουμε αμέσως έναν έμπιστο ενήλικα.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Κάνουμε καταγγελία στις κατάλληλες υπηρεσίες.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Χρησιμοποιούμε λογισμικό φιλτραρίσματος για παιδιά.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04471-184A-4527-B66F-6E290B62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4095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BBC6C-652D-45DE-9463-B73D6510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114300" cy="2571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21E16-FCF9-40A3-B582-8CA225DE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050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Αν νιώσουμε άβολα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76235-C430-439C-880B-B400B6F5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38400"/>
            <a:ext cx="3571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Σταματούμε, κλείνουμε τον φυλλομετρητή και μιλάμε σε ενήλικα. Δεν αγνοούμε και δεν προωθούμε το υλικό.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B6C08-C140-4637-83A0-AFBE5C4B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101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9659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Γραμμή βοήθειας και καταγγελιών: 1480</a:t>
            </a:r>
          </a:p>
        </p:txBody>
      </p:sp>
    </p:spTree>
    <p:extLst>
      <p:ext uri="{BB962C8B-B14F-4D97-AF65-F5344CB8AC3E}">
        <p14:creationId xmlns:p14="http://schemas.microsoft.com/office/powerpoint/2010/main" val="9612056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A8CF8-318B-4C1D-80BF-0508FB54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PEGI — ηλικιακή καταλληλότητα παιχνιδιών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88043-C4C4-4DFF-AA81-2728FC4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17f39737d4958"/>
          <a:stretch xmlns:a="http://schemas.openxmlformats.org/drawingml/2006/main"/>
        </p:blipFill>
        <p:spPr>
          <a:xfrm xmlns:a="http://schemas.openxmlformats.org/drawingml/2006/main">
            <a:off x="904875" y="2028265"/>
            <a:ext cx="5334000" cy="13727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314E8-3A6F-46E2-A78B-4CD3961C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47625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B920A-6409-4A60-8E31-372BCD86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1143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A994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ECB22-5CCF-445C-8BA6-2F4430BA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62125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A994E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6A994E"/>
                </a:solidFill>
                <a:latin typeface="Inter"/>
                <a:ea typeface="Inter"/>
                <a:cs typeface="Inter"/>
              </a:rPr>
              <a:t>Ηλικιακές ενδείξεις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197E1-76A9-45D2-8452-15F65606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95525"/>
            <a:ext cx="4238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Οι αριθμοί 3, 7, 12, 16 και 18 δείχνουν την ηλικιακή καταλληλότητα, όχι το επίπεδο δυσκολίας.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A285B-8308-4FA4-A3A9-37A92CF5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47625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C8FAC-768D-4E38-A696-81851F31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114300" cy="1571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9A131-F304-4668-A7F4-180B70E5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005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PEGI 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9ADB9-7835-4023-8722-12ECD43D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33900"/>
            <a:ext cx="4238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Δείχνει ότι ένα μικρό online παιχνίδι δεν περιλαμβάνει δυνητικά ακατάλληλο περιεχόμενο και είναι κατάλληλο για όλες τις ηλικίες.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DAF72-591B-4CE3-B632-7B964CE1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495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Ελέγχουμε και τις περιγραφικές ενδείξεις: βία, φόβος, τζόγος, διακρίσεις κ.ά.</a:t>
            </a:r>
          </a:p>
        </p:txBody>
      </p:sp>
    </p:spTree>
    <p:extLst>
      <p:ext uri="{BB962C8B-B14F-4D97-AF65-F5344CB8AC3E}">
        <p14:creationId xmlns:p14="http://schemas.microsoft.com/office/powerpoint/2010/main" val="19464459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EEC00-0C92-46A8-B58C-84B2DF5F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Παραπληροφόρηση — δεν πιστεύουμε τα πάντα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57C15-FF5B-449A-8063-544B4AC1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0D81A-9569-49E3-910C-E226DD8E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DF88A-F8C8-437D-AEF9-F7EA4B13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D3B69-DDA7-4F49-89F0-5FAD7C7C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Τι μπορεί να συμβεί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9960E-50E4-4C6B-88CD-87EF577D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905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Μια πληροφορία μπορεί να είναι ψευδής, τροποποιημένη ή ελλιπής και να μας οδηγήσει σε λάθος συμπέρασμα.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7F017-B37F-4A54-B472-8F2C7F75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A40C3-1433-4B4B-9A38-42FC87E5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E1621-489F-48D9-8B7A-D3055563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Τι ελέγχουμε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73272-8D3E-465E-B550-B5CFD770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43150"/>
            <a:ext cx="2905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Συγγραφέα, προέλευση της σελίδας, ημερομηνία, βιβλιογραφία και στοιχεία που στηρίζουν τον ισχυρισμό.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2415E-4BA1-4228-8B5C-A3BC6404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2AEAE-6647-4303-A882-7EC41A56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C2A289-67DE-45A5-A98C-E490DEA7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Πώς επιβεβαιώνουμε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28F49-E707-414E-8E60-F639E665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2905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Συγκρίνουμε πολλές αξιόπιστες πηγές και χρησιμοποιούμε βιβλία, εφημερίδες ή επίσημες ιστοσελίδες.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0214A-C711-4E91-A60D-5D63EA8F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81625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Οποιοσδήποτε μπορεί να δημοσιεύσει στο Διαδίκτυο — η αξιολόγηση είναι δική μας ευθύνη.</a:t>
            </a:r>
          </a:p>
        </p:txBody>
      </p:sp>
    </p:spTree>
    <p:extLst>
      <p:ext uri="{BB962C8B-B14F-4D97-AF65-F5344CB8AC3E}">
        <p14:creationId xmlns:p14="http://schemas.microsoft.com/office/powerpoint/2010/main" val="21522061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E13A0-6442-4F24-A189-F941F82C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Πνευματικά δικαιώματα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A9687-7C32-4646-939E-830C7796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E693A-4B42-48C7-AA37-CEBAFF53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Τα δικαιώματα ανήκουν στον δημιουργό του έργου.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28A8B-4769-407B-A2A3-3512F7CC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24A09-E3FB-4063-AA6A-7DBFD977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8A497-5888-48C3-988C-B189DAAE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Δημιουργοί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CDA02-4621-4466-997B-507A943F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81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Συγγραφέας, συνθέτης, σκηνοθέτης, προγραμματιστής.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17A54-D28D-4905-ACAE-3B18BD4C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A3528-09D6-4E96-B8A5-9A54E367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3181A-4323-4302-9028-C363F800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Παραβίαση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90EA6-4DE2-41B9-97B4-061B05D8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290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Αντιγραφή ή δημοσίευση έργου χωρίς άδεια.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73555-115F-4F2F-983A-AA6A47E7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6406-ECED-4904-849E-BACA7F96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921828-6F9E-42B2-A255-4843963C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Παραδείγματα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7B0B7-D524-4DE0-9D0B-8789D324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Παράνομα προγράμματα, μουσική, βίντεο και ηλεκτρονικά βιβλία.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1A26E-9CE2-4165-8C7F-0474F990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76875"/>
            <a:ext cx="771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Σεβόμαστε την εργασία του δημιουργού και ζητούμε άδεια όπου απαιτείται.</a:t>
            </a:r>
          </a:p>
        </p:txBody>
      </p:sp>
    </p:spTree>
    <p:extLst>
      <p:ext uri="{BB962C8B-B14F-4D97-AF65-F5344CB8AC3E}">
        <p14:creationId xmlns:p14="http://schemas.microsoft.com/office/powerpoint/2010/main" val="7246420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FA499-0998-4FD9-B2E9-9C37AD19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Εθισμός στο Διαδίκτυο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7924A-15B9-4BAF-9E82-E92CA172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2c4b0cc7d4baa"/>
          <a:stretch xmlns:a="http://schemas.openxmlformats.org/drawingml/2006/main"/>
        </p:blipFill>
        <p:spPr>
          <a:xfrm xmlns:a="http://schemas.openxmlformats.org/drawingml/2006/main">
            <a:off x="666750" y="1784171"/>
            <a:ext cx="4095750" cy="309915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20E4C-D41D-4C49-B010-8B2449D0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66875"/>
            <a:ext cx="5905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αδυναμία να σταματήσουμε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ανάγκη για όλο και περισσότερο χρόνο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παραμέληση μαθημάτων, φίλων ή οικογένειας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ευερεθιστότητα όταν δεν είμαστε online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διαταραχές ύπνου, ημικρανίες και μειωμένη άσκηση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7DD23-CEE6-4895-A732-74555C7F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095875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Σημάδι κινδύνου: η χρήση αρχίζει να επηρεάζει την υγεία και την καθημερινή ζωή.</a:t>
            </a:r>
          </a:p>
        </p:txBody>
      </p:sp>
    </p:spTree>
    <p:extLst>
      <p:ext uri="{BB962C8B-B14F-4D97-AF65-F5344CB8AC3E}">
        <p14:creationId xmlns:p14="http://schemas.microsoft.com/office/powerpoint/2010/main" val="54905743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59B864-B917-4671-8579-5F2D6CA7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Πρόληψη και ισορροπημένη χρήση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6A80A-48A6-4D4A-ADB9-B4FA3DC1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1DB93-DCF4-4A85-8CD4-53103E2D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4B707E-79FC-4BF0-81D1-4C37C5E5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8B05A-9BE2-46B5-85E5-68719FB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47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Μέτρο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9A823-8BA1-40FC-841E-352C88F5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19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Ορίζουμε χρόνο και διαλείμματα χρήσης.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136FC-6F5A-4C7F-B17F-0B5C4E41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E589-3700-47C8-BB58-D44EA902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6A994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F6213C-8189-424A-ACFD-AE35B149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Εναλλακτικές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C5E58-F138-4ED8-AF01-EB9BA728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571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Άθληση, χορός, μουσική, φίλοι και οικογενειακές δραστηριότητες.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6C6E0-91C7-49B0-96DD-0B13A327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BAD74-0239-4AEC-AC4D-AA25AE62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C2388-3A00-4B27-AAE2-87EA48D6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2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Σωστός χώρος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63A8A-C2DF-4999-B3B7-4ACC8347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24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 υπολογιστής σε κοινόχρηστο χώρο, ιδιαίτερα για μικρά παιδιά.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DF49C-F6DE-4918-8183-91EA61B8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F8507-495E-4E2A-AA0C-8C618D03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9835E-5DE0-4406-A31E-1F8481F0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Επικοινωνία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14F14-E9B9-4AA2-A851-45F14BE6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Μιλάμε με γονείς ή εκπαιδευτικούς για ό,τι μας ανησυχεί.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6757F-5F9A-4068-95C6-5AC1925D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76875"/>
            <a:ext cx="781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Στόχος δεν είναι η απαγόρευση· είναι η ασφαλής και ισορροπημένη χρήση.</a:t>
            </a:r>
          </a:p>
        </p:txBody>
      </p:sp>
    </p:spTree>
    <p:extLst>
      <p:ext uri="{BB962C8B-B14F-4D97-AF65-F5344CB8AC3E}">
        <p14:creationId xmlns:p14="http://schemas.microsoft.com/office/powerpoint/2010/main" val="95217315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668A4D-CA10-4AC7-A999-2980A692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Σενάριο: χρήση 4–6 ώρες καθημερινά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EAE78-B3F6-47F2-BEBC-F5AFFD7E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BAFE3-C1EA-4A34-B735-550138E3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509587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7094E-BA90-4751-A35B-F407C885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114300" cy="3429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4E43B-B8B0-469E-8522-795C1EED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619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Πιθανοί κίνδυνοι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0A06A-17EA-47F7-9D31-88A29AA5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4572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Εθισμός, παραμέληση μαθημάτων και φίλων, διαταραχές ύπνου, μειωμένη άσκηση, ακατάλληλο περιεχόμενο και παραπληροφόρηση.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749DB-8E0B-48B8-A736-B081EBAD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509587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EBB70-0C7E-43D6-8F08-5F7509BA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114300" cy="3429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A994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93C8E8-2B8C-4138-876C-DD9A3EFA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62125"/>
            <a:ext cx="4619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A994E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6A994E"/>
                </a:solidFill>
                <a:latin typeface="Inter"/>
                <a:ea typeface="Inter"/>
                <a:cs typeface="Inter"/>
              </a:rPr>
              <a:t>Εισηγήσεις προς γονείς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997E0-12EE-4135-B80A-244F1BFD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295525"/>
            <a:ext cx="4572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Συμφωνία για χρόνο χρήσης, υπολογιστής σε κοινόχρηστο χώρο, φίλτρα και PEGI, εναλλακτικές δραστηριότητες και συζήτηση χωρίς φόβο.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9B9B7-4166-41D8-900C-4A54A29A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8162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Παρατηρούμε αλλαγές στη συμπεριφορά και ζητούμε βοήθεια όταν χρειάζεται.</a:t>
            </a:r>
          </a:p>
        </p:txBody>
      </p:sp>
    </p:spTree>
    <p:extLst>
      <p:ext uri="{BB962C8B-B14F-4D97-AF65-F5344CB8AC3E}">
        <p14:creationId xmlns:p14="http://schemas.microsoft.com/office/powerpoint/2010/main" val="8905360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EA252-B285-454A-A3FD-C17A7972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Ερωτήσεις του Φύλλου Εργασίας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CABFC-FB34-4E5B-995D-20F641BA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30C87-9CD8-4DA6-A416-DF077A88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723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θεωρία καλύπτει τις δραστηριότητες του Α.5.3.Μ2: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A6562-39DF-410F-9FA6-F9E66CA3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BC4B6-67BE-4D2C-A570-B84871F9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1D8F0-80E4-4DF7-8F1F-7165D455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095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Συμπτώματα και πρόληψη εθισμού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17A66-7E8B-430C-AE70-866F805A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46DA1-BD23-43C8-B13B-78A78ED2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2–10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15535-4CA8-47E8-84DC-CD46639A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241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Ακατάλληλο περιεχόμενο, αναφορά και PEGI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4F476-AD7E-4FCC-BCA2-FF998595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E55C7-E51D-4311-A2A4-C857D5C5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90792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11–14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4BC6A5-ACE4-4C82-AAD8-20BAE1C6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52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Παραπληροφόρηση και πνευματικά δικαιώματα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E2AF1-CBFB-4753-81AE-153130D1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E2ECD-FFF4-4B4D-9D67-4F80C717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90792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15–17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CA8B4-D49C-42D7-964A-E25B440C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81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Εφαρμογή εννοιών και σενάριο πολύωρης χρήσης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d21be20894c17"/>
          <a:stretch xmlns:a="http://schemas.openxmlformats.org/drawingml/2006/main"/>
        </p:blipFill>
        <p:spPr>
          <a:xfrm xmlns:a="http://schemas.openxmlformats.org/drawingml/2006/main">
            <a:off x="8858250" y="3016483"/>
            <a:ext cx="2095500" cy="539283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AD259-1675-4347-9043-D3CDC623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Σελίδες 149–153</a:t>
            </a:r>
          </a:p>
        </p:txBody>
      </p:sp>
    </p:spTree>
    <p:extLst>
      <p:ext uri="{BB962C8B-B14F-4D97-AF65-F5344CB8AC3E}">
        <p14:creationId xmlns:p14="http://schemas.microsoft.com/office/powerpoint/2010/main" val="11641575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2026-10-03T07:25:46.0340000Z</dcterms:created>
  <dcterms:modified xsi:type="dcterms:W3CDTF">2026-10-03T07:25:46.0340000Z</dcterms:modified>
</coreProperties>
</file>