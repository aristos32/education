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59" r:id="rId6"/>
    <p:sldId id="263" r:id="rId7"/>
    <p:sldId id="260" r:id="rId8"/>
    <p:sldId id="261" r:id="rId9"/>
  </p:sldIdLst>
  <p:sldSz cx="12192000" cy="6858000"/>
  <p:notesSz cx="6858000" cy="9144000"/>
  <p:defaultTextStyle>
    <a:defPPr>
      <a:defRPr lang="en-C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205782-A3C9-4BAE-A31A-D8897D13AF1B}" v="3" dt="2026-09-24T06:45:06.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5" d="100"/>
          <a:sy n="75" d="100"/>
        </p:scale>
        <p:origin x="327"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Άριστος Αρέστη" userId="813aa191-2d4c-464f-9d05-0a7e494d859f" providerId="ADAL" clId="{49C7B61D-1ACF-4AFF-A04E-A3B433E32474}"/>
    <pc:docChg chg="undo custSel addSld modSld sldOrd">
      <pc:chgData name="Άριστος Αρέστη" userId="813aa191-2d4c-464f-9d05-0a7e494d859f" providerId="ADAL" clId="{49C7B61D-1ACF-4AFF-A04E-A3B433E32474}" dt="2026-09-24T06:47:19.746" v="133" actId="1076"/>
      <pc:docMkLst>
        <pc:docMk/>
      </pc:docMkLst>
      <pc:sldChg chg="ord">
        <pc:chgData name="Άριστος Αρέστη" userId="813aa191-2d4c-464f-9d05-0a7e494d859f" providerId="ADAL" clId="{49C7B61D-1ACF-4AFF-A04E-A3B433E32474}" dt="2026-09-21T14:36:28.351" v="1"/>
        <pc:sldMkLst>
          <pc:docMk/>
          <pc:sldMk cId="3586809174" sldId="257"/>
        </pc:sldMkLst>
      </pc:sldChg>
      <pc:sldChg chg="modSp mod">
        <pc:chgData name="Άριστος Αρέστη" userId="813aa191-2d4c-464f-9d05-0a7e494d859f" providerId="ADAL" clId="{49C7B61D-1ACF-4AFF-A04E-A3B433E32474}" dt="2026-09-24T06:37:27.559" v="3" actId="115"/>
        <pc:sldMkLst>
          <pc:docMk/>
          <pc:sldMk cId="3636248608" sldId="260"/>
        </pc:sldMkLst>
        <pc:spChg chg="mod">
          <ac:chgData name="Άριστος Αρέστη" userId="813aa191-2d4c-464f-9d05-0a7e494d859f" providerId="ADAL" clId="{49C7B61D-1ACF-4AFF-A04E-A3B433E32474}" dt="2026-09-24T06:37:17.932" v="2" actId="113"/>
          <ac:spMkLst>
            <pc:docMk/>
            <pc:sldMk cId="3636248608" sldId="260"/>
            <ac:spMk id="2" creationId="{3E145ED2-2552-C161-C7F7-23E2838080B1}"/>
          </ac:spMkLst>
        </pc:spChg>
        <pc:spChg chg="mod">
          <ac:chgData name="Άριστος Αρέστη" userId="813aa191-2d4c-464f-9d05-0a7e494d859f" providerId="ADAL" clId="{49C7B61D-1ACF-4AFF-A04E-A3B433E32474}" dt="2026-09-24T06:37:27.559" v="3" actId="115"/>
          <ac:spMkLst>
            <pc:docMk/>
            <pc:sldMk cId="3636248608" sldId="260"/>
            <ac:spMk id="3" creationId="{91AFB925-57AB-9E21-F57B-1C0C725BE967}"/>
          </ac:spMkLst>
        </pc:spChg>
      </pc:sldChg>
      <pc:sldChg chg="modSp mod">
        <pc:chgData name="Άριστος Αρέστη" userId="813aa191-2d4c-464f-9d05-0a7e494d859f" providerId="ADAL" clId="{49C7B61D-1ACF-4AFF-A04E-A3B433E32474}" dt="2026-09-24T06:39:03.271" v="37" actId="20577"/>
        <pc:sldMkLst>
          <pc:docMk/>
          <pc:sldMk cId="643653049" sldId="261"/>
        </pc:sldMkLst>
        <pc:spChg chg="mod">
          <ac:chgData name="Άριστος Αρέστη" userId="813aa191-2d4c-464f-9d05-0a7e494d859f" providerId="ADAL" clId="{49C7B61D-1ACF-4AFF-A04E-A3B433E32474}" dt="2026-09-24T06:38:22.296" v="19" actId="6549"/>
          <ac:spMkLst>
            <pc:docMk/>
            <pc:sldMk cId="643653049" sldId="261"/>
            <ac:spMk id="2" creationId="{ABA4F9A4-F8A2-79BA-EE06-591EFBA22498}"/>
          </ac:spMkLst>
        </pc:spChg>
        <pc:spChg chg="mod">
          <ac:chgData name="Άριστος Αρέστη" userId="813aa191-2d4c-464f-9d05-0a7e494d859f" providerId="ADAL" clId="{49C7B61D-1ACF-4AFF-A04E-A3B433E32474}" dt="2026-09-24T06:39:03.271" v="37" actId="20577"/>
          <ac:spMkLst>
            <pc:docMk/>
            <pc:sldMk cId="643653049" sldId="261"/>
            <ac:spMk id="3" creationId="{91B3DDDC-834E-AF62-F1F9-9F5F614075E2}"/>
          </ac:spMkLst>
        </pc:spChg>
      </pc:sldChg>
      <pc:sldChg chg="addSp delSp modSp add mod">
        <pc:chgData name="Άριστος Αρέστη" userId="813aa191-2d4c-464f-9d05-0a7e494d859f" providerId="ADAL" clId="{49C7B61D-1ACF-4AFF-A04E-A3B433E32474}" dt="2026-09-24T06:47:19.746" v="133" actId="1076"/>
        <pc:sldMkLst>
          <pc:docMk/>
          <pc:sldMk cId="1758289423" sldId="263"/>
        </pc:sldMkLst>
        <pc:spChg chg="mod">
          <ac:chgData name="Άριστος Αρέστη" userId="813aa191-2d4c-464f-9d05-0a7e494d859f" providerId="ADAL" clId="{49C7B61D-1ACF-4AFF-A04E-A3B433E32474}" dt="2026-09-24T06:46:59.680" v="130" actId="26606"/>
          <ac:spMkLst>
            <pc:docMk/>
            <pc:sldMk cId="1758289423" sldId="263"/>
            <ac:spMk id="2" creationId="{8CD60A89-B1F4-1909-C573-5D6B3043246B}"/>
          </ac:spMkLst>
        </pc:spChg>
        <pc:spChg chg="mod">
          <ac:chgData name="Άριστος Αρέστη" userId="813aa191-2d4c-464f-9d05-0a7e494d859f" providerId="ADAL" clId="{49C7B61D-1ACF-4AFF-A04E-A3B433E32474}" dt="2026-09-24T06:46:59.680" v="130" actId="26606"/>
          <ac:spMkLst>
            <pc:docMk/>
            <pc:sldMk cId="1758289423" sldId="263"/>
            <ac:spMk id="3" creationId="{2BD8233D-7DEA-E3F2-7A21-40029E83936B}"/>
          </ac:spMkLst>
        </pc:spChg>
        <pc:spChg chg="add del">
          <ac:chgData name="Άριστος Αρέστη" userId="813aa191-2d4c-464f-9d05-0a7e494d859f" providerId="ADAL" clId="{49C7B61D-1ACF-4AFF-A04E-A3B433E32474}" dt="2026-09-24T06:46:59.680" v="130" actId="26606"/>
          <ac:spMkLst>
            <pc:docMk/>
            <pc:sldMk cId="1758289423" sldId="263"/>
            <ac:spMk id="2055" creationId="{E17CB77F-1930-949A-76BD-FC2EA163346F}"/>
          </ac:spMkLst>
        </pc:spChg>
        <pc:spChg chg="add del">
          <ac:chgData name="Άριστος Αρέστη" userId="813aa191-2d4c-464f-9d05-0a7e494d859f" providerId="ADAL" clId="{49C7B61D-1ACF-4AFF-A04E-A3B433E32474}" dt="2026-09-24T06:46:59.680" v="130" actId="26606"/>
          <ac:spMkLst>
            <pc:docMk/>
            <pc:sldMk cId="1758289423" sldId="263"/>
            <ac:spMk id="2057" creationId="{F7509824-C0BF-B4D8-C57B-927FB93912E9}"/>
          </ac:spMkLst>
        </pc:spChg>
        <pc:grpChg chg="add del">
          <ac:chgData name="Άριστος Αρέστη" userId="813aa191-2d4c-464f-9d05-0a7e494d859f" providerId="ADAL" clId="{49C7B61D-1ACF-4AFF-A04E-A3B433E32474}" dt="2026-09-24T06:46:59.680" v="130" actId="26606"/>
          <ac:grpSpMkLst>
            <pc:docMk/>
            <pc:sldMk cId="1758289423" sldId="263"/>
            <ac:grpSpMk id="2062" creationId="{792AA144-DDFF-C43B-6866-516C9091D065}"/>
          </ac:grpSpMkLst>
        </pc:grpChg>
        <pc:picChg chg="add mod ord">
          <ac:chgData name="Άριστος Αρέστη" userId="813aa191-2d4c-464f-9d05-0a7e494d859f" providerId="ADAL" clId="{49C7B61D-1ACF-4AFF-A04E-A3B433E32474}" dt="2026-09-24T06:46:59.680" v="130" actId="26606"/>
          <ac:picMkLst>
            <pc:docMk/>
            <pc:sldMk cId="1758289423" sldId="263"/>
            <ac:picMk id="5" creationId="{5BE078B1-EB74-C392-E396-4D8B9B871190}"/>
          </ac:picMkLst>
        </pc:picChg>
        <pc:picChg chg="add mod">
          <ac:chgData name="Άριστος Αρέστη" userId="813aa191-2d4c-464f-9d05-0a7e494d859f" providerId="ADAL" clId="{49C7B61D-1ACF-4AFF-A04E-A3B433E32474}" dt="2026-09-24T06:47:19.746" v="133" actId="1076"/>
          <ac:picMkLst>
            <pc:docMk/>
            <pc:sldMk cId="1758289423" sldId="263"/>
            <ac:picMk id="7" creationId="{32E86BD2-7D14-0367-06B1-5386B20EC926}"/>
          </ac:picMkLst>
        </pc:picChg>
        <pc:picChg chg="del">
          <ac:chgData name="Άριστος Αρέστη" userId="813aa191-2d4c-464f-9d05-0a7e494d859f" providerId="ADAL" clId="{49C7B61D-1ACF-4AFF-A04E-A3B433E32474}" dt="2026-09-24T06:45:06.444" v="121" actId="478"/>
          <ac:picMkLst>
            <pc:docMk/>
            <pc:sldMk cId="1758289423" sldId="263"/>
            <ac:picMk id="2050" creationId="{348FC731-65A2-835E-77FE-FD94CF66DCA1}"/>
          </ac:picMkLst>
        </pc:picChg>
      </pc:sldChg>
    </pc:docChg>
  </pc:docChgLst>
  <pc:docChgLst>
    <pc:chgData name="Άριστος Αρέστη" userId="813aa191-2d4c-464f-9d05-0a7e494d859f" providerId="ADAL" clId="{67205782-A3C9-4BAE-A31A-D8897D13AF1B}"/>
    <pc:docChg chg="addSld modSld sldOrd">
      <pc:chgData name="Άριστος Αρέστη" userId="813aa191-2d4c-464f-9d05-0a7e494d859f" providerId="ADAL" clId="{67205782-A3C9-4BAE-A31A-D8897D13AF1B}" dt="2026-09-14T14:09:28.943" v="31" actId="14100"/>
      <pc:docMkLst>
        <pc:docMk/>
      </pc:docMkLst>
      <pc:sldChg chg="modSp mod">
        <pc:chgData name="Άριστος Αρέστη" userId="813aa191-2d4c-464f-9d05-0a7e494d859f" providerId="ADAL" clId="{67205782-A3C9-4BAE-A31A-D8897D13AF1B}" dt="2026-09-14T14:09:28.943" v="31" actId="14100"/>
        <pc:sldMkLst>
          <pc:docMk/>
          <pc:sldMk cId="1966088369" sldId="258"/>
        </pc:sldMkLst>
        <pc:spChg chg="mod">
          <ac:chgData name="Άριστος Αρέστη" userId="813aa191-2d4c-464f-9d05-0a7e494d859f" providerId="ADAL" clId="{67205782-A3C9-4BAE-A31A-D8897D13AF1B}" dt="2026-09-14T14:09:28.943" v="31" actId="14100"/>
          <ac:spMkLst>
            <pc:docMk/>
            <pc:sldMk cId="1966088369" sldId="258"/>
            <ac:spMk id="3" creationId="{7D9E4689-F549-D93B-12C7-390B334E7845}"/>
          </ac:spMkLst>
        </pc:spChg>
      </pc:sldChg>
      <pc:sldChg chg="delSp modSp add mod ord setBg delDesignElem">
        <pc:chgData name="Άριστος Αρέστη" userId="813aa191-2d4c-464f-9d05-0a7e494d859f" providerId="ADAL" clId="{67205782-A3C9-4BAE-A31A-D8897D13AF1B}" dt="2026-09-11T19:17:01.194" v="12" actId="20577"/>
        <pc:sldMkLst>
          <pc:docMk/>
          <pc:sldMk cId="4279378956" sldId="262"/>
        </pc:sldMkLst>
        <pc:spChg chg="mod">
          <ac:chgData name="Άριστος Αρέστη" userId="813aa191-2d4c-464f-9d05-0a7e494d859f" providerId="ADAL" clId="{67205782-A3C9-4BAE-A31A-D8897D13AF1B}" dt="2026-09-11T19:17:01.194" v="12" actId="20577"/>
          <ac:spMkLst>
            <pc:docMk/>
            <pc:sldMk cId="4279378956" sldId="262"/>
            <ac:spMk id="45" creationId="{602ECB2F-F3B9-B659-B9D7-CEF79378CD6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B86A-8C7C-14DB-2D26-B9C16B2A73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Y"/>
          </a:p>
        </p:txBody>
      </p:sp>
      <p:sp>
        <p:nvSpPr>
          <p:cNvPr id="3" name="Subtitle 2">
            <a:extLst>
              <a:ext uri="{FF2B5EF4-FFF2-40B4-BE49-F238E27FC236}">
                <a16:creationId xmlns:a16="http://schemas.microsoft.com/office/drawing/2014/main" id="{64F06E19-2558-9911-B13A-6F87BAFE30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Y"/>
          </a:p>
        </p:txBody>
      </p:sp>
      <p:sp>
        <p:nvSpPr>
          <p:cNvPr id="4" name="Date Placeholder 3">
            <a:extLst>
              <a:ext uri="{FF2B5EF4-FFF2-40B4-BE49-F238E27FC236}">
                <a16:creationId xmlns:a16="http://schemas.microsoft.com/office/drawing/2014/main" id="{12328849-6460-5239-9A19-0FB2C91D5F46}"/>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5" name="Footer Placeholder 4">
            <a:extLst>
              <a:ext uri="{FF2B5EF4-FFF2-40B4-BE49-F238E27FC236}">
                <a16:creationId xmlns:a16="http://schemas.microsoft.com/office/drawing/2014/main" id="{995E09D4-C95C-2A6A-D9AE-1166CFA0B0A8}"/>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A24185C5-F2DD-7BF3-1AA5-6DEEFD222A6B}"/>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1034274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17A9A-B10E-EB66-CCD9-D5BBFB7FB952}"/>
              </a:ext>
            </a:extLst>
          </p:cNvPr>
          <p:cNvSpPr>
            <a:spLocks noGrp="1"/>
          </p:cNvSpPr>
          <p:nvPr>
            <p:ph type="title"/>
          </p:nvPr>
        </p:nvSpPr>
        <p:spPr/>
        <p:txBody>
          <a:bodyPr/>
          <a:lstStyle/>
          <a:p>
            <a:r>
              <a:rPr lang="en-US"/>
              <a:t>Click to edit Master title style</a:t>
            </a:r>
            <a:endParaRPr lang="en-CY"/>
          </a:p>
        </p:txBody>
      </p:sp>
      <p:sp>
        <p:nvSpPr>
          <p:cNvPr id="3" name="Content Placeholder 2">
            <a:extLst>
              <a:ext uri="{FF2B5EF4-FFF2-40B4-BE49-F238E27FC236}">
                <a16:creationId xmlns:a16="http://schemas.microsoft.com/office/drawing/2014/main" id="{EE38B336-2F01-CEC2-ABD7-3476BAB0BF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Date Placeholder 3">
            <a:extLst>
              <a:ext uri="{FF2B5EF4-FFF2-40B4-BE49-F238E27FC236}">
                <a16:creationId xmlns:a16="http://schemas.microsoft.com/office/drawing/2014/main" id="{CEB07423-F152-E53E-D0C3-929C65E68386}"/>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5" name="Footer Placeholder 4">
            <a:extLst>
              <a:ext uri="{FF2B5EF4-FFF2-40B4-BE49-F238E27FC236}">
                <a16:creationId xmlns:a16="http://schemas.microsoft.com/office/drawing/2014/main" id="{E9F0CD57-5889-88A0-0755-529098B3182F}"/>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E2CADE40-32D1-CF58-9C46-7C8D64C651D9}"/>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2171875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D211B-6C1B-8BBF-0972-B451B436A4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Y"/>
          </a:p>
        </p:txBody>
      </p:sp>
      <p:sp>
        <p:nvSpPr>
          <p:cNvPr id="3" name="Text Placeholder 2">
            <a:extLst>
              <a:ext uri="{FF2B5EF4-FFF2-40B4-BE49-F238E27FC236}">
                <a16:creationId xmlns:a16="http://schemas.microsoft.com/office/drawing/2014/main" id="{18B0EE84-256C-EFFA-5A89-690E8F3684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04F719-5624-0514-4678-8405B17B85ED}"/>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5" name="Footer Placeholder 4">
            <a:extLst>
              <a:ext uri="{FF2B5EF4-FFF2-40B4-BE49-F238E27FC236}">
                <a16:creationId xmlns:a16="http://schemas.microsoft.com/office/drawing/2014/main" id="{F86F92E0-07ED-3824-219F-824A86C06998}"/>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D60D583F-34F4-0B3A-BD93-122EF7825930}"/>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1161413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4EDB6-3634-C7E5-AF0A-3AE113C2CC31}"/>
              </a:ext>
            </a:extLst>
          </p:cNvPr>
          <p:cNvSpPr>
            <a:spLocks noGrp="1"/>
          </p:cNvSpPr>
          <p:nvPr>
            <p:ph type="title"/>
          </p:nvPr>
        </p:nvSpPr>
        <p:spPr/>
        <p:txBody>
          <a:bodyPr/>
          <a:lstStyle/>
          <a:p>
            <a:r>
              <a:rPr lang="en-US"/>
              <a:t>Click to edit Master title style</a:t>
            </a:r>
            <a:endParaRPr lang="en-CY"/>
          </a:p>
        </p:txBody>
      </p:sp>
      <p:sp>
        <p:nvSpPr>
          <p:cNvPr id="3" name="Content Placeholder 2">
            <a:extLst>
              <a:ext uri="{FF2B5EF4-FFF2-40B4-BE49-F238E27FC236}">
                <a16:creationId xmlns:a16="http://schemas.microsoft.com/office/drawing/2014/main" id="{40694983-B085-788C-8EBC-858F61E87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Content Placeholder 3">
            <a:extLst>
              <a:ext uri="{FF2B5EF4-FFF2-40B4-BE49-F238E27FC236}">
                <a16:creationId xmlns:a16="http://schemas.microsoft.com/office/drawing/2014/main" id="{542B4AF0-1AD0-7422-A038-ED2491E787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5" name="Date Placeholder 4">
            <a:extLst>
              <a:ext uri="{FF2B5EF4-FFF2-40B4-BE49-F238E27FC236}">
                <a16:creationId xmlns:a16="http://schemas.microsoft.com/office/drawing/2014/main" id="{3DA9330B-ECF4-3898-B784-34AC87EEB1D0}"/>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6" name="Footer Placeholder 5">
            <a:extLst>
              <a:ext uri="{FF2B5EF4-FFF2-40B4-BE49-F238E27FC236}">
                <a16:creationId xmlns:a16="http://schemas.microsoft.com/office/drawing/2014/main" id="{8078DCDD-968C-85C7-006D-020D04AFBF0C}"/>
              </a:ext>
            </a:extLst>
          </p:cNvPr>
          <p:cNvSpPr>
            <a:spLocks noGrp="1"/>
          </p:cNvSpPr>
          <p:nvPr>
            <p:ph type="ftr" sz="quarter" idx="11"/>
          </p:nvPr>
        </p:nvSpPr>
        <p:spPr/>
        <p:txBody>
          <a:bodyPr/>
          <a:lstStyle/>
          <a:p>
            <a:endParaRPr lang="en-CY"/>
          </a:p>
        </p:txBody>
      </p:sp>
      <p:sp>
        <p:nvSpPr>
          <p:cNvPr id="7" name="Slide Number Placeholder 6">
            <a:extLst>
              <a:ext uri="{FF2B5EF4-FFF2-40B4-BE49-F238E27FC236}">
                <a16:creationId xmlns:a16="http://schemas.microsoft.com/office/drawing/2014/main" id="{E1C0AFC3-2EF8-FD77-B0F4-6BCB591FB484}"/>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3034845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5B054-7F22-72C8-C477-406FF9E17F2A}"/>
              </a:ext>
            </a:extLst>
          </p:cNvPr>
          <p:cNvSpPr>
            <a:spLocks noGrp="1"/>
          </p:cNvSpPr>
          <p:nvPr>
            <p:ph type="title"/>
          </p:nvPr>
        </p:nvSpPr>
        <p:spPr>
          <a:xfrm>
            <a:off x="839788" y="365125"/>
            <a:ext cx="10515600" cy="1325563"/>
          </a:xfrm>
        </p:spPr>
        <p:txBody>
          <a:bodyPr/>
          <a:lstStyle/>
          <a:p>
            <a:r>
              <a:rPr lang="en-US"/>
              <a:t>Click to edit Master title style</a:t>
            </a:r>
            <a:endParaRPr lang="en-CY"/>
          </a:p>
        </p:txBody>
      </p:sp>
      <p:sp>
        <p:nvSpPr>
          <p:cNvPr id="3" name="Text Placeholder 2">
            <a:extLst>
              <a:ext uri="{FF2B5EF4-FFF2-40B4-BE49-F238E27FC236}">
                <a16:creationId xmlns:a16="http://schemas.microsoft.com/office/drawing/2014/main" id="{050906AE-8D01-B367-1DD8-785C42146E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F0AE2D-D5F5-790D-6C81-5EA8263892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5" name="Text Placeholder 4">
            <a:extLst>
              <a:ext uri="{FF2B5EF4-FFF2-40B4-BE49-F238E27FC236}">
                <a16:creationId xmlns:a16="http://schemas.microsoft.com/office/drawing/2014/main" id="{EDE453F1-72C9-0B1F-BA13-FDD9D23C9F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FA3BF6-5DBD-1AB6-9534-C301988EAC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7" name="Date Placeholder 6">
            <a:extLst>
              <a:ext uri="{FF2B5EF4-FFF2-40B4-BE49-F238E27FC236}">
                <a16:creationId xmlns:a16="http://schemas.microsoft.com/office/drawing/2014/main" id="{124494BF-3BA5-69AC-9501-1CFDB50291BE}"/>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8" name="Footer Placeholder 7">
            <a:extLst>
              <a:ext uri="{FF2B5EF4-FFF2-40B4-BE49-F238E27FC236}">
                <a16:creationId xmlns:a16="http://schemas.microsoft.com/office/drawing/2014/main" id="{7893DA90-8D61-C903-5914-4840EBFE46F3}"/>
              </a:ext>
            </a:extLst>
          </p:cNvPr>
          <p:cNvSpPr>
            <a:spLocks noGrp="1"/>
          </p:cNvSpPr>
          <p:nvPr>
            <p:ph type="ftr" sz="quarter" idx="11"/>
          </p:nvPr>
        </p:nvSpPr>
        <p:spPr/>
        <p:txBody>
          <a:bodyPr/>
          <a:lstStyle/>
          <a:p>
            <a:endParaRPr lang="en-CY"/>
          </a:p>
        </p:txBody>
      </p:sp>
      <p:sp>
        <p:nvSpPr>
          <p:cNvPr id="9" name="Slide Number Placeholder 8">
            <a:extLst>
              <a:ext uri="{FF2B5EF4-FFF2-40B4-BE49-F238E27FC236}">
                <a16:creationId xmlns:a16="http://schemas.microsoft.com/office/drawing/2014/main" id="{AD679AFE-D58D-7C20-D8C7-5FFBF70268EE}"/>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874288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2FB9-7532-8CBC-4F1A-5765A1C12C5B}"/>
              </a:ext>
            </a:extLst>
          </p:cNvPr>
          <p:cNvSpPr>
            <a:spLocks noGrp="1"/>
          </p:cNvSpPr>
          <p:nvPr>
            <p:ph type="title"/>
          </p:nvPr>
        </p:nvSpPr>
        <p:spPr/>
        <p:txBody>
          <a:bodyPr/>
          <a:lstStyle/>
          <a:p>
            <a:r>
              <a:rPr lang="en-US"/>
              <a:t>Click to edit Master title style</a:t>
            </a:r>
            <a:endParaRPr lang="en-CY"/>
          </a:p>
        </p:txBody>
      </p:sp>
      <p:sp>
        <p:nvSpPr>
          <p:cNvPr id="3" name="Date Placeholder 2">
            <a:extLst>
              <a:ext uri="{FF2B5EF4-FFF2-40B4-BE49-F238E27FC236}">
                <a16:creationId xmlns:a16="http://schemas.microsoft.com/office/drawing/2014/main" id="{E11DAB47-A61F-3FEB-5510-D80C5F855E47}"/>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4" name="Footer Placeholder 3">
            <a:extLst>
              <a:ext uri="{FF2B5EF4-FFF2-40B4-BE49-F238E27FC236}">
                <a16:creationId xmlns:a16="http://schemas.microsoft.com/office/drawing/2014/main" id="{B8095A85-3441-5DA6-B294-A309FDE7A6E1}"/>
              </a:ext>
            </a:extLst>
          </p:cNvPr>
          <p:cNvSpPr>
            <a:spLocks noGrp="1"/>
          </p:cNvSpPr>
          <p:nvPr>
            <p:ph type="ftr" sz="quarter" idx="11"/>
          </p:nvPr>
        </p:nvSpPr>
        <p:spPr/>
        <p:txBody>
          <a:bodyPr/>
          <a:lstStyle/>
          <a:p>
            <a:endParaRPr lang="en-CY"/>
          </a:p>
        </p:txBody>
      </p:sp>
      <p:sp>
        <p:nvSpPr>
          <p:cNvPr id="5" name="Slide Number Placeholder 4">
            <a:extLst>
              <a:ext uri="{FF2B5EF4-FFF2-40B4-BE49-F238E27FC236}">
                <a16:creationId xmlns:a16="http://schemas.microsoft.com/office/drawing/2014/main" id="{FC7B4841-D453-E123-FECA-0C7B989F0057}"/>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3466590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66A54A-8F65-1FC4-338B-83CEEDB3C2E7}"/>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3" name="Footer Placeholder 2">
            <a:extLst>
              <a:ext uri="{FF2B5EF4-FFF2-40B4-BE49-F238E27FC236}">
                <a16:creationId xmlns:a16="http://schemas.microsoft.com/office/drawing/2014/main" id="{CAA9AB09-B796-1A91-AA16-E578D9FC720F}"/>
              </a:ext>
            </a:extLst>
          </p:cNvPr>
          <p:cNvSpPr>
            <a:spLocks noGrp="1"/>
          </p:cNvSpPr>
          <p:nvPr>
            <p:ph type="ftr" sz="quarter" idx="11"/>
          </p:nvPr>
        </p:nvSpPr>
        <p:spPr/>
        <p:txBody>
          <a:bodyPr/>
          <a:lstStyle/>
          <a:p>
            <a:endParaRPr lang="en-CY"/>
          </a:p>
        </p:txBody>
      </p:sp>
      <p:sp>
        <p:nvSpPr>
          <p:cNvPr id="4" name="Slide Number Placeholder 3">
            <a:extLst>
              <a:ext uri="{FF2B5EF4-FFF2-40B4-BE49-F238E27FC236}">
                <a16:creationId xmlns:a16="http://schemas.microsoft.com/office/drawing/2014/main" id="{C80BFCE2-E9C7-246B-5EFB-8A31C549FC39}"/>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4289890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81E69-DAAD-BDE9-CE60-69FE4075DB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Y"/>
          </a:p>
        </p:txBody>
      </p:sp>
      <p:sp>
        <p:nvSpPr>
          <p:cNvPr id="3" name="Content Placeholder 2">
            <a:extLst>
              <a:ext uri="{FF2B5EF4-FFF2-40B4-BE49-F238E27FC236}">
                <a16:creationId xmlns:a16="http://schemas.microsoft.com/office/drawing/2014/main" id="{9B0BC0C8-EE1D-F2E3-8598-B91D881A93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Text Placeholder 3">
            <a:extLst>
              <a:ext uri="{FF2B5EF4-FFF2-40B4-BE49-F238E27FC236}">
                <a16:creationId xmlns:a16="http://schemas.microsoft.com/office/drawing/2014/main" id="{BBCB1F9F-E454-CC3D-9C1B-AC11D5220E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B8D7C-84E1-4040-364A-5DB0FEA09B92}"/>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6" name="Footer Placeholder 5">
            <a:extLst>
              <a:ext uri="{FF2B5EF4-FFF2-40B4-BE49-F238E27FC236}">
                <a16:creationId xmlns:a16="http://schemas.microsoft.com/office/drawing/2014/main" id="{C12E9A98-2917-A098-AE47-7F71F0B85892}"/>
              </a:ext>
            </a:extLst>
          </p:cNvPr>
          <p:cNvSpPr>
            <a:spLocks noGrp="1"/>
          </p:cNvSpPr>
          <p:nvPr>
            <p:ph type="ftr" sz="quarter" idx="11"/>
          </p:nvPr>
        </p:nvSpPr>
        <p:spPr/>
        <p:txBody>
          <a:bodyPr/>
          <a:lstStyle/>
          <a:p>
            <a:endParaRPr lang="en-CY"/>
          </a:p>
        </p:txBody>
      </p:sp>
      <p:sp>
        <p:nvSpPr>
          <p:cNvPr id="7" name="Slide Number Placeholder 6">
            <a:extLst>
              <a:ext uri="{FF2B5EF4-FFF2-40B4-BE49-F238E27FC236}">
                <a16:creationId xmlns:a16="http://schemas.microsoft.com/office/drawing/2014/main" id="{C221EBA6-AA77-DDB5-CC66-EB0C4AA7BE37}"/>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1443952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F7B99-D052-29C8-DB7E-EC182914A9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Y"/>
          </a:p>
        </p:txBody>
      </p:sp>
      <p:sp>
        <p:nvSpPr>
          <p:cNvPr id="3" name="Picture Placeholder 2">
            <a:extLst>
              <a:ext uri="{FF2B5EF4-FFF2-40B4-BE49-F238E27FC236}">
                <a16:creationId xmlns:a16="http://schemas.microsoft.com/office/drawing/2014/main" id="{A9D2F0EC-9832-C3B8-7F75-31C262481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Y"/>
          </a:p>
        </p:txBody>
      </p:sp>
      <p:sp>
        <p:nvSpPr>
          <p:cNvPr id="4" name="Text Placeholder 3">
            <a:extLst>
              <a:ext uri="{FF2B5EF4-FFF2-40B4-BE49-F238E27FC236}">
                <a16:creationId xmlns:a16="http://schemas.microsoft.com/office/drawing/2014/main" id="{4D1302BF-9DBC-B3CC-8AFB-E43EFC6F5B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D73439-0BC8-8BA7-C1B2-41D5DC560DE2}"/>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6" name="Footer Placeholder 5">
            <a:extLst>
              <a:ext uri="{FF2B5EF4-FFF2-40B4-BE49-F238E27FC236}">
                <a16:creationId xmlns:a16="http://schemas.microsoft.com/office/drawing/2014/main" id="{669B5985-FC69-3B04-47C4-5A74F9B6A963}"/>
              </a:ext>
            </a:extLst>
          </p:cNvPr>
          <p:cNvSpPr>
            <a:spLocks noGrp="1"/>
          </p:cNvSpPr>
          <p:nvPr>
            <p:ph type="ftr" sz="quarter" idx="11"/>
          </p:nvPr>
        </p:nvSpPr>
        <p:spPr/>
        <p:txBody>
          <a:bodyPr/>
          <a:lstStyle/>
          <a:p>
            <a:endParaRPr lang="en-CY"/>
          </a:p>
        </p:txBody>
      </p:sp>
      <p:sp>
        <p:nvSpPr>
          <p:cNvPr id="7" name="Slide Number Placeholder 6">
            <a:extLst>
              <a:ext uri="{FF2B5EF4-FFF2-40B4-BE49-F238E27FC236}">
                <a16:creationId xmlns:a16="http://schemas.microsoft.com/office/drawing/2014/main" id="{D5F4FAEF-8214-4A20-CA69-10528353E3A2}"/>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450613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CB566-AA73-67BF-7584-C73F09DE00D0}"/>
              </a:ext>
            </a:extLst>
          </p:cNvPr>
          <p:cNvSpPr>
            <a:spLocks noGrp="1"/>
          </p:cNvSpPr>
          <p:nvPr>
            <p:ph type="title"/>
          </p:nvPr>
        </p:nvSpPr>
        <p:spPr/>
        <p:txBody>
          <a:bodyPr/>
          <a:lstStyle/>
          <a:p>
            <a:r>
              <a:rPr lang="en-US"/>
              <a:t>Click to edit Master title style</a:t>
            </a:r>
            <a:endParaRPr lang="en-CY"/>
          </a:p>
        </p:txBody>
      </p:sp>
      <p:sp>
        <p:nvSpPr>
          <p:cNvPr id="3" name="Vertical Text Placeholder 2">
            <a:extLst>
              <a:ext uri="{FF2B5EF4-FFF2-40B4-BE49-F238E27FC236}">
                <a16:creationId xmlns:a16="http://schemas.microsoft.com/office/drawing/2014/main" id="{4B1207DD-F127-D774-BFF0-4CE0D2B592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Date Placeholder 3">
            <a:extLst>
              <a:ext uri="{FF2B5EF4-FFF2-40B4-BE49-F238E27FC236}">
                <a16:creationId xmlns:a16="http://schemas.microsoft.com/office/drawing/2014/main" id="{BCD3B991-91D9-9F07-16E7-A2ED79B677FA}"/>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5" name="Footer Placeholder 4">
            <a:extLst>
              <a:ext uri="{FF2B5EF4-FFF2-40B4-BE49-F238E27FC236}">
                <a16:creationId xmlns:a16="http://schemas.microsoft.com/office/drawing/2014/main" id="{F303DD20-C7DA-7CD3-3AC4-F4A252E8369C}"/>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F9A626A3-7410-1080-BCE1-760BAFE5A375}"/>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2045468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465C8D-2AD6-8718-142E-C3465F8882C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Y"/>
          </a:p>
        </p:txBody>
      </p:sp>
      <p:sp>
        <p:nvSpPr>
          <p:cNvPr id="3" name="Vertical Text Placeholder 2">
            <a:extLst>
              <a:ext uri="{FF2B5EF4-FFF2-40B4-BE49-F238E27FC236}">
                <a16:creationId xmlns:a16="http://schemas.microsoft.com/office/drawing/2014/main" id="{ACD8CA10-8B98-65BB-CFE2-DEF55027CD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Date Placeholder 3">
            <a:extLst>
              <a:ext uri="{FF2B5EF4-FFF2-40B4-BE49-F238E27FC236}">
                <a16:creationId xmlns:a16="http://schemas.microsoft.com/office/drawing/2014/main" id="{691DE27B-04B3-6280-DD03-4E222F213BD6}"/>
              </a:ext>
            </a:extLst>
          </p:cNvPr>
          <p:cNvSpPr>
            <a:spLocks noGrp="1"/>
          </p:cNvSpPr>
          <p:nvPr>
            <p:ph type="dt" sz="half" idx="10"/>
          </p:nvPr>
        </p:nvSpPr>
        <p:spPr/>
        <p:txBody>
          <a:bodyPr/>
          <a:lstStyle/>
          <a:p>
            <a:fld id="{B862EEB4-7588-4D94-BC25-45479CE7B71C}" type="datetimeFigureOut">
              <a:rPr lang="en-CY" smtClean="0"/>
              <a:t>09/24/2026</a:t>
            </a:fld>
            <a:endParaRPr lang="en-CY"/>
          </a:p>
        </p:txBody>
      </p:sp>
      <p:sp>
        <p:nvSpPr>
          <p:cNvPr id="5" name="Footer Placeholder 4">
            <a:extLst>
              <a:ext uri="{FF2B5EF4-FFF2-40B4-BE49-F238E27FC236}">
                <a16:creationId xmlns:a16="http://schemas.microsoft.com/office/drawing/2014/main" id="{0D9944AD-0538-6812-1F36-E7C4E267B3B8}"/>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2B344401-C652-90D4-292E-8923245A1C3F}"/>
              </a:ext>
            </a:extLst>
          </p:cNvPr>
          <p:cNvSpPr>
            <a:spLocks noGrp="1"/>
          </p:cNvSpPr>
          <p:nvPr>
            <p:ph type="sldNum" sz="quarter" idx="12"/>
          </p:nvPr>
        </p:nvSpPr>
        <p:spPr/>
        <p:txBody>
          <a:bodyPr/>
          <a:lstStyle/>
          <a:p>
            <a:fld id="{1CB5539D-6E10-4210-974D-127E69624A48}" type="slidenum">
              <a:rPr lang="en-CY" smtClean="0"/>
              <a:t>‹#›</a:t>
            </a:fld>
            <a:endParaRPr lang="en-CY"/>
          </a:p>
        </p:txBody>
      </p:sp>
    </p:spTree>
    <p:extLst>
      <p:ext uri="{BB962C8B-B14F-4D97-AF65-F5344CB8AC3E}">
        <p14:creationId xmlns:p14="http://schemas.microsoft.com/office/powerpoint/2010/main" val="3299707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B30E0F-D4C6-4CDF-53DE-C32E1E222D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Y"/>
          </a:p>
        </p:txBody>
      </p:sp>
      <p:sp>
        <p:nvSpPr>
          <p:cNvPr id="3" name="Text Placeholder 2">
            <a:extLst>
              <a:ext uri="{FF2B5EF4-FFF2-40B4-BE49-F238E27FC236}">
                <a16:creationId xmlns:a16="http://schemas.microsoft.com/office/drawing/2014/main" id="{AED0DD2F-5E72-2DB7-42C1-B8CA382F37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Date Placeholder 3">
            <a:extLst>
              <a:ext uri="{FF2B5EF4-FFF2-40B4-BE49-F238E27FC236}">
                <a16:creationId xmlns:a16="http://schemas.microsoft.com/office/drawing/2014/main" id="{2D9DE37F-D506-7CCC-0B09-79FA0F301C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62EEB4-7588-4D94-BC25-45479CE7B71C}" type="datetimeFigureOut">
              <a:rPr lang="en-CY" smtClean="0"/>
              <a:t>09/24/2026</a:t>
            </a:fld>
            <a:endParaRPr lang="en-CY"/>
          </a:p>
        </p:txBody>
      </p:sp>
      <p:sp>
        <p:nvSpPr>
          <p:cNvPr id="5" name="Footer Placeholder 4">
            <a:extLst>
              <a:ext uri="{FF2B5EF4-FFF2-40B4-BE49-F238E27FC236}">
                <a16:creationId xmlns:a16="http://schemas.microsoft.com/office/drawing/2014/main" id="{E460DB77-E538-65D4-6232-2801AB5F39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Y"/>
          </a:p>
        </p:txBody>
      </p:sp>
      <p:sp>
        <p:nvSpPr>
          <p:cNvPr id="6" name="Slide Number Placeholder 5">
            <a:extLst>
              <a:ext uri="{FF2B5EF4-FFF2-40B4-BE49-F238E27FC236}">
                <a16:creationId xmlns:a16="http://schemas.microsoft.com/office/drawing/2014/main" id="{CFCFF68F-01F8-A775-7975-26D428CB60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B5539D-6E10-4210-974D-127E69624A48}" type="slidenum">
              <a:rPr lang="en-CY" smtClean="0"/>
              <a:t>‹#›</a:t>
            </a:fld>
            <a:endParaRPr lang="en-CY"/>
          </a:p>
        </p:txBody>
      </p:sp>
    </p:spTree>
    <p:extLst>
      <p:ext uri="{BB962C8B-B14F-4D97-AF65-F5344CB8AC3E}">
        <p14:creationId xmlns:p14="http://schemas.microsoft.com/office/powerpoint/2010/main" val="1054277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7A7D2-E01A-5991-B0CB-245642D315E6}"/>
              </a:ext>
            </a:extLst>
          </p:cNvPr>
          <p:cNvSpPr>
            <a:spLocks noGrp="1"/>
          </p:cNvSpPr>
          <p:nvPr>
            <p:ph type="ctrTitle"/>
          </p:nvPr>
        </p:nvSpPr>
        <p:spPr>
          <a:xfrm>
            <a:off x="838200" y="451381"/>
            <a:ext cx="10512552" cy="4066540"/>
          </a:xfrm>
        </p:spPr>
        <p:txBody>
          <a:bodyPr anchor="b">
            <a:normAutofit/>
          </a:bodyPr>
          <a:lstStyle/>
          <a:p>
            <a:pPr algn="l"/>
            <a:r>
              <a:rPr lang="el-GR" sz="6600"/>
              <a:t>Φάκελοι (</a:t>
            </a:r>
            <a:r>
              <a:rPr lang="en-US" sz="6600"/>
              <a:t>Folders) </a:t>
            </a:r>
            <a:r>
              <a:rPr lang="el-GR" sz="6600"/>
              <a:t>και Υποφάκελοι (</a:t>
            </a:r>
            <a:r>
              <a:rPr lang="en-US" sz="6600"/>
              <a:t>Subfolders)</a:t>
            </a:r>
            <a:endParaRPr lang="en-CY" sz="6600"/>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3645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72AA50-5616-25C5-E962-78F64DA159A0}"/>
              </a:ext>
            </a:extLst>
          </p:cNvPr>
          <p:cNvSpPr>
            <a:spLocks noGrp="1"/>
          </p:cNvSpPr>
          <p:nvPr>
            <p:ph type="title"/>
          </p:nvPr>
        </p:nvSpPr>
        <p:spPr>
          <a:xfrm>
            <a:off x="640080" y="325369"/>
            <a:ext cx="4368602" cy="1956841"/>
          </a:xfrm>
        </p:spPr>
        <p:txBody>
          <a:bodyPr anchor="b">
            <a:normAutofit/>
          </a:bodyPr>
          <a:lstStyle/>
          <a:p>
            <a:r>
              <a:rPr lang="el-GR" sz="4200"/>
              <a:t>Φάκελοι (</a:t>
            </a:r>
            <a:r>
              <a:rPr lang="en-US" sz="4200"/>
              <a:t>Folders) </a:t>
            </a:r>
            <a:r>
              <a:rPr lang="el-GR" sz="4200"/>
              <a:t>και Υποφάκελοι (</a:t>
            </a:r>
            <a:r>
              <a:rPr lang="en-US" sz="4200"/>
              <a:t>Subfolders)</a:t>
            </a:r>
            <a:endParaRPr lang="en-CY" sz="4200"/>
          </a:p>
        </p:txBody>
      </p:sp>
      <p:sp>
        <p:nvSpPr>
          <p:cNvPr id="103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0F9418-B54F-0B60-3473-F315BABE5315}"/>
              </a:ext>
            </a:extLst>
          </p:cNvPr>
          <p:cNvSpPr>
            <a:spLocks noGrp="1"/>
          </p:cNvSpPr>
          <p:nvPr>
            <p:ph idx="1"/>
          </p:nvPr>
        </p:nvSpPr>
        <p:spPr>
          <a:xfrm>
            <a:off x="640080" y="2872899"/>
            <a:ext cx="4243589" cy="3320668"/>
          </a:xfrm>
        </p:spPr>
        <p:txBody>
          <a:bodyPr>
            <a:normAutofit/>
          </a:bodyPr>
          <a:lstStyle/>
          <a:p>
            <a:r>
              <a:rPr lang="el-GR" sz="2200"/>
              <a:t>Οργανώνει τα έγγραφα</a:t>
            </a:r>
          </a:p>
          <a:p>
            <a:r>
              <a:rPr lang="el-GR" sz="2200"/>
              <a:t>Εύκολη αναζήτηση – εύρεση</a:t>
            </a:r>
            <a:endParaRPr lang="en-US" sz="2200"/>
          </a:p>
          <a:p>
            <a:r>
              <a:rPr lang="el-GR" sz="2200"/>
              <a:t>Είναι γνωστό και ως Ευρετήριo</a:t>
            </a:r>
            <a:r>
              <a:rPr lang="en-US" sz="2200"/>
              <a:t> </a:t>
            </a:r>
            <a:r>
              <a:rPr lang="el-GR" sz="2200"/>
              <a:t>(Directory).</a:t>
            </a:r>
            <a:endParaRPr lang="en-US" sz="2200"/>
          </a:p>
          <a:p>
            <a:endParaRPr lang="el-GR" sz="2200"/>
          </a:p>
          <a:p>
            <a:endParaRPr lang="en-CY" sz="2200"/>
          </a:p>
        </p:txBody>
      </p:sp>
      <p:pic>
        <p:nvPicPr>
          <p:cNvPr id="1026" name="Picture 2" descr="Solutions to a Cluttered Desk – FireFold">
            <a:extLst>
              <a:ext uri="{FF2B5EF4-FFF2-40B4-BE49-F238E27FC236}">
                <a16:creationId xmlns:a16="http://schemas.microsoft.com/office/drawing/2014/main" id="{B0B5F969-7423-BEF0-39E4-3357F4F504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183" r="18863" b="-1"/>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809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759B8-F883-AF39-A232-3F38E0FBC22C}"/>
              </a:ext>
            </a:extLst>
          </p:cNvPr>
          <p:cNvSpPr>
            <a:spLocks noGrp="1"/>
          </p:cNvSpPr>
          <p:nvPr>
            <p:ph type="title"/>
          </p:nvPr>
        </p:nvSpPr>
        <p:spPr>
          <a:xfrm>
            <a:off x="640080" y="1243013"/>
            <a:ext cx="3855720" cy="4371974"/>
          </a:xfrm>
        </p:spPr>
        <p:txBody>
          <a:bodyPr>
            <a:normAutofit/>
          </a:bodyPr>
          <a:lstStyle/>
          <a:p>
            <a:r>
              <a:rPr lang="el-GR" sz="3600" dirty="0">
                <a:solidFill>
                  <a:schemeClr val="tx2"/>
                </a:solidFill>
              </a:rPr>
              <a:t>Τι θα μάθουμε σήμερα</a:t>
            </a:r>
            <a:endParaRPr lang="en-CY" sz="3600" dirty="0">
              <a:solidFill>
                <a:schemeClr val="tx2"/>
              </a:solidFill>
            </a:endParaRPr>
          </a:p>
        </p:txBody>
      </p:sp>
      <p:sp>
        <p:nvSpPr>
          <p:cNvPr id="45" name="Content Placeholder 2">
            <a:extLst>
              <a:ext uri="{FF2B5EF4-FFF2-40B4-BE49-F238E27FC236}">
                <a16:creationId xmlns:a16="http://schemas.microsoft.com/office/drawing/2014/main" id="{602ECB2F-F3B9-B659-B9D7-CEF79378CD6B}"/>
              </a:ext>
            </a:extLst>
          </p:cNvPr>
          <p:cNvSpPr>
            <a:spLocks noGrp="1"/>
          </p:cNvSpPr>
          <p:nvPr>
            <p:ph idx="1"/>
          </p:nvPr>
        </p:nvSpPr>
        <p:spPr>
          <a:xfrm>
            <a:off x="6172200" y="804672"/>
            <a:ext cx="5221224" cy="5230368"/>
          </a:xfrm>
        </p:spPr>
        <p:txBody>
          <a:bodyPr anchor="ctr">
            <a:normAutofit/>
          </a:bodyPr>
          <a:lstStyle/>
          <a:p>
            <a:r>
              <a:rPr lang="el-GR" sz="1200" dirty="0"/>
              <a:t>Να αναγνωρίζουμε τις κύριες Περιφερειακές Μονάδες Αποθήκευσης και φακέλους που συναντούμε στο ΓΠΕ και να βλέπουμε το περιεχόμενό τους</a:t>
            </a:r>
            <a:endParaRPr lang="en-US" sz="1200" dirty="0"/>
          </a:p>
          <a:p>
            <a:r>
              <a:rPr lang="el-GR" sz="1200" dirty="0"/>
              <a:t> Να αναφέρουμε τι είναι φάκελος και τι υποφάκελος </a:t>
            </a:r>
            <a:endParaRPr lang="en-US" sz="1200" dirty="0"/>
          </a:p>
          <a:p>
            <a:r>
              <a:rPr lang="el-GR" sz="1200" dirty="0"/>
              <a:t>Να αναφέρουμε τα πλεονεκτήματα που παρέχουν οι φάκελοι </a:t>
            </a:r>
            <a:endParaRPr lang="en-US" sz="1200" dirty="0"/>
          </a:p>
          <a:p>
            <a:r>
              <a:rPr lang="el-GR" sz="1200" dirty="0"/>
              <a:t>Να αναγνωρίζουμε τη δενδροειδή ιεραρχία φακέλων και αρχείων σε έναν υπολογιστή </a:t>
            </a:r>
            <a:endParaRPr lang="en-US" sz="1200" dirty="0"/>
          </a:p>
          <a:p>
            <a:r>
              <a:rPr lang="el-GR" sz="1200" dirty="0"/>
              <a:t>Να αναγνωρίζουμε τη διαδρομή ενός φακέλου/αρχείου </a:t>
            </a:r>
            <a:endParaRPr lang="en-US" sz="1200" dirty="0"/>
          </a:p>
          <a:p>
            <a:r>
              <a:rPr lang="el-GR" sz="1200" dirty="0"/>
              <a:t>Να δημιουργούμε, μετονομάζουμε και διαγράφουμε αρχεία και φακέλους</a:t>
            </a:r>
            <a:endParaRPr lang="en-US" sz="1200" dirty="0"/>
          </a:p>
          <a:p>
            <a:r>
              <a:rPr lang="el-GR" sz="1200" dirty="0"/>
              <a:t> Να δημιουργούμε αντίγραφο, μετακινούμε αρχεία από ένα φάκελο σε άλλο</a:t>
            </a:r>
            <a:endParaRPr lang="en-US" sz="1200"/>
          </a:p>
          <a:p>
            <a:r>
              <a:rPr lang="el-GR" sz="1200"/>
              <a:t> Να χρησιμοποιούμε τον κάδο ανακύκλωσης για να διαγράφουμε και να ανακαλούμε αρχεία.</a:t>
            </a:r>
            <a:endParaRPr lang="en-CY" sz="1800" dirty="0">
              <a:solidFill>
                <a:schemeClr val="tx2"/>
              </a:solidFill>
            </a:endParaRPr>
          </a:p>
        </p:txBody>
      </p:sp>
    </p:spTree>
    <p:extLst>
      <p:ext uri="{BB962C8B-B14F-4D97-AF65-F5344CB8AC3E}">
        <p14:creationId xmlns:p14="http://schemas.microsoft.com/office/powerpoint/2010/main" val="4279378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5F75C04-03CC-572D-4771-8C1A7FD6BF2D}"/>
              </a:ext>
            </a:extLst>
          </p:cNvPr>
          <p:cNvSpPr>
            <a:spLocks noGrp="1"/>
          </p:cNvSpPr>
          <p:nvPr>
            <p:ph type="title"/>
          </p:nvPr>
        </p:nvSpPr>
        <p:spPr>
          <a:xfrm>
            <a:off x="838200" y="2975823"/>
            <a:ext cx="4215063" cy="2398713"/>
          </a:xfrm>
        </p:spPr>
        <p:txBody>
          <a:bodyPr>
            <a:normAutofit/>
          </a:bodyPr>
          <a:lstStyle/>
          <a:p>
            <a:r>
              <a:rPr lang="el-GR" dirty="0"/>
              <a:t>Περιφερειακή Μονάδα Αποθήκευσης</a:t>
            </a:r>
            <a:endParaRPr lang="en-CY" dirty="0"/>
          </a:p>
        </p:txBody>
      </p:sp>
      <p:pic>
        <p:nvPicPr>
          <p:cNvPr id="5" name="Picture 4">
            <a:extLst>
              <a:ext uri="{FF2B5EF4-FFF2-40B4-BE49-F238E27FC236}">
                <a16:creationId xmlns:a16="http://schemas.microsoft.com/office/drawing/2014/main" id="{570EC3F3-193A-5D5A-4926-68AD156F46F8}"/>
              </a:ext>
            </a:extLst>
          </p:cNvPr>
          <p:cNvPicPr>
            <a:picLocks noChangeAspect="1"/>
          </p:cNvPicPr>
          <p:nvPr/>
        </p:nvPicPr>
        <p:blipFill>
          <a:blip r:embed="rId2"/>
          <a:stretch>
            <a:fillRect/>
          </a:stretch>
        </p:blipFill>
        <p:spPr>
          <a:xfrm>
            <a:off x="1158955" y="1244955"/>
            <a:ext cx="9875259" cy="1086277"/>
          </a:xfrm>
          <a:prstGeom prst="rect">
            <a:avLst/>
          </a:prstGeom>
        </p:spPr>
      </p:pic>
      <p:sp>
        <p:nvSpPr>
          <p:cNvPr id="3" name="Content Placeholder 2">
            <a:extLst>
              <a:ext uri="{FF2B5EF4-FFF2-40B4-BE49-F238E27FC236}">
                <a16:creationId xmlns:a16="http://schemas.microsoft.com/office/drawing/2014/main" id="{7D9E4689-F549-D93B-12C7-390B334E7845}"/>
              </a:ext>
            </a:extLst>
          </p:cNvPr>
          <p:cNvSpPr>
            <a:spLocks noGrp="1"/>
          </p:cNvSpPr>
          <p:nvPr>
            <p:ph idx="1"/>
          </p:nvPr>
        </p:nvSpPr>
        <p:spPr>
          <a:xfrm>
            <a:off x="5184475" y="2500147"/>
            <a:ext cx="6169325" cy="3561346"/>
          </a:xfrm>
        </p:spPr>
        <p:txBody>
          <a:bodyPr anchor="ctr">
            <a:noAutofit/>
          </a:bodyPr>
          <a:lstStyle/>
          <a:p>
            <a:r>
              <a:rPr lang="el-GR" dirty="0"/>
              <a:t>Μπορεί να είναι ένας σκληρός δίσκος, ένα </a:t>
            </a:r>
            <a:r>
              <a:rPr lang="en-US" dirty="0"/>
              <a:t>USB</a:t>
            </a:r>
            <a:r>
              <a:rPr lang="el-GR" dirty="0"/>
              <a:t> </a:t>
            </a:r>
            <a:r>
              <a:rPr lang="en-US" dirty="0"/>
              <a:t>flash memory</a:t>
            </a:r>
            <a:r>
              <a:rPr lang="el-GR" dirty="0"/>
              <a:t>, ένα </a:t>
            </a:r>
            <a:r>
              <a:rPr lang="en-US" dirty="0"/>
              <a:t>CD, DVD </a:t>
            </a:r>
            <a:r>
              <a:rPr lang="el-GR" dirty="0" err="1"/>
              <a:t>κ.λ</a:t>
            </a:r>
            <a:endParaRPr lang="en-US" dirty="0"/>
          </a:p>
          <a:p>
            <a:r>
              <a:rPr lang="el-GR" dirty="0"/>
              <a:t>Κάθε Περιφερειακή Μονάδα Αποθήκευσης</a:t>
            </a:r>
            <a:r>
              <a:rPr lang="en-US" dirty="0"/>
              <a:t> </a:t>
            </a:r>
            <a:r>
              <a:rPr lang="el-GR" dirty="0"/>
              <a:t>αναγνωρίζεται από ένα γράμμα του λατινικού</a:t>
            </a:r>
            <a:r>
              <a:rPr lang="en-US" dirty="0"/>
              <a:t> </a:t>
            </a:r>
            <a:r>
              <a:rPr lang="el-GR" dirty="0"/>
              <a:t>αλφαβήτου ακολουθούμενο από «:»</a:t>
            </a:r>
          </a:p>
          <a:p>
            <a:endParaRPr lang="en-CY" dirty="0"/>
          </a:p>
        </p:txBody>
      </p:sp>
    </p:spTree>
    <p:extLst>
      <p:ext uri="{BB962C8B-B14F-4D97-AF65-F5344CB8AC3E}">
        <p14:creationId xmlns:p14="http://schemas.microsoft.com/office/powerpoint/2010/main" val="1966088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Shape 2056">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F37625D-E1D8-E419-595E-518F4DC0AB91}"/>
              </a:ext>
            </a:extLst>
          </p:cNvPr>
          <p:cNvSpPr>
            <a:spLocks noGrp="1"/>
          </p:cNvSpPr>
          <p:nvPr>
            <p:ph type="title"/>
          </p:nvPr>
        </p:nvSpPr>
        <p:spPr>
          <a:xfrm>
            <a:off x="838201" y="643467"/>
            <a:ext cx="3888526" cy="1800526"/>
          </a:xfrm>
        </p:spPr>
        <p:txBody>
          <a:bodyPr>
            <a:normAutofit/>
          </a:bodyPr>
          <a:lstStyle/>
          <a:p>
            <a:r>
              <a:rPr lang="el-GR" sz="3700"/>
              <a:t>Φάκελοι (</a:t>
            </a:r>
            <a:r>
              <a:rPr lang="en-US" sz="3700"/>
              <a:t>Folders) </a:t>
            </a:r>
            <a:r>
              <a:rPr lang="el-GR" sz="3700"/>
              <a:t>και </a:t>
            </a:r>
            <a:r>
              <a:rPr lang="el-GR" sz="3700" err="1"/>
              <a:t>Υποφάκελοι</a:t>
            </a:r>
            <a:r>
              <a:rPr lang="el-GR" sz="3700"/>
              <a:t> (</a:t>
            </a:r>
            <a:r>
              <a:rPr lang="en-US" sz="3700"/>
              <a:t>Subfolders)</a:t>
            </a:r>
            <a:endParaRPr lang="en-CY" sz="3700"/>
          </a:p>
        </p:txBody>
      </p:sp>
      <p:sp>
        <p:nvSpPr>
          <p:cNvPr id="3" name="Content Placeholder 2">
            <a:extLst>
              <a:ext uri="{FF2B5EF4-FFF2-40B4-BE49-F238E27FC236}">
                <a16:creationId xmlns:a16="http://schemas.microsoft.com/office/drawing/2014/main" id="{773068AD-E20B-6505-1027-9ED4E2D7446F}"/>
              </a:ext>
            </a:extLst>
          </p:cNvPr>
          <p:cNvSpPr>
            <a:spLocks noGrp="1"/>
          </p:cNvSpPr>
          <p:nvPr>
            <p:ph idx="1"/>
          </p:nvPr>
        </p:nvSpPr>
        <p:spPr>
          <a:xfrm>
            <a:off x="838201" y="2623381"/>
            <a:ext cx="3888528" cy="3553581"/>
          </a:xfrm>
        </p:spPr>
        <p:txBody>
          <a:bodyPr>
            <a:normAutofit/>
          </a:bodyPr>
          <a:lstStyle/>
          <a:p>
            <a:r>
              <a:rPr lang="el-GR" dirty="0"/>
              <a:t>Ένας φάκελος</a:t>
            </a:r>
            <a:r>
              <a:rPr lang="en-US" dirty="0"/>
              <a:t> </a:t>
            </a:r>
            <a:r>
              <a:rPr lang="el-GR" dirty="0"/>
              <a:t>που βρίσκεται μέσα σε έναν άλλο φάκελο</a:t>
            </a:r>
            <a:r>
              <a:rPr lang="en-US" dirty="0"/>
              <a:t> </a:t>
            </a:r>
            <a:r>
              <a:rPr lang="el-GR" dirty="0"/>
              <a:t>ονομάζεται </a:t>
            </a:r>
            <a:r>
              <a:rPr lang="el-GR" dirty="0" err="1"/>
              <a:t>Υποφάκελος</a:t>
            </a:r>
            <a:r>
              <a:rPr lang="el-GR" dirty="0"/>
              <a:t> (</a:t>
            </a:r>
            <a:r>
              <a:rPr lang="el-GR" dirty="0" err="1"/>
              <a:t>Subfolder</a:t>
            </a:r>
            <a:r>
              <a:rPr lang="el-GR" dirty="0"/>
              <a:t>).</a:t>
            </a:r>
            <a:endParaRPr lang="en-US" dirty="0"/>
          </a:p>
          <a:p>
            <a:endParaRPr lang="en-US" dirty="0"/>
          </a:p>
          <a:p>
            <a:endParaRPr lang="en-CY" dirty="0"/>
          </a:p>
        </p:txBody>
      </p:sp>
      <p:pic>
        <p:nvPicPr>
          <p:cNvPr id="2050" name="Picture 2" descr="adjust security on multiple documents in many sub-folders - Laserfiche  Answers">
            <a:extLst>
              <a:ext uri="{FF2B5EF4-FFF2-40B4-BE49-F238E27FC236}">
                <a16:creationId xmlns:a16="http://schemas.microsoft.com/office/drawing/2014/main" id="{53592638-963B-3F07-7DD3-2655190C783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78810" y="643234"/>
            <a:ext cx="4591898" cy="559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269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CDD0E5-0D5B-1FBB-598E-79460BB6BC16}"/>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E17CB77F-1930-949A-76BD-FC2EA16334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Shape 2056">
            <a:extLst>
              <a:ext uri="{FF2B5EF4-FFF2-40B4-BE49-F238E27FC236}">
                <a16:creationId xmlns:a16="http://schemas.microsoft.com/office/drawing/2014/main" id="{F7509824-C0BF-B4D8-C57B-927FB9391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CD60A89-B1F4-1909-C573-5D6B3043246B}"/>
              </a:ext>
            </a:extLst>
          </p:cNvPr>
          <p:cNvSpPr>
            <a:spLocks noGrp="1"/>
          </p:cNvSpPr>
          <p:nvPr>
            <p:ph type="title"/>
          </p:nvPr>
        </p:nvSpPr>
        <p:spPr>
          <a:xfrm>
            <a:off x="838201" y="643467"/>
            <a:ext cx="3888526" cy="1800526"/>
          </a:xfrm>
        </p:spPr>
        <p:txBody>
          <a:bodyPr>
            <a:normAutofit fontScale="90000"/>
          </a:bodyPr>
          <a:lstStyle/>
          <a:p>
            <a:r>
              <a:rPr lang="el-GR" sz="3700" dirty="0"/>
              <a:t>Κάδος ανακύκλωσής</a:t>
            </a:r>
            <a:br>
              <a:rPr lang="el-GR" sz="3700" dirty="0"/>
            </a:br>
            <a:r>
              <a:rPr lang="el-GR" sz="3700" dirty="0"/>
              <a:t>(</a:t>
            </a:r>
            <a:r>
              <a:rPr lang="en-US" sz="3700" dirty="0"/>
              <a:t>recycle bin)</a:t>
            </a:r>
            <a:br>
              <a:rPr lang="en-US" sz="3700" dirty="0"/>
            </a:br>
            <a:endParaRPr lang="en-CY" sz="3700" dirty="0"/>
          </a:p>
        </p:txBody>
      </p:sp>
      <p:sp>
        <p:nvSpPr>
          <p:cNvPr id="3" name="Content Placeholder 2">
            <a:extLst>
              <a:ext uri="{FF2B5EF4-FFF2-40B4-BE49-F238E27FC236}">
                <a16:creationId xmlns:a16="http://schemas.microsoft.com/office/drawing/2014/main" id="{2BD8233D-7DEA-E3F2-7A21-40029E83936B}"/>
              </a:ext>
            </a:extLst>
          </p:cNvPr>
          <p:cNvSpPr>
            <a:spLocks noGrp="1"/>
          </p:cNvSpPr>
          <p:nvPr>
            <p:ph idx="1"/>
          </p:nvPr>
        </p:nvSpPr>
        <p:spPr>
          <a:xfrm>
            <a:off x="838201" y="2623381"/>
            <a:ext cx="3888528" cy="3553581"/>
          </a:xfrm>
        </p:spPr>
        <p:txBody>
          <a:bodyPr>
            <a:normAutofit fontScale="85000" lnSpcReduction="10000"/>
          </a:bodyPr>
          <a:lstStyle/>
          <a:p>
            <a:endParaRPr lang="en-US"/>
          </a:p>
          <a:p>
            <a:r>
              <a:rPr lang="el-GR"/>
              <a:t>Ο Κάδος Ανακύκλωσης (Recycle Bin) στα Windows είναι ένας προσωρινός χώρος αποθήκευσης για διαγραμμένα αρχεία και φακέλους, επιτρέποντάς σας να τα ανακτήσετε αν διαγραφούν κατά λάθος, μέχρι να αδειάσετε οριστικά τον κάδο.</a:t>
            </a:r>
            <a:endParaRPr lang="en-CY" dirty="0"/>
          </a:p>
        </p:txBody>
      </p:sp>
      <p:pic>
        <p:nvPicPr>
          <p:cNvPr id="5" name="Picture 4">
            <a:extLst>
              <a:ext uri="{FF2B5EF4-FFF2-40B4-BE49-F238E27FC236}">
                <a16:creationId xmlns:a16="http://schemas.microsoft.com/office/drawing/2014/main" id="{5BE078B1-EB74-C392-E396-4D8B9B871190}"/>
              </a:ext>
            </a:extLst>
          </p:cNvPr>
          <p:cNvPicPr>
            <a:picLocks noChangeAspect="1"/>
          </p:cNvPicPr>
          <p:nvPr/>
        </p:nvPicPr>
        <p:blipFill>
          <a:blip r:embed="rId2"/>
          <a:stretch>
            <a:fillRect/>
          </a:stretch>
        </p:blipFill>
        <p:spPr>
          <a:xfrm>
            <a:off x="6140450" y="477198"/>
            <a:ext cx="5526118" cy="5510852"/>
          </a:xfrm>
          <a:prstGeom prst="rect">
            <a:avLst/>
          </a:prstGeom>
        </p:spPr>
      </p:pic>
      <p:pic>
        <p:nvPicPr>
          <p:cNvPr id="7" name="Picture 6">
            <a:extLst>
              <a:ext uri="{FF2B5EF4-FFF2-40B4-BE49-F238E27FC236}">
                <a16:creationId xmlns:a16="http://schemas.microsoft.com/office/drawing/2014/main" id="{32E86BD2-7D14-0367-06B1-5386B20EC926}"/>
              </a:ext>
            </a:extLst>
          </p:cNvPr>
          <p:cNvPicPr>
            <a:picLocks noChangeAspect="1"/>
          </p:cNvPicPr>
          <p:nvPr/>
        </p:nvPicPr>
        <p:blipFill>
          <a:blip r:embed="rId3"/>
          <a:stretch>
            <a:fillRect/>
          </a:stretch>
        </p:blipFill>
        <p:spPr>
          <a:xfrm>
            <a:off x="4432806" y="1479216"/>
            <a:ext cx="1414700" cy="1800526"/>
          </a:xfrm>
          <a:prstGeom prst="rect">
            <a:avLst/>
          </a:prstGeom>
        </p:spPr>
      </p:pic>
    </p:spTree>
    <p:extLst>
      <p:ext uri="{BB962C8B-B14F-4D97-AF65-F5344CB8AC3E}">
        <p14:creationId xmlns:p14="http://schemas.microsoft.com/office/powerpoint/2010/main" val="1758289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5ED2-2552-C161-C7F7-23E2838080B1}"/>
              </a:ext>
            </a:extLst>
          </p:cNvPr>
          <p:cNvSpPr>
            <a:spLocks noGrp="1"/>
          </p:cNvSpPr>
          <p:nvPr>
            <p:ph type="title"/>
          </p:nvPr>
        </p:nvSpPr>
        <p:spPr>
          <a:xfrm>
            <a:off x="838200" y="1060682"/>
            <a:ext cx="3687041" cy="2368317"/>
          </a:xfrm>
        </p:spPr>
        <p:txBody>
          <a:bodyPr anchor="t">
            <a:normAutofit/>
          </a:bodyPr>
          <a:lstStyle/>
          <a:p>
            <a:r>
              <a:rPr lang="el-GR" sz="3200" b="1" dirty="0"/>
              <a:t>Διαδρομή (</a:t>
            </a:r>
            <a:r>
              <a:rPr lang="el-GR" sz="3200" b="1" dirty="0" err="1"/>
              <a:t>Path</a:t>
            </a:r>
            <a:r>
              <a:rPr lang="el-GR" sz="3200" dirty="0"/>
              <a:t>)</a:t>
            </a:r>
            <a:endParaRPr lang="en-CY" sz="3200" dirty="0"/>
          </a:p>
        </p:txBody>
      </p:sp>
      <p:pic>
        <p:nvPicPr>
          <p:cNvPr id="5" name="Picture 4">
            <a:extLst>
              <a:ext uri="{FF2B5EF4-FFF2-40B4-BE49-F238E27FC236}">
                <a16:creationId xmlns:a16="http://schemas.microsoft.com/office/drawing/2014/main" id="{4D96E790-5297-77AA-F0C8-903F4D2FD687}"/>
              </a:ext>
            </a:extLst>
          </p:cNvPr>
          <p:cNvPicPr>
            <a:picLocks noChangeAspect="1"/>
          </p:cNvPicPr>
          <p:nvPr/>
        </p:nvPicPr>
        <p:blipFill>
          <a:blip r:embed="rId2"/>
          <a:stretch>
            <a:fillRect/>
          </a:stretch>
        </p:blipFill>
        <p:spPr>
          <a:xfrm>
            <a:off x="746990" y="4775200"/>
            <a:ext cx="9543963" cy="1206500"/>
          </a:xfrm>
          <a:prstGeom prst="rect">
            <a:avLst/>
          </a:prstGeom>
        </p:spPr>
      </p:pic>
      <p:sp>
        <p:nvSpPr>
          <p:cNvPr id="3" name="Content Placeholder 2">
            <a:extLst>
              <a:ext uri="{FF2B5EF4-FFF2-40B4-BE49-F238E27FC236}">
                <a16:creationId xmlns:a16="http://schemas.microsoft.com/office/drawing/2014/main" id="{91AFB925-57AB-9E21-F57B-1C0C725BE967}"/>
              </a:ext>
            </a:extLst>
          </p:cNvPr>
          <p:cNvSpPr>
            <a:spLocks noGrp="1"/>
          </p:cNvSpPr>
          <p:nvPr>
            <p:ph idx="1"/>
          </p:nvPr>
        </p:nvSpPr>
        <p:spPr>
          <a:xfrm>
            <a:off x="4341092" y="1035843"/>
            <a:ext cx="7012708" cy="4945857"/>
          </a:xfrm>
        </p:spPr>
        <p:txBody>
          <a:bodyPr>
            <a:normAutofit/>
          </a:bodyPr>
          <a:lstStyle/>
          <a:p>
            <a:r>
              <a:rPr lang="el-GR" u="sng" dirty="0"/>
              <a:t>Εύκολος και σύντομος τρόπος καθορισμού της θέσης ενός</a:t>
            </a:r>
            <a:r>
              <a:rPr lang="en-US" u="sng" dirty="0"/>
              <a:t> </a:t>
            </a:r>
            <a:r>
              <a:rPr lang="el-GR" u="sng" dirty="0"/>
              <a:t>αρχείου ή φακέλου</a:t>
            </a:r>
            <a:r>
              <a:rPr lang="el-GR" dirty="0"/>
              <a:t>, ξεκινώντας από τη μονάδα αποθήκευσης</a:t>
            </a:r>
            <a:r>
              <a:rPr lang="en-US" dirty="0"/>
              <a:t> </a:t>
            </a:r>
            <a:r>
              <a:rPr lang="el-GR" dirty="0"/>
              <a:t>και αναγράφοντας τους φακέλους που συναντούμε μέχρι να</a:t>
            </a:r>
            <a:r>
              <a:rPr lang="en-US" dirty="0"/>
              <a:t> </a:t>
            </a:r>
            <a:r>
              <a:rPr lang="el-GR" dirty="0"/>
              <a:t>φτάσουμε στο αρχείο μας, διαχωρίζοντας τους με το</a:t>
            </a:r>
            <a:r>
              <a:rPr lang="en-US" dirty="0"/>
              <a:t> </a:t>
            </a:r>
            <a:r>
              <a:rPr lang="el-GR" dirty="0"/>
              <a:t>σύμβολο «\», </a:t>
            </a:r>
            <a:endParaRPr lang="en-US" dirty="0"/>
          </a:p>
          <a:p>
            <a:r>
              <a:rPr lang="el-GR" dirty="0"/>
              <a:t>π.χ. I:\Maria\Documents\</a:t>
            </a:r>
            <a:r>
              <a:rPr lang="en-US" dirty="0" err="1"/>
              <a:t>myschool</a:t>
            </a:r>
            <a:r>
              <a:rPr lang="el-GR" dirty="0"/>
              <a:t>.</a:t>
            </a:r>
            <a:r>
              <a:rPr lang="el-GR" dirty="0" err="1"/>
              <a:t>docx</a:t>
            </a:r>
            <a:r>
              <a:rPr lang="el-GR" dirty="0"/>
              <a:t>.</a:t>
            </a:r>
            <a:endParaRPr lang="en-CY" dirty="0"/>
          </a:p>
        </p:txBody>
      </p:sp>
      <p:grpSp>
        <p:nvGrpSpPr>
          <p:cNvPr id="10" name="Group 9">
            <a:extLst>
              <a:ext uri="{FF2B5EF4-FFF2-40B4-BE49-F238E27FC236}">
                <a16:creationId xmlns:a16="http://schemas.microsoft.com/office/drawing/2014/main" id="{7D2D829D-2830-5F07-E40B-C351944AB1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521FC5EF-435E-F74E-11C5-A935C7066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F3CE81-94AA-585B-379D-CB757AFCC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36248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A4F9A4-F8A2-79BA-EE06-591EFBA22498}"/>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dirty="0" err="1">
                <a:solidFill>
                  <a:schemeClr val="tx1"/>
                </a:solidFill>
                <a:latin typeface="+mj-lt"/>
                <a:ea typeface="+mj-ea"/>
                <a:cs typeface="+mj-cs"/>
              </a:rPr>
              <a:t>Άσκησ</a:t>
            </a:r>
            <a:r>
              <a:rPr lang="el-GR" sz="6600" dirty="0"/>
              <a:t>εις</a:t>
            </a:r>
            <a:endParaRPr lang="en-US" sz="66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91B3DDDC-834E-AF62-F1F9-9F5F614075E2}"/>
              </a:ext>
            </a:extLst>
          </p:cNvPr>
          <p:cNvSpPr>
            <a:spLocks noGrp="1"/>
          </p:cNvSpPr>
          <p:nvPr>
            <p:ph idx="1"/>
          </p:nvPr>
        </p:nvSpPr>
        <p:spPr>
          <a:xfrm>
            <a:off x="638882" y="4631161"/>
            <a:ext cx="3571810" cy="1559327"/>
          </a:xfrm>
        </p:spPr>
        <p:txBody>
          <a:bodyPr vert="horz" lIns="91440" tIns="45720" rIns="91440" bIns="45720" rtlCol="0">
            <a:normAutofit/>
          </a:bodyPr>
          <a:lstStyle/>
          <a:p>
            <a:pPr marL="0" indent="0">
              <a:buNone/>
            </a:pPr>
            <a:r>
              <a:rPr lang="el-GR" sz="3200" dirty="0"/>
              <a:t>1-19</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στη</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σελίδ</a:t>
            </a:r>
            <a:r>
              <a:rPr lang="en-US" sz="3200" kern="1200" dirty="0">
                <a:solidFill>
                  <a:schemeClr val="tx1"/>
                </a:solidFill>
                <a:latin typeface="+mn-lt"/>
                <a:ea typeface="+mn-ea"/>
                <a:cs typeface="+mn-cs"/>
              </a:rPr>
              <a:t>α 4</a:t>
            </a:r>
            <a:r>
              <a:rPr lang="el-GR" sz="3200" kern="1200" dirty="0">
                <a:solidFill>
                  <a:schemeClr val="tx1"/>
                </a:solidFill>
                <a:latin typeface="+mn-lt"/>
                <a:ea typeface="+mn-ea"/>
                <a:cs typeface="+mn-cs"/>
              </a:rPr>
              <a:t>3</a:t>
            </a:r>
            <a:endParaRPr lang="en-US" sz="3200" kern="1200" dirty="0">
              <a:solidFill>
                <a:schemeClr val="tx1"/>
              </a:solidFill>
              <a:latin typeface="+mn-lt"/>
              <a:ea typeface="+mn-ea"/>
              <a:cs typeface="+mn-cs"/>
            </a:endParaRP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485CA5F-BB49-E469-699B-5D692631FC9A}"/>
              </a:ext>
            </a:extLst>
          </p:cNvPr>
          <p:cNvPicPr>
            <a:picLocks noChangeAspect="1"/>
          </p:cNvPicPr>
          <p:nvPr/>
        </p:nvPicPr>
        <p:blipFill>
          <a:blip r:embed="rId2"/>
          <a:stretch>
            <a:fillRect/>
          </a:stretch>
        </p:blipFill>
        <p:spPr>
          <a:xfrm>
            <a:off x="5555781" y="640080"/>
            <a:ext cx="5411646" cy="5550408"/>
          </a:xfrm>
          <a:prstGeom prst="rect">
            <a:avLst/>
          </a:prstGeom>
        </p:spPr>
      </p:pic>
    </p:spTree>
    <p:extLst>
      <p:ext uri="{BB962C8B-B14F-4D97-AF65-F5344CB8AC3E}">
        <p14:creationId xmlns:p14="http://schemas.microsoft.com/office/powerpoint/2010/main" val="6436530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292</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Φάκελοι (Folders) και Υποφάκελοι (Subfolders)</vt:lpstr>
      <vt:lpstr>Φάκελοι (Folders) και Υποφάκελοι (Subfolders)</vt:lpstr>
      <vt:lpstr>Τι θα μάθουμε σήμερα</vt:lpstr>
      <vt:lpstr>Περιφερειακή Μονάδα Αποθήκευσης</vt:lpstr>
      <vt:lpstr>Φάκελοι (Folders) και Υποφάκελοι (Subfolders)</vt:lpstr>
      <vt:lpstr>Κάδος ανακύκλωσής (recycle bin) </vt:lpstr>
      <vt:lpstr>Διαδρομή (Path)</vt:lpstr>
      <vt:lpstr>Άσκησεις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Φάκελοι (Folders) και Υποφάκελοι (Subfolders)</dc:title>
  <dc:creator>Σάββας Χειμώνας</dc:creator>
  <cp:lastModifiedBy>Άριστος Αρέστη</cp:lastModifiedBy>
  <cp:revision>5</cp:revision>
  <dcterms:created xsi:type="dcterms:W3CDTF">2023-10-03T17:28:35Z</dcterms:created>
  <dcterms:modified xsi:type="dcterms:W3CDTF">2026-09-24T06:47:28Z</dcterms:modified>
</cp:coreProperties>
</file>