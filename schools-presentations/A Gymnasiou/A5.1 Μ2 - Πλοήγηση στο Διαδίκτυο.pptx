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779C99-33DB-4986-B3FB-400BE960902E}" v="4" dt="2026-09-19T13:43:49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09-19T13:44:34.803" v="114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09-19T13:44:34.803" v="114"/>
        <pc:sldMkLst>
          <pc:docMk/>
          <pc:sldMk cId="1255904766" sldId="260"/>
        </pc:sldMkLst>
        <pc:spChg chg="mod">
          <ac:chgData name="Άριστος Αρέστη" userId="813aa191-2d4c-464f-9d05-0a7e494d859f" providerId="ADAL" clId="{49C7B61D-1ACF-4AFF-A04E-A3B433E32474}" dt="2026-09-19T13:44:27.552" v="112" actId="27636"/>
          <ac:spMkLst>
            <pc:docMk/>
            <pc:sldMk cId="1255904766" sldId="260"/>
            <ac:spMk id="3" creationId="{DF7B1EB3-5CB8-4F97-A48D-538537179B6C}"/>
          </ac:spMkLst>
        </pc:spChg>
        <pc:spChg chg="add del mod">
          <ac:chgData name="Άριστος Αρέστη" userId="813aa191-2d4c-464f-9d05-0a7e494d859f" providerId="ADAL" clId="{49C7B61D-1ACF-4AFF-A04E-A3B433E32474}" dt="2026-09-19T13:44:34.803" v="114"/>
          <ac:spMkLst>
            <pc:docMk/>
            <pc:sldMk cId="1255904766" sldId="260"/>
            <ac:spMk id="4" creationId="{4D009DAD-2CE2-9F5D-0649-6C8E4CB21AE6}"/>
          </ac:spMkLst>
        </pc:spChg>
        <pc:picChg chg="del">
          <ac:chgData name="Άριστος Αρέστη" userId="813aa191-2d4c-464f-9d05-0a7e494d859f" providerId="ADAL" clId="{49C7B61D-1ACF-4AFF-A04E-A3B433E32474}" dt="2026-09-19T13:40:47.279" v="0" actId="478"/>
          <ac:picMkLst>
            <pc:docMk/>
            <pc:sldMk cId="1255904766" sldId="260"/>
            <ac:picMk id="11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19T13:40:48.868" v="1" actId="478"/>
          <ac:picMkLst>
            <pc:docMk/>
            <pc:sldMk cId="1255904766" sldId="260"/>
            <ac:picMk id="1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hools.ac.cy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86F846-00D5-4C1B-87ED-17182C74BF9D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552061-18DF-4032-AC85-7D4FC5DCF92C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714750" cy="3619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Α5.1 Μ2</a:t>
            </a:r>
          </a:p>
          <a:p>
            <a:pPr algn="l"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Πλοήγηση στο</a:t>
            </a:r>
          </a:p>
          <a:p>
            <a:pPr algn="l"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Διαδίκτυο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66128A-7431-4A0E-8026-C53E8ED830FC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Μετάβαση σε ιστοσελίδα με γνωστή διεύθυνση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284C5-B909-4F74-8226-295BF555C618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6191250" cy="2857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Κάνουμε κλικ στη γραμμή διευθύνσεων.</a:t>
            </a:r>
          </a:p>
          <a:p>
            <a:pPr marL="254000" indent="-152400" algn="l">
              <a:spcAft>
                <a:spcPts val="55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Πληκτρολογούμε τη διεύθυνση (URL), π.χ. www.schools.ac.cy.</a:t>
            </a:r>
          </a:p>
          <a:p>
            <a:pPr marL="254000" indent="-152400" algn="l">
              <a:spcAft>
                <a:spcPts val="55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Πατούμε Enter και περιμένουμε να εμφανιστεί η ιστοσελίδα.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2CA1C-9FAE-4FF6-AB90-90A13E0F5115}"/>
              </a:ext>
            </a:extLst>
          </p:cNvPr>
          <p:cNvSpPr>
            <a:spLocks noGrp="1"/>
          </p:cNvSpPr>
          <p:nvPr/>
        </p:nvSpPr>
        <p:spPr>
          <a:xfrm>
            <a:off x="7096125" y="1333500"/>
            <a:ext cx="4333875" cy="209550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0" y="2104576"/>
            <a:ext cx="3667125" cy="2866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F6F38F-761E-4B0A-99B3-B6F573660137}"/>
              </a:ext>
            </a:extLst>
          </p:cNvPr>
          <p:cNvSpPr>
            <a:spLocks noGrp="1"/>
          </p:cNvSpPr>
          <p:nvPr/>
        </p:nvSpPr>
        <p:spPr>
          <a:xfrm>
            <a:off x="7239000" y="3714750"/>
            <a:ext cx="4048125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Η γραμμή διευθύνσεων δείχνει πάντα τη διεύθυνση της τρέχουσας ιστοσελίδας.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2D314-8F6C-459F-8CC2-27CD7F6E787E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8EA6ED-B86A-490A-A903-E9CF006B4301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6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43ACEC6-D5EA-44CB-B4AF-5E4B4BAB8CC9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Βασικές εντολές πλοήγησης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D0A247-9179-46E5-8DDD-19E9336E4C4A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1384729"/>
            <a:ext cx="476250" cy="4118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1BF4FB-8EAF-4279-990F-973E3826E59F}"/>
              </a:ext>
            </a:extLst>
          </p:cNvPr>
          <p:cNvSpPr>
            <a:spLocks noGrp="1"/>
          </p:cNvSpPr>
          <p:nvPr/>
        </p:nvSpPr>
        <p:spPr>
          <a:xfrm>
            <a:off x="1476375" y="133350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Αρχική (Home)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61DC26-3E7C-4689-9520-D44F745C1892}"/>
              </a:ext>
            </a:extLst>
          </p:cNvPr>
          <p:cNvSpPr>
            <a:spLocks noGrp="1"/>
          </p:cNvSpPr>
          <p:nvPr/>
        </p:nvSpPr>
        <p:spPr>
          <a:xfrm>
            <a:off x="4762500" y="133350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Επιστροφή στην αρχική ιστοσελίδα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F2796C-D651-4BC8-9034-38BA96A450A2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B4B4B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" y="2286000"/>
            <a:ext cx="476250" cy="4762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B8BE35-D104-415C-B813-847823353121}"/>
              </a:ext>
            </a:extLst>
          </p:cNvPr>
          <p:cNvSpPr>
            <a:spLocks noGrp="1"/>
          </p:cNvSpPr>
          <p:nvPr/>
        </p:nvSpPr>
        <p:spPr>
          <a:xfrm>
            <a:off x="1476375" y="226695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Προηγούμενη (Back)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546B06-2C34-4BA4-BD6F-7CFC4FAE96B5}"/>
              </a:ext>
            </a:extLst>
          </p:cNvPr>
          <p:cNvSpPr>
            <a:spLocks noGrp="1"/>
          </p:cNvSpPr>
          <p:nvPr/>
        </p:nvSpPr>
        <p:spPr>
          <a:xfrm>
            <a:off x="4762500" y="226695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Μετάβαση στην προηγούμενη ιστοσελίδα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3B4107-2DFB-4438-A049-234A58EA2B33}"/>
              </a:ext>
            </a:extLst>
          </p:cNvPr>
          <p:cNvSpPr>
            <a:spLocks noGrp="1"/>
          </p:cNvSpPr>
          <p:nvPr/>
        </p:nvSpPr>
        <p:spPr>
          <a:xfrm>
            <a:off x="590550" y="308610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F4BE1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1050" y="3219450"/>
            <a:ext cx="476250" cy="4762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F50C27-E657-44BD-A14E-ADE1028C2028}"/>
              </a:ext>
            </a:extLst>
          </p:cNvPr>
          <p:cNvSpPr>
            <a:spLocks noGrp="1"/>
          </p:cNvSpPr>
          <p:nvPr/>
        </p:nvSpPr>
        <p:spPr>
          <a:xfrm>
            <a:off x="1476375" y="320040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Επόμενη (Forward)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97CFA1-6562-43EC-8F85-591CE38FE627}"/>
              </a:ext>
            </a:extLst>
          </p:cNvPr>
          <p:cNvSpPr>
            <a:spLocks noGrp="1"/>
          </p:cNvSpPr>
          <p:nvPr/>
        </p:nvSpPr>
        <p:spPr>
          <a:xfrm>
            <a:off x="4762500" y="320040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Μετάβαση στην επόμενη ιστοσελίδα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B3936E-A589-45E6-BE63-CA45EECC954C}"/>
              </a:ext>
            </a:extLst>
          </p:cNvPr>
          <p:cNvSpPr>
            <a:spLocks noGrp="1"/>
          </p:cNvSpPr>
          <p:nvPr/>
        </p:nvSpPr>
        <p:spPr>
          <a:xfrm>
            <a:off x="590550" y="401955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81050" y="4152900"/>
            <a:ext cx="476250" cy="4762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8FD0F97-9A13-4123-AF9E-A3F3E2CC6DA1}"/>
              </a:ext>
            </a:extLst>
          </p:cNvPr>
          <p:cNvSpPr>
            <a:spLocks noGrp="1"/>
          </p:cNvSpPr>
          <p:nvPr/>
        </p:nvSpPr>
        <p:spPr>
          <a:xfrm>
            <a:off x="1476375" y="413385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Διακοπή (Stop)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02E1A-644A-4270-8FA5-E0F0E40D3E19}"/>
              </a:ext>
            </a:extLst>
          </p:cNvPr>
          <p:cNvSpPr>
            <a:spLocks noGrp="1"/>
          </p:cNvSpPr>
          <p:nvPr/>
        </p:nvSpPr>
        <p:spPr>
          <a:xfrm>
            <a:off x="4762500" y="413385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Διακοπή της φόρτωσης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989766-8B9D-4856-8B6D-4A88F906322A}"/>
              </a:ext>
            </a:extLst>
          </p:cNvPr>
          <p:cNvSpPr>
            <a:spLocks noGrp="1"/>
          </p:cNvSpPr>
          <p:nvPr/>
        </p:nvSpPr>
        <p:spPr>
          <a:xfrm>
            <a:off x="590550" y="495300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81050" y="5095169"/>
            <a:ext cx="476250" cy="45861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A5003B4-6C10-4D2D-8340-38D19B3E8EFC}"/>
              </a:ext>
            </a:extLst>
          </p:cNvPr>
          <p:cNvSpPr>
            <a:spLocks noGrp="1"/>
          </p:cNvSpPr>
          <p:nvPr/>
        </p:nvSpPr>
        <p:spPr>
          <a:xfrm>
            <a:off x="1476375" y="506730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Ανανέωση (Refresh)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DB2458-28DD-4C51-86C9-F52DEE55741D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Επαναφόρτωση της ιστοσελίδας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5D9883-BB47-4ABA-987F-FDEA418EBF42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B7E07A-6D87-45CB-B2D7-9CAEE1629621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401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5A2D583-DB6A-4CC6-893C-8124E85F77C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Πρακτική πλοήγησης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1D36B8-5202-4122-B0A3-D619BCB43291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20963-31C4-4336-A2E1-C329EB4D3E7C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5A82D0-7E23-4071-BA63-D09E11A5DDCE}"/>
              </a:ext>
            </a:extLst>
          </p:cNvPr>
          <p:cNvSpPr>
            <a:spLocks noGrp="1"/>
          </p:cNvSpPr>
          <p:nvPr/>
        </p:nvSpPr>
        <p:spPr>
          <a:xfrm>
            <a:off x="1333500" y="120015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Επισκεφθείτε τις ιστοσελίδες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6F48CA-F97D-4801-A2FB-3E67C470E139}"/>
              </a:ext>
            </a:extLst>
          </p:cNvPr>
          <p:cNvSpPr>
            <a:spLocks noGrp="1"/>
          </p:cNvSpPr>
          <p:nvPr/>
        </p:nvSpPr>
        <p:spPr>
          <a:xfrm>
            <a:off x="1333500" y="1666875"/>
            <a:ext cx="4286250" cy="157162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www.schools.ac.cy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www.moec.gov.cy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www.pi.ac.cy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2B2070-4275-416B-AE00-171EF00825FF}"/>
              </a:ext>
            </a:extLst>
          </p:cNvPr>
          <p:cNvSpPr>
            <a:spLocks noGrp="1"/>
          </p:cNvSpPr>
          <p:nvPr/>
        </p:nvSpPr>
        <p:spPr>
          <a:xfrm>
            <a:off x="6134100" y="12001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CD12A-17F3-4919-A712-8D19423E8B91}"/>
              </a:ext>
            </a:extLst>
          </p:cNvPr>
          <p:cNvSpPr>
            <a:spLocks noGrp="1"/>
          </p:cNvSpPr>
          <p:nvPr/>
        </p:nvSpPr>
        <p:spPr>
          <a:xfrm>
            <a:off x="6191250" y="12573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958B9B-6C13-498C-B5FE-852BCCE182EC}"/>
              </a:ext>
            </a:extLst>
          </p:cNvPr>
          <p:cNvSpPr>
            <a:spLocks noGrp="1"/>
          </p:cNvSpPr>
          <p:nvPr/>
        </p:nvSpPr>
        <p:spPr>
          <a:xfrm>
            <a:off x="6877050" y="1200150"/>
            <a:ext cx="4095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Χρησιμοποιήστε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3E711-3ABC-40EE-996C-D20BF99D41B7}"/>
              </a:ext>
            </a:extLst>
          </p:cNvPr>
          <p:cNvSpPr>
            <a:spLocks noGrp="1"/>
          </p:cNvSpPr>
          <p:nvPr/>
        </p:nvSpPr>
        <p:spPr>
          <a:xfrm>
            <a:off x="6877050" y="1666875"/>
            <a:ext cx="4191000" cy="157162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τη λίστα της γραμμής διευθύνσεων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 και Forward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Stop και Refresh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64E7FA-585A-4DD7-9CAF-B21219B45523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7A9131-C17B-43BE-9E62-616FDE2C8A7C}"/>
              </a:ext>
            </a:extLst>
          </p:cNvPr>
          <p:cNvSpPr>
            <a:spLocks noGrp="1"/>
          </p:cNvSpPr>
          <p:nvPr/>
        </p:nvSpPr>
        <p:spPr>
          <a:xfrm>
            <a:off x="647700" y="379095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56B9F7-A360-42DF-907F-C4B7CD8A2707}"/>
              </a:ext>
            </a:extLst>
          </p:cNvPr>
          <p:cNvSpPr>
            <a:spLocks noGrp="1"/>
          </p:cNvSpPr>
          <p:nvPr/>
        </p:nvSpPr>
        <p:spPr>
          <a:xfrm>
            <a:off x="1333500" y="37338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Ελέγξτε την τρέχουσα διεύθυνση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115E4E-70DE-447F-ACDC-B97BD6029509}"/>
              </a:ext>
            </a:extLst>
          </p:cNvPr>
          <p:cNvSpPr>
            <a:spLocks noGrp="1"/>
          </p:cNvSpPr>
          <p:nvPr/>
        </p:nvSpPr>
        <p:spPr>
          <a:xfrm>
            <a:off x="1333500" y="4238625"/>
            <a:ext cx="4095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Ανοίξτε την ιστοσελίδα του σχολείου σας σε νέα καρτέλα και κλείστε μόνο αυτή την καρτέλα.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4F1D09-A485-4231-9DA9-CCE052643C3B}"/>
              </a:ext>
            </a:extLst>
          </p:cNvPr>
          <p:cNvSpPr>
            <a:spLocks noGrp="1"/>
          </p:cNvSpPr>
          <p:nvPr/>
        </p:nvSpPr>
        <p:spPr>
          <a:xfrm>
            <a:off x="6134100" y="373380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F4BE1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BFA421-1F05-4BE2-913C-0458CBA2114B}"/>
              </a:ext>
            </a:extLst>
          </p:cNvPr>
          <p:cNvSpPr>
            <a:spLocks noGrp="1"/>
          </p:cNvSpPr>
          <p:nvPr/>
        </p:nvSpPr>
        <p:spPr>
          <a:xfrm>
            <a:off x="6191250" y="379095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5F742-2886-4015-92AF-497019D877E5}"/>
              </a:ext>
            </a:extLst>
          </p:cNvPr>
          <p:cNvSpPr>
            <a:spLocks noGrp="1"/>
          </p:cNvSpPr>
          <p:nvPr/>
        </p:nvSpPr>
        <p:spPr>
          <a:xfrm>
            <a:off x="6877050" y="3733800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Επιστρέψτε στην αρχική σελίδα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11034B-1D90-4CC4-B7FF-0B389ECFE2BF}"/>
              </a:ext>
            </a:extLst>
          </p:cNvPr>
          <p:cNvSpPr>
            <a:spLocks noGrp="1"/>
          </p:cNvSpPr>
          <p:nvPr/>
        </p:nvSpPr>
        <p:spPr>
          <a:xfrm>
            <a:off x="6877050" y="4238625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Χρησιμοποιήστε το κατάλληλο εικονίδιο Home.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52D560-CA5F-4017-A8F4-3A9FF54B9655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0FA640-F0C4-4C4C-ADD2-712226312DDC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26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177621-011F-4146-844F-3E289DF6040B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Ασκήσεις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AB98A8-D7C4-4DA3-BD5A-48887CACC909}"/>
              </a:ext>
            </a:extLst>
          </p:cNvPr>
          <p:cNvSpPr>
            <a:spLocks noGrp="1"/>
          </p:cNvSpPr>
          <p:nvPr/>
        </p:nvSpPr>
        <p:spPr>
          <a:xfrm>
            <a:off x="619125" y="1200150"/>
            <a:ext cx="1762125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7B1EB3-5CB8-4F97-A48D-538537179B6C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6470650" cy="22288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>
              <a:spcAft>
                <a:spcPts val="550"/>
              </a:spcAft>
              <a:buFontTx/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l-GR"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Να επισκεφτείτε την ιστοσελίδα </a:t>
            </a:r>
            <a:r>
              <a:rPr lang="en-GB" sz="2000" dirty="0">
                <a:solidFill>
                  <a:srgbClr val="111111"/>
                </a:solidFill>
                <a:latin typeface="Arial"/>
                <a:ea typeface="Arial"/>
                <a:cs typeface="Arial"/>
                <a:hlinkClick r:id="rId3"/>
              </a:rPr>
              <a:t>www.schools.ac.cy</a:t>
            </a:r>
            <a:r>
              <a:rPr lang="en-GB"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l-GR"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και να βρείτε </a:t>
            </a:r>
            <a:r>
              <a:rPr lang="en-GB" sz="1875" dirty="0" err="1">
                <a:solidFill>
                  <a:srgbClr val="111111"/>
                </a:solidFill>
                <a:latin typeface="Arial"/>
              </a:rPr>
              <a:t>Εξετ</a:t>
            </a:r>
            <a:r>
              <a:rPr lang="en-GB" sz="1875" dirty="0">
                <a:solidFill>
                  <a:srgbClr val="111111"/>
                </a:solidFill>
                <a:latin typeface="Arial"/>
              </a:rPr>
              <a:t>αστικά Δοκίμια</a:t>
            </a:r>
            <a:r>
              <a:rPr lang="el-GR" sz="1875" dirty="0">
                <a:solidFill>
                  <a:srgbClr val="111111"/>
                </a:solidFill>
                <a:latin typeface="Arial"/>
              </a:rPr>
              <a:t> για τα Μαθηματικά.</a:t>
            </a:r>
            <a:endParaRPr lang="en-US" sz="1875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254000" indent="-152400" algn="l">
              <a:spcAft>
                <a:spcPts val="55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Σελίδες</a:t>
            </a:r>
            <a:r>
              <a:rPr sz="18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125–126</a:t>
            </a:r>
          </a:p>
          <a:p>
            <a:pPr marL="254000" indent="-152400" algn="l">
              <a:spcAft>
                <a:spcPts val="55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Δρ</a:t>
            </a:r>
            <a:r>
              <a:rPr sz="18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αστηριότητες 1–13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BC07C7-E4C7-43F4-AB05-DA9B07F2C52B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EA42E-A379-4E15-A179-047D377BA12F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9047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DocSecurity>0</DocSecurity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2026-09-12T05:07:13Z</dcterms:created>
  <dcterms:modified xsi:type="dcterms:W3CDTF">2026-09-19T13:44:36Z</dcterms:modified>
</cp:coreProperties>
</file>