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63a17415274356" /><Relationship Type="http://schemas.openxmlformats.org/officeDocument/2006/relationships/extended-properties" Target="/docProps/app.xml" Id="R2b92d4bc20604048" /><Relationship Type="http://schemas.openxmlformats.org/officeDocument/2006/relationships/officeDocument" Target="/ppt/presentation.xml" Id="Rc63f5619aa884b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543376b068494d"/>
  </p:sldMasterIdLst>
  <p:notesMasterIdLst>
    <p:notesMasterId xmlns:r="http://schemas.openxmlformats.org/officeDocument/2006/relationships" r:id="Rf854e8c0acb94304"/>
  </p:notesMasterIdLst>
  <p:sldIdLst>
    <p:sldId xmlns:r="http://schemas.openxmlformats.org/officeDocument/2006/relationships" id="256" r:id="Rf8323c5776924fd9"/>
    <p:sldId xmlns:r="http://schemas.openxmlformats.org/officeDocument/2006/relationships" id="257" r:id="R24f524efa01c4214"/>
    <p:sldId xmlns:r="http://schemas.openxmlformats.org/officeDocument/2006/relationships" id="258" r:id="Rf2d3f263559a4767"/>
    <p:sldId xmlns:r="http://schemas.openxmlformats.org/officeDocument/2006/relationships" id="259" r:id="R33b43ee9ff6b4a12"/>
    <p:sldId xmlns:r="http://schemas.openxmlformats.org/officeDocument/2006/relationships" id="260" r:id="Ra174793e92bc4846"/>
    <p:sldId xmlns:r="http://schemas.openxmlformats.org/officeDocument/2006/relationships" id="261" r:id="Rb572271d1d7c4220"/>
    <p:sldId xmlns:r="http://schemas.openxmlformats.org/officeDocument/2006/relationships" id="262" r:id="R5141ecd42d8248db"/>
    <p:sldId xmlns:r="http://schemas.openxmlformats.org/officeDocument/2006/relationships" id="263" r:id="Rfc9cb99a80f64042"/>
    <p:sldId xmlns:r="http://schemas.openxmlformats.org/officeDocument/2006/relationships" id="264" r:id="Rc72c6ae88b6441f3"/>
    <p:sldId xmlns:r="http://schemas.openxmlformats.org/officeDocument/2006/relationships" id="265" r:id="R93c32e7e72e241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4502cb1e1a4aca" /><Relationship Type="http://schemas.openxmlformats.org/officeDocument/2006/relationships/slideMaster" Target="/ppt/slideMasters/slideMaster1.xml" Id="R5c543376b068494d" /><Relationship Type="http://schemas.openxmlformats.org/officeDocument/2006/relationships/notesMaster" Target="/ppt/notesMasters/notesMaster1.xml" Id="Rf854e8c0acb94304" /><Relationship Type="http://schemas.openxmlformats.org/officeDocument/2006/relationships/presProps" Target="/ppt/presProps.xml" Id="Rc848f783b5c64362" /><Relationship Type="http://schemas.openxmlformats.org/officeDocument/2006/relationships/tableStyles" Target="/ppt/tableStyles.xml" Id="Rd612310cc6e245e1" /><Relationship Type="http://schemas.openxmlformats.org/officeDocument/2006/relationships/slide" Target="/ppt/slides/slide1.xml" Id="Rf8323c5776924fd9" /><Relationship Type="http://schemas.openxmlformats.org/officeDocument/2006/relationships/slide" Target="/ppt/slides/slide2.xml" Id="R24f524efa01c4214" /><Relationship Type="http://schemas.openxmlformats.org/officeDocument/2006/relationships/slide" Target="/ppt/slides/slide3.xml" Id="Rf2d3f263559a4767" /><Relationship Type="http://schemas.openxmlformats.org/officeDocument/2006/relationships/slide" Target="/ppt/slides/slide4.xml" Id="R33b43ee9ff6b4a12" /><Relationship Type="http://schemas.openxmlformats.org/officeDocument/2006/relationships/slide" Target="/ppt/slides/slide5.xml" Id="Ra174793e92bc4846" /><Relationship Type="http://schemas.openxmlformats.org/officeDocument/2006/relationships/slide" Target="/ppt/slides/slide6.xml" Id="Rb572271d1d7c4220" /><Relationship Type="http://schemas.openxmlformats.org/officeDocument/2006/relationships/slide" Target="/ppt/slides/slide7.xml" Id="R5141ecd42d8248db" /><Relationship Type="http://schemas.openxmlformats.org/officeDocument/2006/relationships/slide" Target="/ppt/slides/slide8.xml" Id="Rfc9cb99a80f64042" /><Relationship Type="http://schemas.openxmlformats.org/officeDocument/2006/relationships/slide" Target="/ppt/slides/slide9.xml" Id="Rc72c6ae88b6441f3" /><Relationship Type="http://schemas.openxmlformats.org/officeDocument/2006/relationships/slide" Target="/ppt/slides/slide10.xml" Id="R93c32e7e72e241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3b55ecbc0948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a3357f2bc04474" /><Relationship Type="http://schemas.openxmlformats.org/officeDocument/2006/relationships/notesMaster" Target="/ppt/notesMasters/notesMaster1.xml" Id="Rd3199725f3d748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6f7e58b5714327" /><Relationship Type="http://schemas.openxmlformats.org/officeDocument/2006/relationships/notesMaster" Target="/ppt/notesMasters/notesMaster1.xml" Id="R37531efa666840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13c9ba1d1f4e4f" /><Relationship Type="http://schemas.openxmlformats.org/officeDocument/2006/relationships/notesMaster" Target="/ppt/notesMasters/notesMaster1.xml" Id="R83404cb616774c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15b490e15e48e7" /><Relationship Type="http://schemas.openxmlformats.org/officeDocument/2006/relationships/notesMaster" Target="/ppt/notesMasters/notesMaster1.xml" Id="R6d4859e2d63b4e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302aa1e7554eb5" /><Relationship Type="http://schemas.openxmlformats.org/officeDocument/2006/relationships/notesMaster" Target="/ppt/notesMasters/notesMaster1.xml" Id="R0118b73c08874d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e05fea9af4492f" /><Relationship Type="http://schemas.openxmlformats.org/officeDocument/2006/relationships/notesMaster" Target="/ppt/notesMasters/notesMaster1.xml" Id="R696b033341f843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d8c53a4a2444e0" /><Relationship Type="http://schemas.openxmlformats.org/officeDocument/2006/relationships/notesMaster" Target="/ppt/notesMasters/notesMaster1.xml" Id="R63e3575df5e341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b3820e231244d8" /><Relationship Type="http://schemas.openxmlformats.org/officeDocument/2006/relationships/notesMaster" Target="/ppt/notesMasters/notesMaster1.xml" Id="R805eb58479584d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a052dbc8a14f80" /><Relationship Type="http://schemas.openxmlformats.org/officeDocument/2006/relationships/notesMaster" Target="/ppt/notesMasters/notesMaster1.xml" Id="Re36ade4b695e46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eae8f9882c47af" /><Relationship Type="http://schemas.openxmlformats.org/officeDocument/2006/relationships/notesMaster" Target="/ppt/notesMasters/notesMaster1.xml" Id="R333de992e0564b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8954d9e91a43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7c78643ec44a3c" /><Relationship Type="http://schemas.openxmlformats.org/officeDocument/2006/relationships/slideLayout" Target="/ppt/slideLayouts/slideLayout1.xml" Id="R1cde221450f348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de221450f348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eb1f3cd744d56" /><Relationship Type="http://schemas.openxmlformats.org/officeDocument/2006/relationships/image" Target="/ppt/media/image.png" Id="R252ec98ffc164eca" /><Relationship Type="http://schemas.openxmlformats.org/officeDocument/2006/relationships/notesSlide" Target="/ppt/notesSlides/notesSlide1.xml" Id="Rcd8e8841004049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14b9fe8a14059" /><Relationship Type="http://schemas.openxmlformats.org/officeDocument/2006/relationships/notesSlide" Target="/ppt/notesSlides/notesSlide2.xml" Id="R610e28ad18254b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92f5b844b4b03" /><Relationship Type="http://schemas.openxmlformats.org/officeDocument/2006/relationships/image" Target="/ppt/media/image2.png" Id="Rc3e93b06fbab475f" /><Relationship Type="http://schemas.openxmlformats.org/officeDocument/2006/relationships/notesSlide" Target="/ppt/notesSlides/notesSlide3.xml" Id="R5fe1981f8b3042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57e10348e4418" /><Relationship Type="http://schemas.openxmlformats.org/officeDocument/2006/relationships/image" Target="/ppt/media/image3.png" Id="Rc4d31bc5502e4ae9" /><Relationship Type="http://schemas.openxmlformats.org/officeDocument/2006/relationships/notesSlide" Target="/ppt/notesSlides/notesSlide4.xml" Id="Re9e28c3d5dbf43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f9327e8b54311" /><Relationship Type="http://schemas.openxmlformats.org/officeDocument/2006/relationships/image" Target="/ppt/media/image4.png" Id="Rb2bf81c802954358" /><Relationship Type="http://schemas.openxmlformats.org/officeDocument/2006/relationships/image" Target="/ppt/media/image5.png" Id="Rc1fe4d8678d24fec" /><Relationship Type="http://schemas.openxmlformats.org/officeDocument/2006/relationships/image" Target="/ppt/media/image6.png" Id="Rf47b5ef01a164777" /><Relationship Type="http://schemas.openxmlformats.org/officeDocument/2006/relationships/image" Target="/ppt/media/image7.png" Id="Rd5ad77a8319c4f10" /><Relationship Type="http://schemas.openxmlformats.org/officeDocument/2006/relationships/image" Target="/ppt/media/image8.png" Id="Rb6cfaa46f17d4bcf" /><Relationship Type="http://schemas.openxmlformats.org/officeDocument/2006/relationships/notesSlide" Target="/ppt/notesSlides/notesSlide5.xml" Id="R1720f242611442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05a5d2da640a8" /><Relationship Type="http://schemas.openxmlformats.org/officeDocument/2006/relationships/image" Target="/ppt/media/image9.png" Id="R5bad69f780c845c2" /><Relationship Type="http://schemas.openxmlformats.org/officeDocument/2006/relationships/image" Target="/ppt/media/image10.png" Id="Re26a08ade8dc4f7c" /><Relationship Type="http://schemas.openxmlformats.org/officeDocument/2006/relationships/image" Target="/ppt/media/image11.png" Id="R35428c437fb24cdb" /><Relationship Type="http://schemas.openxmlformats.org/officeDocument/2006/relationships/notesSlide" Target="/ppt/notesSlides/notesSlide6.xml" Id="R21ad42d4b7104c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999601e76414e" /><Relationship Type="http://schemas.openxmlformats.org/officeDocument/2006/relationships/image" Target="/ppt/media/image12.png" Id="Rf2cdc76d31a74133" /><Relationship Type="http://schemas.openxmlformats.org/officeDocument/2006/relationships/image" Target="/ppt/media/image13.png" Id="R6f35e7e1458b453c" /><Relationship Type="http://schemas.openxmlformats.org/officeDocument/2006/relationships/image" Target="/ppt/media/image14.png" Id="R9dfe3c2ba22a43f0" /><Relationship Type="http://schemas.openxmlformats.org/officeDocument/2006/relationships/notesSlide" Target="/ppt/notesSlides/notesSlide7.xml" Id="R8e912674f1b842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22982afba4349" /><Relationship Type="http://schemas.openxmlformats.org/officeDocument/2006/relationships/notesSlide" Target="/ppt/notesSlides/notesSlide8.xml" Id="Ra990e7ccc8624d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ec649247041d8" /><Relationship Type="http://schemas.openxmlformats.org/officeDocument/2006/relationships/notesSlide" Target="/ppt/notesSlides/notesSlide9.xml" Id="R20ab5d38e20b4e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58b175103436e" /><Relationship Type="http://schemas.openxmlformats.org/officeDocument/2006/relationships/image" Target="/ppt/media/image15.png" Id="R0ae8dd7405904e35" /><Relationship Type="http://schemas.openxmlformats.org/officeDocument/2006/relationships/notesSlide" Target="/ppt/notesSlides/notesSlide10.xml" Id="R2c3e4c6b55ab40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ec98ffc164eca"/>
          <a:srcRect xmlns:a="http://schemas.openxmlformats.org/drawingml/2006/main" l="0" t="7529" r="0" b="75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73AB4-97AB-42C8-9AFF-94C6316A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CE910-5E4A-47F0-8201-26C8D50C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Α.2.Μ2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6EA00-2DA3-4361-9532-740BE040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7524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Μονάδες και Περιφερειακά του Υπολογιστή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8352C-AED1-4F37-910A-4349866C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930901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18C26-0F09-42EA-948F-0599C519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Υλικό και λογισμικό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F242F-5D5C-4C98-B3A6-191B1D21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68C75-54BB-46BF-828B-3FE924A7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988BA-883D-497B-BAF5-B4920F2A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143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DF07A-87B9-4FA8-869A-C7D2FBA1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Υλικό (Hardware)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5679D-E0E9-4E32-9761-78DE4266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90775"/>
            <a:ext cx="4429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Όλα τα ηλεκτρονικά και μηχανικά εξαρτήματα και οι συσκευές που μπορούμε να δούμε και να αγγίξουμε: CPU, RAM, οθόνη, πληκτρολόγιο, δίσκος.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EBD28-1F43-4888-8970-922594E2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66875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8EF23-DBF2-426C-9275-E4905A9F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66875"/>
            <a:ext cx="1143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AC55B-3054-4615-8353-874AA50E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573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Λογισμικό (Software)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B619D-FFDD-4A37-9B96-1CBF35E4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90775"/>
            <a:ext cx="4429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Τα άυλα προγράμματα που δίνουν εντολές και συντονίζουν το υλικό ώστε ο υπολογιστής να εκτελέσει μια εργασία.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F9549-F64A-4AA7-8DE1-E16D3BB9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86375"/>
            <a:ext cx="771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Το υλικό εκτελεί — το λογισμικό καθοδηγεί.</a:t>
            </a:r>
          </a:p>
        </p:txBody>
      </p:sp>
    </p:spTree>
    <p:extLst>
      <p:ext uri="{BB962C8B-B14F-4D97-AF65-F5344CB8AC3E}">
        <p14:creationId xmlns:p14="http://schemas.microsoft.com/office/powerpoint/2010/main" val="14123996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95C0A-A118-443A-9D5E-B4C3F82D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Οι τέσσερις βασικές λειτουργίες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F2B3D-3358-4CCF-AF70-1E19AB1A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32CCB-13B9-4DCE-9B1F-65E5A577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DAF2"/>
          </a:solidFill>
          <a:ln xmlns:a="http://schemas.openxmlformats.org/drawingml/2006/main" w="9525">
            <a:solidFill>
              <a:srgbClr val="C4C5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79245-A406-4E77-B15F-995E7DDF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478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42D9B-478D-43D1-BBE9-A2081F76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85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F3087-DB83-4B9B-BED1-2DBA9136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764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Είσοδος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A3196-D4CC-49D4-9332-369496C1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222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Δεδομένα προς τον υπολογιστή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DB6BA-017D-4F4E-B44C-6DEC8517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DAF2"/>
          </a:solidFill>
          <a:ln xmlns:a="http://schemas.openxmlformats.org/drawingml/2006/main" w="9525">
            <a:solidFill>
              <a:srgbClr val="C4C5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A0CA8-5C77-4541-A355-EF35DDB7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478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64B28-0F1C-40E8-87C1-3AC1A2E3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885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ECA7F-95AE-463A-B828-4E27623B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764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Επεξεργασία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D905F-5737-48A7-AB75-ECBC2FD1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95550"/>
            <a:ext cx="222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Εκτέλεση εντολών από την CPU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FBAF0-92C4-4893-A7C1-CC7D7232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DAF2"/>
          </a:solidFill>
          <a:ln xmlns:a="http://schemas.openxmlformats.org/drawingml/2006/main" w="9525">
            <a:solidFill>
              <a:srgbClr val="C4C5D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3CFAA-1905-440E-9F74-25A3BC69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478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5A58C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83CA8-1E9E-4D37-9847-B31E2B5B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85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795E4-6E5B-49A7-A234-7FCDEA84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764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Αποθήκευση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E4A3E-8F6E-4C9B-B7DC-68DA7EBF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95550"/>
            <a:ext cx="222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Προσωρινή ή μόνιμη φύλαξη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6D7A26-E5BB-43E9-9FCC-711F6752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DAF2"/>
          </a:solidFill>
          <a:ln xmlns:a="http://schemas.openxmlformats.org/drawingml/2006/main" w="9525">
            <a:solidFill>
              <a:srgbClr val="C4C5D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7B544-0D1B-473E-B1DB-F8A7C9F6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478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6A99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81DDCD-BBE8-4EF2-B2C2-2B514949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885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8B2BAD-7DB7-4140-999E-010E334E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764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Έξοδος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306CAE-7114-48A4-9E24-F1F53F9D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95550"/>
            <a:ext cx="222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Πληροφορίες προς τον χρήστη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D7EE28-CDC2-4C0A-BEA7-52E2F2A8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Το πρόγραμμα συντονίζει τη ροή: δεδομένα → επεξεργασία → πληροφορίες.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93b06fbab475f"/>
          <a:stretch xmlns:a="http://schemas.openxmlformats.org/drawingml/2006/main"/>
        </p:blipFill>
        <p:spPr>
          <a:xfrm xmlns:a="http://schemas.openxmlformats.org/drawingml/2006/main">
            <a:off x="4174214" y="4857750"/>
            <a:ext cx="3843572" cy="85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278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0289C-DA1B-4406-AF19-17E20E40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Οι κύριες μονάδες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71A72-EC6F-4FA7-98EB-BF347275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3B5A4-D0A7-444E-A11D-543B3486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4766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F8FD4-733B-4B5B-8BDD-B0680401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4300" cy="3476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6E25B-7F82-4FD3-B6FF-53D4BB9F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ΚΜΕ / CPU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86E77-F004-4832-8D97-A483D222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95525"/>
            <a:ext cx="2952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Επεξεργάζεται τα δεδομένα εκτελώντας τις εντολές του προγράμματος. Ονομάζεται και μικροεπεξεργαστής.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9CF8F-083A-4C4D-A891-21334AA6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71625"/>
            <a:ext cx="34766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AD15B-40F2-4A88-9694-DA54D62E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71625"/>
            <a:ext cx="114300" cy="3476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25A21-7BFD-4D67-B590-9B1224BE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62125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Κύρια μνήμη / 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34854-D367-43D4-AFB6-B5BE611E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95525"/>
            <a:ext cx="2952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Γρήγορη, προσωρινή αποθήκευση πληροφοριών όσο εκτελείται ένα πρόγραμμα. Τα περιεχόμενά της χάνονται χωρίς ρεύμα.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1570F-8948-406C-9069-227C034F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71625"/>
            <a:ext cx="34766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8CC98-DA12-49E7-9FF1-1C673A91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71625"/>
            <a:ext cx="114300" cy="3476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8C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446C1-9950-4016-9A4B-75860D1A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62125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Μονάδα I/O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DC319-6CBF-4A1A-A76C-516CA0D0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95525"/>
            <a:ext cx="2952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Συνδέει τις περιφερειακές συσκευές και μεσολαβεί στην επικοινωνία τους με την ΚΜΕ.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31bc5502e4ae9"/>
          <a:stretch xmlns:a="http://schemas.openxmlformats.org/drawingml/2006/main"/>
        </p:blipFill>
        <p:spPr>
          <a:xfrm xmlns:a="http://schemas.openxmlformats.org/drawingml/2006/main">
            <a:off x="5548313" y="5191125"/>
            <a:ext cx="1095375" cy="109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1087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D2BC8-A998-4DE9-9830-53D3430A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Περιφερειακές συσκευές εισόδου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0C9C0-CB95-4319-A4B4-6A77BA38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B225C-3178-44DB-BC84-D0254069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619125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65100" algn="l">
              <a:spcAft>
                <a:spcPts val="42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Πληκτρολόγιο: εισαγωγή κειμένου, αριθμών και εντολών</a:t>
            </a:r>
          </a:p>
          <a:p xmlns:a="http://schemas.openxmlformats.org/drawingml/2006/main">
            <a:pPr marL="279400" indent="-165100" algn="l">
              <a:spcAft>
                <a:spcPts val="42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Ποντίκι: κίνηση, επιλογές και εντολές</a:t>
            </a:r>
          </a:p>
          <a:p xmlns:a="http://schemas.openxmlformats.org/drawingml/2006/main">
            <a:pPr marL="279400" indent="-165100" algn="l">
              <a:spcAft>
                <a:spcPts val="42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Σαρωτής: έντυπο ή εικόνα σε ψηφιακή μορφή</a:t>
            </a:r>
          </a:p>
          <a:p xmlns:a="http://schemas.openxmlformats.org/drawingml/2006/main">
            <a:pPr marL="279400" indent="-165100" algn="l">
              <a:spcAft>
                <a:spcPts val="42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Μικρόφωνο: εισαγωγή ήχου</a:t>
            </a:r>
          </a:p>
          <a:p xmlns:a="http://schemas.openxmlformats.org/drawingml/2006/main">
            <a:pPr marL="279400" indent="-165100" algn="l">
              <a:spcAft>
                <a:spcPts val="42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Κάμερα: εισαγωγή κινούμενης εικόνας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f81c802954358"/>
          <a:stretch xmlns:a="http://schemas.openxmlformats.org/drawingml/2006/main"/>
        </p:blipFill>
        <p:spPr>
          <a:xfrm xmlns:a="http://schemas.openxmlformats.org/drawingml/2006/main">
            <a:off x="7239000" y="1542075"/>
            <a:ext cx="2000250" cy="963976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e4d8678d24fec"/>
          <a:stretch xmlns:a="http://schemas.openxmlformats.org/drawingml/2006/main"/>
        </p:blipFill>
        <p:spPr>
          <a:xfrm xmlns:a="http://schemas.openxmlformats.org/drawingml/2006/main">
            <a:off x="9785747" y="1476375"/>
            <a:ext cx="1193006" cy="11430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b5ef01a164777"/>
          <a:stretch xmlns:a="http://schemas.openxmlformats.org/drawingml/2006/main"/>
        </p:blipFill>
        <p:spPr>
          <a:xfrm xmlns:a="http://schemas.openxmlformats.org/drawingml/2006/main">
            <a:off x="7167563" y="3000375"/>
            <a:ext cx="1381125" cy="1381125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d77a8319c4f10"/>
          <a:stretch xmlns:a="http://schemas.openxmlformats.org/drawingml/2006/main"/>
        </p:blipFill>
        <p:spPr>
          <a:xfrm xmlns:a="http://schemas.openxmlformats.org/drawingml/2006/main">
            <a:off x="8763000" y="3055938"/>
            <a:ext cx="952500" cy="1270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faa46f17d4bcf"/>
          <a:stretch xmlns:a="http://schemas.openxmlformats.org/drawingml/2006/main"/>
        </p:blipFill>
        <p:spPr>
          <a:xfrm xmlns:a="http://schemas.openxmlformats.org/drawingml/2006/main">
            <a:off x="9906000" y="3048000"/>
            <a:ext cx="1285875" cy="12858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42136-95F5-4E5C-ACFC-E72656FC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006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Ροή: περιβάλλον → υπολογιστής</a:t>
            </a:r>
          </a:p>
        </p:txBody>
      </p:sp>
    </p:spTree>
    <p:extLst>
      <p:ext uri="{BB962C8B-B14F-4D97-AF65-F5344CB8AC3E}">
        <p14:creationId xmlns:p14="http://schemas.microsoft.com/office/powerpoint/2010/main" val="20852883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B6E701-0393-48AA-B2D9-AC3C1BFE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Περιφερειακές συσκευές εξόδου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CA2C1-71C7-43C1-A1C5-A75661C2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C69EA-10E2-4F5D-904E-55307CF5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C9E86-EED6-4B2F-B932-A87754F6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143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24354-9D25-4C12-937F-33C1E6D6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Οθόνη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B29E6-80E5-4B01-8E82-89A44632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95525"/>
            <a:ext cx="28098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Προσωρινή οπτική παρουσίαση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14201-9D78-469D-B5BD-FA12F8FC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52C19-FC9A-4A1E-8651-61175C0F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1143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8C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4E4DE-F9CB-4CD6-BD68-F8F17F14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621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Εκτυπωτής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FC99D-FB74-40DB-B060-CF8AAFE1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95525"/>
            <a:ext cx="28098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Μόνιμο αντίγραφο σε χαρτί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2CAF0-8560-465E-BF82-186C840E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21500-60CE-4A2B-962B-32BFF58B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1143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994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6D7EF-0712-4608-A7E9-9F494824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621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A994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6A994E"/>
                </a:solidFill>
                <a:latin typeface="Inter"/>
                <a:ea typeface="Inter"/>
                <a:cs typeface="Inter"/>
              </a:rPr>
              <a:t>Ηχεία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B6236-2656-48F8-BDCA-79C447D6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95525"/>
            <a:ext cx="28098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Μετατροπή πληροφοριών σε ήχο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d69f780c845c2"/>
          <a:stretch xmlns:a="http://schemas.openxmlformats.org/drawingml/2006/main"/>
        </p:blipFill>
        <p:spPr>
          <a:xfrm xmlns:a="http://schemas.openxmlformats.org/drawingml/2006/main">
            <a:off x="1462995" y="2857500"/>
            <a:ext cx="1550761" cy="1238250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a08ade8dc4f7c"/>
          <a:stretch xmlns:a="http://schemas.openxmlformats.org/drawingml/2006/main"/>
        </p:blipFill>
        <p:spPr>
          <a:xfrm xmlns:a="http://schemas.openxmlformats.org/drawingml/2006/main">
            <a:off x="5000625" y="2941108"/>
            <a:ext cx="2095500" cy="1071033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28c437fb24cdb"/>
          <a:stretch xmlns:a="http://schemas.openxmlformats.org/drawingml/2006/main"/>
        </p:blipFill>
        <p:spPr>
          <a:xfrm xmlns:a="http://schemas.openxmlformats.org/drawingml/2006/main">
            <a:off x="9267076" y="2857500"/>
            <a:ext cx="1182598" cy="12382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3C205-D554-43AB-B091-3C7721FC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Ροή: υπολογιστής → περιβάλλον</a:t>
            </a:r>
          </a:p>
        </p:txBody>
      </p:sp>
    </p:spTree>
    <p:extLst>
      <p:ext uri="{BB962C8B-B14F-4D97-AF65-F5344CB8AC3E}">
        <p14:creationId xmlns:p14="http://schemas.microsoft.com/office/powerpoint/2010/main" val="18972271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B138B-D6CE-4179-97DF-0A32000E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Περιφερειακές μονάδες αποθήκευσης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F5017-3F96-4D45-A4BE-57639A7B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02499-50F2-41FC-A403-17FC8569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4766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5FFFC-04E8-4CE2-B771-E4EE75C3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4300" cy="3476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EA29C-98D2-4DA9-9EEA-B5D24F78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Σκληρός δίσκος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56BB3-7FA4-4A29-BFCB-7A1EBE04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95525"/>
            <a:ext cx="2952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Μεγάλη χωρητικότητα και μόνιμη αποθήκευση. Υπάρχουν εσωτερικοί και εξωτερικοί δίσκοι.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9DE94-FF16-4D49-B4B7-949486F9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71625"/>
            <a:ext cx="34766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EC0E6-8BDC-4FE5-91CD-DEC6D672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71625"/>
            <a:ext cx="114300" cy="3476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CF12D-1B0D-4A00-A755-08BDA785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62125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CD / DVD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E9A3F-35DE-4556-94D2-BFBA9839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95525"/>
            <a:ext cx="2952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Φορητά οπτικά μέσα για διανομή ή αντίγραφα ασφαλείας. Χρειάζονται κατάλληλο οδηγό.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81642-C2B8-40F6-BC38-44293C41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71625"/>
            <a:ext cx="34766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1EAE8-03DE-44C4-8BD9-FB15737F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71625"/>
            <a:ext cx="114300" cy="3476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8C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62249-79CB-40AF-A945-66031C9B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62125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USB Flash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C98AC-26EF-4143-A4CB-EE058707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95525"/>
            <a:ext cx="2952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Μικρό, φορητό μέσο με σχετικά μεγάλη χωρητικότητα. Αντικατέστησε σε μεγάλο βαθμό τις δισκέτες.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dc76d31a74133"/>
          <a:stretch xmlns:a="http://schemas.openxmlformats.org/drawingml/2006/main"/>
        </p:blipFill>
        <p:spPr>
          <a:xfrm xmlns:a="http://schemas.openxmlformats.org/drawingml/2006/main">
            <a:off x="1538416" y="3714750"/>
            <a:ext cx="1495168" cy="114300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5e7e1458b453c"/>
          <a:stretch xmlns:a="http://schemas.openxmlformats.org/drawingml/2006/main"/>
        </p:blipFill>
        <p:spPr>
          <a:xfrm xmlns:a="http://schemas.openxmlformats.org/drawingml/2006/main">
            <a:off x="5292786" y="3810000"/>
            <a:ext cx="1654053" cy="1000125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e3c2ba22a43f0"/>
          <a:stretch xmlns:a="http://schemas.openxmlformats.org/drawingml/2006/main"/>
        </p:blipFill>
        <p:spPr>
          <a:xfrm xmlns:a="http://schemas.openxmlformats.org/drawingml/2006/main">
            <a:off x="9203531" y="4000500"/>
            <a:ext cx="1500188" cy="66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4080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48180D-9FC3-4D5C-B8B8-F3CA8A5B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Πώς ταξινομούμε μια συσκευή;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9DC5C-B586-4F98-AEF6-2F4F33F6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DAEE8-E984-4D43-90C2-D4E65516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1076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9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7916B-433A-4483-BB0E-1DD90DE0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A83C4-715D-4F33-8938-3946CF9D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954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Προς τον υπολογιστή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E21F5-046F-45CC-8B7F-DA1EFF3A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Είσοδος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37DF1-861C-4BE7-8CC7-FC9AF25F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76400"/>
            <a:ext cx="547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Πληκτρολόγιο, σαρωτής, μικρόφωνο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BC5A5-6D79-4B52-B725-152CEBDD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1076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9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BB218-3B63-4ACE-8089-4644161E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CC33D-0CED-47CF-9B8F-2508FEF3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955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Προς το περιβάλλον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E2205-4576-4608-A621-F53C767D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765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Έξοδος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71DA4-87E1-404D-AFA1-A37FB18C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76525"/>
            <a:ext cx="547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Οθόνη, εκτυπωτής, ηχεία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075B5-2B43-4464-B6DA-B2CE9C43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1076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9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DB151-4162-4743-9146-C6C65574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5A58C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DEFE24-FC2E-4BFC-A100-F9F3E517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95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Διατηρεί πληροφορίες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3345E-B4FB-4259-A6F4-DC83C402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766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Αποθήκευση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C76FC-27F5-4F17-92D2-DEDB6351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76650"/>
            <a:ext cx="547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Σκληρός δίσκος, CD/DVD, USB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17962-4693-4EA7-AD4F-A186EA19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76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9D9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9446D-54C4-4075-BB29-A24BE9A5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6A99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24183-8342-4C8F-AB0D-0E7C39A5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958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Και προς τις δύο κατευθύνσεις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36EEC-4CB2-42C9-AB55-E65EEC2E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767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Είσοδος–Έξοδος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1A5658-88EE-4E41-A167-7D1AC66C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76775"/>
            <a:ext cx="547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Οθόνη αφής</a:t>
            </a:r>
          </a:p>
        </p:txBody>
      </p:sp>
    </p:spTree>
    <p:extLst>
      <p:ext uri="{BB962C8B-B14F-4D97-AF65-F5344CB8AC3E}">
        <p14:creationId xmlns:p14="http://schemas.microsoft.com/office/powerpoint/2010/main" val="5255384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BCD84-B3C5-4EE1-819A-49CE6050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Παραδείγματα ολοκληρωμένης λειτουργίας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38040-B85C-4F5A-8FE3-3AA5DE5F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79344-BF74-4659-9789-39A7538B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191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EA471-97BA-470A-8544-28651B38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143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29212-A14F-4478-9E92-67D672AE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Ακρόαση μουσικής από 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D056D-0305-4D15-84EE-59CF9BA4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4790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Αποθήκευση: CD  •  Έξοδος: ηχεία  •  Επεξεργασία: CPU και πρόγραμμα αναπαραγωγής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948F9-AE87-448D-8CD5-54F33991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191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04560-A1F4-4555-8550-E57E906B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1143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8C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5C6C7-695C-4812-B7AD-C72E42CB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Καταγραφή και επεξεργασία βίντεο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5D8BD-D7D1-4CB2-9881-0437A552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Είσοδος: κάμερα/μικρόφωνο  •  Αποθήκευση: δίσκος  •  Έξοδος: οθόνη/ηχεία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4DD30-877C-45D6-B990-9CEA6C96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5191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EC5BF-6470-484C-B5FF-7E48A834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1143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163E8F-784A-4D2F-A5A0-C407F3B0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Σύνταξη και εκτύπωση επιστολής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F7885-479F-4B51-B4BE-9B2B5AE2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91025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Είσοδος: πληκτρολόγιο/ποντίκι  •  Αποθήκευση: δίσκος  •  Έξοδος: οθόνη/εκτυπωτής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0749A-25DD-4FB4-AAE6-8DE69062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67125"/>
            <a:ext cx="5191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7D563-2A5D-4DEE-BA6D-D8C21F4B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67125"/>
            <a:ext cx="1143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994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F0959-D8C3-4D0D-8FA9-7BC9CB68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A994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6A994E"/>
                </a:solidFill>
                <a:latin typeface="Inter"/>
                <a:ea typeface="Inter"/>
                <a:cs typeface="Inter"/>
              </a:rPr>
              <a:t>Δημιουργία αφίσας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3DF0A-61FE-4CEB-A31E-7A69459A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91025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Είσοδος: σαρωτής  •  Αποθήκευση: USB  •  Έξοδος: οθόνη/εκτυπωτής</a:t>
            </a:r>
          </a:p>
        </p:txBody>
      </p:sp>
    </p:spTree>
    <p:extLst>
      <p:ext uri="{BB962C8B-B14F-4D97-AF65-F5344CB8AC3E}">
        <p14:creationId xmlns:p14="http://schemas.microsoft.com/office/powerpoint/2010/main" val="177239311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F72FA-49A7-44DD-AD5B-4735F5F5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Ερωτήσεις του Φύλλου Εργασίας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9B707-D240-4D63-A05B-DC62B0AB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DBFC0-D3FD-41B6-8367-DC859196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Η θεωρία καλύπτει τις ερωτήσεις του Α.2.Μ2: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E9997-0238-4882-AD82-01A0D2FC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1D167-628C-4CEB-8294-70E75CFB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CEF06-5650-4CFB-A4A8-23787F5C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Λειτουργίες και παραδείγματα μονάδων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D50FC-15A8-4511-937F-C33EC7BB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B3457-4E0C-4C42-8D09-0594E43B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3–4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D898E-6B93-4C9D-B596-E5C8D276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2415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Χρήση συσκευών και προτάσεις Ορθό/Λάθος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BEC46-EB9B-4655-B02A-5DF598BB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2623B-0617-47F6-B7F6-5DA7A4D8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5–9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6AAA2-8D75-435C-B90A-BA7CB6EF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528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Υλικό, λογισμικό, CPU και 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A3A57-9F60-4113-A35A-BC01D2AB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41C14-DEEA-4081-AC4B-F8DE885A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7867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10–11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E2D7E-7B1D-42D5-9375-BF004699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Ταξινόμηση και συμπλήρωση βασικών όρων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ECE7D-91F3-4FCC-B884-44E7FBEE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65CC9-CE23-4FA2-9B2E-1B2A33F4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7867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12–14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2E2C8-89B7-438B-9AAC-8D9F68AE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Αυτοέλεγχος και εφαρμογές σε πραγματικά σενάρια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8dd7405904e35"/>
          <a:stretch xmlns:a="http://schemas.openxmlformats.org/drawingml/2006/main"/>
        </p:blipFill>
        <p:spPr>
          <a:xfrm xmlns:a="http://schemas.openxmlformats.org/drawingml/2006/main">
            <a:off x="8334375" y="2597571"/>
            <a:ext cx="2857500" cy="1377108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016AA6-8F1A-4C9A-A1FD-A4821C12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5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Σελίδες 21–25</a:t>
            </a:r>
          </a:p>
        </p:txBody>
      </p:sp>
    </p:spTree>
    <p:extLst>
      <p:ext uri="{BB962C8B-B14F-4D97-AF65-F5344CB8AC3E}">
        <p14:creationId xmlns:p14="http://schemas.microsoft.com/office/powerpoint/2010/main" val="2131647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2026-09-26T06:30:45.9360000Z</dcterms:created>
  <dcterms:modified xsi:type="dcterms:W3CDTF">2026-09-26T06:30:45.9360000Z</dcterms:modified>
</coreProperties>
</file>