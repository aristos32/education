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delSld modSld">
      <pc:chgData name="Άριστος Αρέστη" userId="813aa191-2d4c-464f-9d05-0a7e494d859f" providerId="ADAL" clId="{49C7B61D-1ACF-4AFF-A04E-A3B433E32474}" dt="2026-10-19T14:13:35.163" v="3" actId="47"/>
      <pc:docMkLst>
        <pc:docMk/>
      </pc:docMkLst>
      <pc:sldChg chg="delSp del mod">
        <pc:chgData name="Άριστος Αρέστη" userId="813aa191-2d4c-464f-9d05-0a7e494d859f" providerId="ADAL" clId="{49C7B61D-1ACF-4AFF-A04E-A3B433E32474}" dt="2026-10-19T14:13:35.163" v="3" actId="47"/>
        <pc:sldMkLst>
          <pc:docMk/>
          <pc:sldMk cId="1200177838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D239E6-E5ED-44FF-BF78-9986CE9826EE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10CF0-0169-4D96-A128-BA366C65C1D3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Μ2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Διαχείριση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Ταχυδρομείου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B5D0DC-6015-41D3-B2BD-55CCA0AF9B2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Προώθηση μηνύματος (Forward)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8531" y="1238250"/>
            <a:ext cx="3214688" cy="31432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6B83BF-0321-43A3-971E-6242D5E8B71B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6C8B0-8562-46D0-ABC3-E4F8B1476AE5}"/>
              </a:ext>
            </a:extLst>
          </p:cNvPr>
          <p:cNvSpPr>
            <a:spLocks noGrp="1"/>
          </p:cNvSpPr>
          <p:nvPr/>
        </p:nvSpPr>
        <p:spPr>
          <a:xfrm>
            <a:off x="638175" y="1333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6C57F-4BD1-4688-9ED9-B8E7885DF73A}"/>
              </a:ext>
            </a:extLst>
          </p:cNvPr>
          <p:cNvSpPr>
            <a:spLocks noGrp="1"/>
          </p:cNvSpPr>
          <p:nvPr/>
        </p:nvSpPr>
        <p:spPr>
          <a:xfrm>
            <a:off x="1257300" y="12668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το μήνυμα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86CDF-B03F-48D5-A756-D7EC66A086CE}"/>
              </a:ext>
            </a:extLst>
          </p:cNvPr>
          <p:cNvSpPr>
            <a:spLocks noGrp="1"/>
          </p:cNvSpPr>
          <p:nvPr/>
        </p:nvSpPr>
        <p:spPr>
          <a:xfrm>
            <a:off x="1257300" y="16478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Επιλέγουμε το μήνυμα που θέλουμε να προωθήσουμε.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8D3657-D360-4F86-BD20-5700E6B3D17F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317D7-55C7-413B-8874-00A031643369}"/>
              </a:ext>
            </a:extLst>
          </p:cNvPr>
          <p:cNvSpPr>
            <a:spLocks noGrp="1"/>
          </p:cNvSpPr>
          <p:nvPr/>
        </p:nvSpPr>
        <p:spPr>
          <a:xfrm>
            <a:off x="638175" y="26193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B54FC-62B4-4F03-934F-7EED4D95B5B2}"/>
              </a:ext>
            </a:extLst>
          </p:cNvPr>
          <p:cNvSpPr>
            <a:spLocks noGrp="1"/>
          </p:cNvSpPr>
          <p:nvPr/>
        </p:nvSpPr>
        <p:spPr>
          <a:xfrm>
            <a:off x="1257300" y="2552700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Forward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5B1A-1DAA-4DC1-9712-C73A903F6DA0}"/>
              </a:ext>
            </a:extLst>
          </p:cNvPr>
          <p:cNvSpPr>
            <a:spLocks noGrp="1"/>
          </p:cNvSpPr>
          <p:nvPr/>
        </p:nvSpPr>
        <p:spPr>
          <a:xfrm>
            <a:off x="1257300" y="2933700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Το περιεχόμενο του αρχικού μηνύματος παραμένει.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2F8AB0-9477-4CCF-A4FF-7EB3B3AA4EED}"/>
              </a:ext>
            </a:extLst>
          </p:cNvPr>
          <p:cNvSpPr>
            <a:spLocks noGrp="1"/>
          </p:cNvSpPr>
          <p:nvPr/>
        </p:nvSpPr>
        <p:spPr>
          <a:xfrm>
            <a:off x="590550" y="38576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55E08-71F2-4290-94C7-C02CE9B745A8}"/>
              </a:ext>
            </a:extLst>
          </p:cNvPr>
          <p:cNvSpPr>
            <a:spLocks noGrp="1"/>
          </p:cNvSpPr>
          <p:nvPr/>
        </p:nvSpPr>
        <p:spPr>
          <a:xfrm>
            <a:off x="638175" y="3905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87FE4-23D8-47DB-A4A5-5A3EACE7FDCC}"/>
              </a:ext>
            </a:extLst>
          </p:cNvPr>
          <p:cNvSpPr>
            <a:spLocks noGrp="1"/>
          </p:cNvSpPr>
          <p:nvPr/>
        </p:nvSpPr>
        <p:spPr>
          <a:xfrm>
            <a:off x="1257300" y="38385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Νέος παραλήπτης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DF42BF-A66B-4D94-A7A9-C0489E9BD16A}"/>
              </a:ext>
            </a:extLst>
          </p:cNvPr>
          <p:cNvSpPr>
            <a:spLocks noGrp="1"/>
          </p:cNvSpPr>
          <p:nvPr/>
        </p:nvSpPr>
        <p:spPr>
          <a:xfrm>
            <a:off x="1257300" y="42195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Συμπληρώνουμε το Προς και πατάμε Αποστολή.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D056BA-8D2A-494E-B31D-154A3856F1D2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Η προώθηση στέλνει ένα ήδη ληφθέν μήνυμα σε νέο παραλήπτη.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3B3147-DDB6-41A1-ACDD-1994206A5C71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31CC60-1791-4AAD-95E7-0E5775BDC549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02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3ADD9C-9D9B-43C4-8E6F-02E02BCF2E8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Κοινοποίηση (Cc) και κρυφή κοινοποίηση (Bcc)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139089-2D34-4E11-A362-8EA5BA93392C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5F8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4E812C-23E9-4124-8431-47B74D85B92B}"/>
              </a:ext>
            </a:extLst>
          </p:cNvPr>
          <p:cNvSpPr>
            <a:spLocks noGrp="1"/>
          </p:cNvSpPr>
          <p:nvPr/>
        </p:nvSpPr>
        <p:spPr>
          <a:xfrm>
            <a:off x="876300" y="16002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3AF2A-D456-48B9-8E9F-07D265C1C7D9}"/>
              </a:ext>
            </a:extLst>
          </p:cNvPr>
          <p:cNvSpPr>
            <a:spLocks noGrp="1"/>
          </p:cNvSpPr>
          <p:nvPr/>
        </p:nvSpPr>
        <p:spPr>
          <a:xfrm>
            <a:off x="2190750" y="161925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 παραλήπτες βλέπουν ποιοι άλλοι έλαβαν αντίγραφο του μηνύματος.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8F020E-6165-4040-9BEA-7EB1BB870AD7}"/>
              </a:ext>
            </a:extLst>
          </p:cNvPr>
          <p:cNvSpPr>
            <a:spLocks noGrp="1"/>
          </p:cNvSpPr>
          <p:nvPr/>
        </p:nvSpPr>
        <p:spPr>
          <a:xfrm>
            <a:off x="6000750" y="133350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8F5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73AF6-868F-41D3-B2F0-AFF9FAA8FCDA}"/>
              </a:ext>
            </a:extLst>
          </p:cNvPr>
          <p:cNvSpPr>
            <a:spLocks noGrp="1"/>
          </p:cNvSpPr>
          <p:nvPr/>
        </p:nvSpPr>
        <p:spPr>
          <a:xfrm>
            <a:off x="6286500" y="16002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A61D5-3CCC-4E66-AAC2-46EC2980122C}"/>
              </a:ext>
            </a:extLst>
          </p:cNvPr>
          <p:cNvSpPr>
            <a:spLocks noGrp="1"/>
          </p:cNvSpPr>
          <p:nvPr/>
        </p:nvSpPr>
        <p:spPr>
          <a:xfrm>
            <a:off x="7620000" y="161925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 διευθύνσεις στο Bcc παραμένουν κρυφές από τους υπόλοιπους παραλήπτες.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27587" y="4191000"/>
            <a:ext cx="5536826" cy="1285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985A538-CFCA-4440-AB55-516149FC27BB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208C0-57DE-44E4-8897-C0B3688C3406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5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325950-A34B-4A4B-8C51-EF2DD10B3CD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Ποιο πεδίο χρησιμοποιούμε;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F08E16-E8F0-4DE5-8D25-B0208853E97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2E695C-335E-4600-99C8-2CA1D1B0915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3333750" cy="13335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17EAE-5789-46A8-83BE-12D97E9505BF}"/>
              </a:ext>
            </a:extLst>
          </p:cNvPr>
          <p:cNvSpPr>
            <a:spLocks noGrp="1"/>
          </p:cNvSpPr>
          <p:nvPr/>
        </p:nvSpPr>
        <p:spPr>
          <a:xfrm>
            <a:off x="82867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Προς (To)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8CB56-823F-4F1D-B09D-217AE02777DD}"/>
              </a:ext>
            </a:extLst>
          </p:cNvPr>
          <p:cNvSpPr>
            <a:spLocks noGrp="1"/>
          </p:cNvSpPr>
          <p:nvPr/>
        </p:nvSpPr>
        <p:spPr>
          <a:xfrm>
            <a:off x="92392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Κύριος παραλήπτης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0F1EBC-854E-4522-9E84-49B06D54A662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359F22-3A15-4288-BDB9-5B3746E06116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3333750" cy="133350"/>
          </a:xfrm>
          <a:prstGeom prst="rect">
            <a:avLst/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19678B-031C-4FA3-84F2-A63792863213}"/>
              </a:ext>
            </a:extLst>
          </p:cNvPr>
          <p:cNvSpPr>
            <a:spLocks noGrp="1"/>
          </p:cNvSpPr>
          <p:nvPr/>
        </p:nvSpPr>
        <p:spPr>
          <a:xfrm>
            <a:off x="454342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BE627A-FD6F-48B5-AAF1-009DC9136DAA}"/>
              </a:ext>
            </a:extLst>
          </p:cNvPr>
          <p:cNvSpPr>
            <a:spLocks noGrp="1"/>
          </p:cNvSpPr>
          <p:nvPr/>
        </p:nvSpPr>
        <p:spPr>
          <a:xfrm>
            <a:off x="463867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Ενημέρωση με ορατούς παραλήπτες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58F4DE-75B2-425A-BF41-D49E6C7A67E1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DE3D4-9C82-482F-B1C8-07AC2C13EA7C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3333750" cy="133350"/>
          </a:xfrm>
          <a:prstGeom prst="rect">
            <a:avLst/>
          </a:prstGeom>
          <a:solidFill>
            <a:srgbClr val="7B4AA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8868D-C1DB-49FD-8F66-49C3D79B3621}"/>
              </a:ext>
            </a:extLst>
          </p:cNvPr>
          <p:cNvSpPr>
            <a:spLocks noGrp="1"/>
          </p:cNvSpPr>
          <p:nvPr/>
        </p:nvSpPr>
        <p:spPr>
          <a:xfrm>
            <a:off x="825817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E0DFB-F0D0-49AA-8689-009DD523516E}"/>
              </a:ext>
            </a:extLst>
          </p:cNvPr>
          <p:cNvSpPr>
            <a:spLocks noGrp="1"/>
          </p:cNvSpPr>
          <p:nvPr/>
        </p:nvSpPr>
        <p:spPr>
          <a:xfrm>
            <a:off x="835342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Ενημέρωση χωρίς εμφάνιση των διευθύνσεων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74AC9A-30EF-47BF-B3C5-379EA1142A8F}"/>
              </a:ext>
            </a:extLst>
          </p:cNvPr>
          <p:cNvSpPr>
            <a:spLocks noGrp="1"/>
          </p:cNvSpPr>
          <p:nvPr/>
        </p:nvSpPr>
        <p:spPr>
          <a:xfrm>
            <a:off x="619125" y="50006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Για μαζική αποστολή χωρίς αποκάλυψη των διευθύνσεων χρησιμοποιούμε Bcc.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FF9F3F-9C16-405D-A284-3266B140E0B6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5ABD84-9A30-48CF-9025-E03581622F0B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4008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DocSecurity>0</DocSecurity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2026-09-12T05:23:28Z</dcterms:created>
  <dcterms:modified xsi:type="dcterms:W3CDTF">2026-10-19T14:13:37Z</dcterms:modified>
</cp:coreProperties>
</file>