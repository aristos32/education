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custSel modSld">
      <pc:chgData name="Άριστος Αρέστη" userId="813aa191-2d4c-464f-9d05-0a7e494d859f" providerId="ADAL" clId="{49C7B61D-1ACF-4AFF-A04E-A3B433E32474}" dt="2026-09-26T06:32:49.985" v="2" actId="478"/>
      <pc:docMkLst>
        <pc:docMk/>
      </pc:docMkLst>
      <pc:sldChg chg="delSp mod">
        <pc:chgData name="Άριστος Αρέστη" userId="813aa191-2d4c-464f-9d05-0a7e494d859f" providerId="ADAL" clId="{49C7B61D-1ACF-4AFF-A04E-A3B433E32474}" dt="2026-09-26T06:32:49.985" v="2" actId="478"/>
        <pc:sldMkLst>
          <pc:docMk/>
          <pc:sldMk cId="657705733" sldId="260"/>
        </pc:sldMkLst>
        <pc:picChg chg="del">
          <ac:chgData name="Άριστος Αρέστη" userId="813aa191-2d4c-464f-9d05-0a7e494d859f" providerId="ADAL" clId="{49C7B61D-1ACF-4AFF-A04E-A3B433E32474}" dt="2026-09-26T06:32:45.712" v="0" actId="478"/>
          <ac:picMkLst>
            <pc:docMk/>
            <pc:sldMk cId="657705733" sldId="260"/>
            <ac:picMk id="14" creationId="{00000000-0000-0000-0000-000000000000}"/>
          </ac:picMkLst>
        </pc:picChg>
        <pc:picChg chg="del">
          <ac:chgData name="Άριστος Αρέστη" userId="813aa191-2d4c-464f-9d05-0a7e494d859f" providerId="ADAL" clId="{49C7B61D-1ACF-4AFF-A04E-A3B433E32474}" dt="2026-09-26T06:32:48.169" v="1" actId="478"/>
          <ac:picMkLst>
            <pc:docMk/>
            <pc:sldMk cId="657705733" sldId="260"/>
            <ac:picMk id="15" creationId="{00000000-0000-0000-0000-000000000000}"/>
          </ac:picMkLst>
        </pc:picChg>
        <pc:picChg chg="del">
          <ac:chgData name="Άριστος Αρέστη" userId="813aa191-2d4c-464f-9d05-0a7e494d859f" providerId="ADAL" clId="{49C7B61D-1ACF-4AFF-A04E-A3B433E32474}" dt="2026-09-26T06:32:49.985" v="2" actId="478"/>
          <ac:picMkLst>
            <pc:docMk/>
            <pc:sldMk cId="657705733" sldId="260"/>
            <ac:picMk id="1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E7F0DA4-10A7-4E35-9EBC-4E01171676F2}"/>
              </a:ext>
            </a:extLst>
          </p:cNvPr>
          <p:cNvSpPr>
            <a:spLocks noGrp="1"/>
          </p:cNvSpPr>
          <p:nvPr/>
        </p:nvSpPr>
        <p:spPr>
          <a:xfrm>
            <a:off x="533400" y="704850"/>
            <a:ext cx="552450" cy="76200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97EF6D-F639-4B6D-ABC0-C862A8C5502E}"/>
              </a:ext>
            </a:extLst>
          </p:cNvPr>
          <p:cNvSpPr>
            <a:spLocks noGrp="1"/>
          </p:cNvSpPr>
          <p:nvPr/>
        </p:nvSpPr>
        <p:spPr>
          <a:xfrm>
            <a:off x="590550" y="1028700"/>
            <a:ext cx="3905250" cy="3810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Α5.2 Μ1</a:t>
            </a:r>
          </a:p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Διαχείριση</a:t>
            </a:r>
          </a:p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Ηλεκτρονικού</a:t>
            </a:r>
          </a:p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Ταχυδρομείου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16667" r="16667"/>
          <a:stretch>
            <a:fillRect/>
          </a:stretch>
        </p:blipFill>
        <p:spPr>
          <a:xfrm>
            <a:off x="4762500" y="0"/>
            <a:ext cx="7429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795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7C48C4-AE46-4B18-8126-0573DB3D3E36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Λήψη μηνυμάτων και βασικοί φάκελοι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524000"/>
            <a:ext cx="2333625" cy="2333625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AFAFDC5-723E-4296-9102-94863774BAF3}"/>
              </a:ext>
            </a:extLst>
          </p:cNvPr>
          <p:cNvSpPr>
            <a:spLocks noGrp="1"/>
          </p:cNvSpPr>
          <p:nvPr/>
        </p:nvSpPr>
        <p:spPr>
          <a:xfrm>
            <a:off x="3667125" y="1285875"/>
            <a:ext cx="7524750" cy="933450"/>
          </a:xfrm>
          <a:prstGeom prst="roundRect">
            <a:avLst>
              <a:gd name="adj" fmla="val 8163"/>
            </a:avLst>
          </a:prstGeom>
          <a:solidFill>
            <a:srgbClr val="F3F6F8"/>
          </a:solidFill>
          <a:ln w="9525">
            <a:solidFill>
              <a:srgbClr val="DCE2E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BB159F-6456-42AE-8AD4-11174ACE8267}"/>
              </a:ext>
            </a:extLst>
          </p:cNvPr>
          <p:cNvSpPr>
            <a:spLocks noGrp="1"/>
          </p:cNvSpPr>
          <p:nvPr/>
        </p:nvSpPr>
        <p:spPr>
          <a:xfrm>
            <a:off x="3905250" y="1419225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650" b="1">
                <a:solidFill>
                  <a:srgbClr val="F57C24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57C24"/>
                </a:solidFill>
                <a:latin typeface="Tahoma"/>
                <a:ea typeface="Tahoma"/>
                <a:cs typeface="Tahoma"/>
              </a:rPr>
              <a:t>Εισερχόμενα (Inbox)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752431-CC11-47A3-80AF-69A58C9F215F}"/>
              </a:ext>
            </a:extLst>
          </p:cNvPr>
          <p:cNvSpPr>
            <a:spLocks noGrp="1"/>
          </p:cNvSpPr>
          <p:nvPr/>
        </p:nvSpPr>
        <p:spPr>
          <a:xfrm>
            <a:off x="3905250" y="1771650"/>
            <a:ext cx="6858000" cy="304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Μηνύματα που έχουμε παραλάβει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EE9A4E8-C633-47A4-A643-22546C6A51D2}"/>
              </a:ext>
            </a:extLst>
          </p:cNvPr>
          <p:cNvSpPr>
            <a:spLocks noGrp="1"/>
          </p:cNvSpPr>
          <p:nvPr/>
        </p:nvSpPr>
        <p:spPr>
          <a:xfrm>
            <a:off x="3667125" y="2571750"/>
            <a:ext cx="7524750" cy="933450"/>
          </a:xfrm>
          <a:prstGeom prst="roundRect">
            <a:avLst>
              <a:gd name="adj" fmla="val 8163"/>
            </a:avLst>
          </a:prstGeom>
          <a:solidFill>
            <a:srgbClr val="F3F6F8"/>
          </a:solidFill>
          <a:ln w="9525">
            <a:solidFill>
              <a:srgbClr val="DCE2E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F8E54C-80A7-44F7-82F4-35DFB3957B56}"/>
              </a:ext>
            </a:extLst>
          </p:cNvPr>
          <p:cNvSpPr>
            <a:spLocks noGrp="1"/>
          </p:cNvSpPr>
          <p:nvPr/>
        </p:nvSpPr>
        <p:spPr>
          <a:xfrm>
            <a:off x="3905250" y="2705100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650" b="1">
                <a:solidFill>
                  <a:srgbClr val="5599D8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5599D8"/>
                </a:solidFill>
                <a:latin typeface="Tahoma"/>
                <a:ea typeface="Tahoma"/>
                <a:cs typeface="Tahoma"/>
              </a:rPr>
              <a:t>Εξερχόμενα (Outbox)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07BBEB-BB96-4CCC-A4C8-5A42E00E97B9}"/>
              </a:ext>
            </a:extLst>
          </p:cNvPr>
          <p:cNvSpPr>
            <a:spLocks noGrp="1"/>
          </p:cNvSpPr>
          <p:nvPr/>
        </p:nvSpPr>
        <p:spPr>
          <a:xfrm>
            <a:off x="3905250" y="3057525"/>
            <a:ext cx="6858000" cy="304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Μηνύματα που περιμένουν να αποσταλούν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4ECBF12-0B1D-4E7D-89E2-1C4181BC4C8F}"/>
              </a:ext>
            </a:extLst>
          </p:cNvPr>
          <p:cNvSpPr>
            <a:spLocks noGrp="1"/>
          </p:cNvSpPr>
          <p:nvPr/>
        </p:nvSpPr>
        <p:spPr>
          <a:xfrm>
            <a:off x="3667125" y="3857625"/>
            <a:ext cx="7524750" cy="933450"/>
          </a:xfrm>
          <a:prstGeom prst="roundRect">
            <a:avLst>
              <a:gd name="adj" fmla="val 8163"/>
            </a:avLst>
          </a:prstGeom>
          <a:solidFill>
            <a:srgbClr val="F3F6F8"/>
          </a:solidFill>
          <a:ln w="9525">
            <a:solidFill>
              <a:srgbClr val="DCE2E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60C8A6-0607-4E66-AE7B-11CD5C126854}"/>
              </a:ext>
            </a:extLst>
          </p:cNvPr>
          <p:cNvSpPr>
            <a:spLocks noGrp="1"/>
          </p:cNvSpPr>
          <p:nvPr/>
        </p:nvSpPr>
        <p:spPr>
          <a:xfrm>
            <a:off x="3905250" y="3990975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650" b="1">
                <a:solidFill>
                  <a:srgbClr val="6CAB4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6CAB4F"/>
                </a:solidFill>
                <a:latin typeface="Tahoma"/>
                <a:ea typeface="Tahoma"/>
                <a:cs typeface="Tahoma"/>
              </a:rPr>
              <a:t>Απεσταλμένα (Sent)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ED196E-F05B-4A4A-A7FA-00D7255431C2}"/>
              </a:ext>
            </a:extLst>
          </p:cNvPr>
          <p:cNvSpPr>
            <a:spLocks noGrp="1"/>
          </p:cNvSpPr>
          <p:nvPr/>
        </p:nvSpPr>
        <p:spPr>
          <a:xfrm>
            <a:off x="3905250" y="4343400"/>
            <a:ext cx="6858000" cy="304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Μηνύματα που έχουμε αποστείλει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0067B2-4870-4C63-BE24-C99A25CB48A1}"/>
              </a:ext>
            </a:extLst>
          </p:cNvPr>
          <p:cNvSpPr>
            <a:spLocks noGrp="1"/>
          </p:cNvSpPr>
          <p:nvPr/>
        </p:nvSpPr>
        <p:spPr>
          <a:xfrm>
            <a:off x="3667125" y="5286375"/>
            <a:ext cx="752475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650" b="0">
                <a:solidFill>
                  <a:srgbClr val="44444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Για ανάγνωση: Εισερχόμενα και διπλό κλικ στο μήνυμα.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033F08-F796-42FF-8955-AACC96F643EC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0D2883-9674-4E53-B38D-243776D4547E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45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97F47C4-8953-4668-8368-20701821BE82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Δημιουργία και αποστολή μηνύματος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DDE9F1-5DE4-4B4E-9A66-912FF49B3ED0}"/>
              </a:ext>
            </a:extLst>
          </p:cNvPr>
          <p:cNvSpPr>
            <a:spLocks noGrp="1"/>
          </p:cNvSpPr>
          <p:nvPr/>
        </p:nvSpPr>
        <p:spPr>
          <a:xfrm>
            <a:off x="590550" y="1285875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73C22F-5547-441A-B6F7-3EFA5AE0D253}"/>
              </a:ext>
            </a:extLst>
          </p:cNvPr>
          <p:cNvSpPr>
            <a:spLocks noGrp="1"/>
          </p:cNvSpPr>
          <p:nvPr/>
        </p:nvSpPr>
        <p:spPr>
          <a:xfrm>
            <a:off x="638175" y="13335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321C09-12E2-4893-9753-876F5087999A}"/>
              </a:ext>
            </a:extLst>
          </p:cNvPr>
          <p:cNvSpPr>
            <a:spLocks noGrp="1"/>
          </p:cNvSpPr>
          <p:nvPr/>
        </p:nvSpPr>
        <p:spPr>
          <a:xfrm>
            <a:off x="1257300" y="1266825"/>
            <a:ext cx="43815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Νέο μήνυμα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10589F-9DF0-4E63-A4A8-D10E3F166DAE}"/>
              </a:ext>
            </a:extLst>
          </p:cNvPr>
          <p:cNvSpPr>
            <a:spLocks noGrp="1"/>
          </p:cNvSpPr>
          <p:nvPr/>
        </p:nvSpPr>
        <p:spPr>
          <a:xfrm>
            <a:off x="1257300" y="1647825"/>
            <a:ext cx="4429125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Πατάμε Νέο (New).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EDD8EF-4CB5-4BCE-8053-0456F5AA7BC6}"/>
              </a:ext>
            </a:extLst>
          </p:cNvPr>
          <p:cNvSpPr>
            <a:spLocks noGrp="1"/>
          </p:cNvSpPr>
          <p:nvPr/>
        </p:nvSpPr>
        <p:spPr>
          <a:xfrm>
            <a:off x="590550" y="2571750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5599D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6A5F28-5D2B-494F-9E6B-BEE1F40C9F4A}"/>
              </a:ext>
            </a:extLst>
          </p:cNvPr>
          <p:cNvSpPr>
            <a:spLocks noGrp="1"/>
          </p:cNvSpPr>
          <p:nvPr/>
        </p:nvSpPr>
        <p:spPr>
          <a:xfrm>
            <a:off x="638175" y="261937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47DB43-FC2A-4942-96C5-C7E59B9BD154}"/>
              </a:ext>
            </a:extLst>
          </p:cNvPr>
          <p:cNvSpPr>
            <a:spLocks noGrp="1"/>
          </p:cNvSpPr>
          <p:nvPr/>
        </p:nvSpPr>
        <p:spPr>
          <a:xfrm>
            <a:off x="1257300" y="2552700"/>
            <a:ext cx="43815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Συμπλήρωση πεδίων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833663-5BA0-479F-80CF-A7DBEB3BF4C3}"/>
              </a:ext>
            </a:extLst>
          </p:cNvPr>
          <p:cNvSpPr>
            <a:spLocks noGrp="1"/>
          </p:cNvSpPr>
          <p:nvPr/>
        </p:nvSpPr>
        <p:spPr>
          <a:xfrm>
            <a:off x="1257300" y="2933700"/>
            <a:ext cx="4429125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Προς, Θέμα και κείμενο μηνύματος.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570049C-A705-4A31-A7E5-681E245F41F8}"/>
              </a:ext>
            </a:extLst>
          </p:cNvPr>
          <p:cNvSpPr>
            <a:spLocks noGrp="1"/>
          </p:cNvSpPr>
          <p:nvPr/>
        </p:nvSpPr>
        <p:spPr>
          <a:xfrm>
            <a:off x="590550" y="3857625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6CAB4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B2541B-954E-4748-95F0-331BA48011DE}"/>
              </a:ext>
            </a:extLst>
          </p:cNvPr>
          <p:cNvSpPr>
            <a:spLocks noGrp="1"/>
          </p:cNvSpPr>
          <p:nvPr/>
        </p:nvSpPr>
        <p:spPr>
          <a:xfrm>
            <a:off x="638175" y="39052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E8BBD4-F96F-46FD-B8F3-FDB382C47706}"/>
              </a:ext>
            </a:extLst>
          </p:cNvPr>
          <p:cNvSpPr>
            <a:spLocks noGrp="1"/>
          </p:cNvSpPr>
          <p:nvPr/>
        </p:nvSpPr>
        <p:spPr>
          <a:xfrm>
            <a:off x="1257300" y="3838575"/>
            <a:ext cx="43815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Αποστολή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CA1DEF-8C5D-43FC-8312-DDB1A882072D}"/>
              </a:ext>
            </a:extLst>
          </p:cNvPr>
          <p:cNvSpPr>
            <a:spLocks noGrp="1"/>
          </p:cNvSpPr>
          <p:nvPr/>
        </p:nvSpPr>
        <p:spPr>
          <a:xfrm>
            <a:off x="1257300" y="4219575"/>
            <a:ext cx="4429125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Πατάμε Αποστολή (Send).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77000" y="1388323"/>
            <a:ext cx="4857750" cy="250973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0DBA2FC-DF97-46B0-8A99-2FF9E768E57E}"/>
              </a:ext>
            </a:extLst>
          </p:cNvPr>
          <p:cNvSpPr>
            <a:spLocks noGrp="1"/>
          </p:cNvSpPr>
          <p:nvPr/>
        </p:nvSpPr>
        <p:spPr>
          <a:xfrm>
            <a:off x="6667500" y="4286250"/>
            <a:ext cx="4476750" cy="714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0">
                <a:solidFill>
                  <a:srgbClr val="444444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Το μήνυμα αποθηκεύεται στον φάκελο Απεσταλμένα.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2E14DC-A81C-479C-8434-91C3F6F4BB98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0E347E-3935-47F3-B4F1-54A38962A848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842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47B5C22-D017-4315-9A5A-2544B586AFD2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Reply, Reply all, διαγραφή και επαφές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0196" y="1381125"/>
            <a:ext cx="2810608" cy="1066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46E713-DA05-4745-80B2-6CF6A4AEBDDE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1381125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725" b="1">
                <a:solidFill>
                  <a:srgbClr val="F57C24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57C24"/>
                </a:solidFill>
                <a:latin typeface="Tahoma"/>
                <a:ea typeface="Tahoma"/>
                <a:cs typeface="Tahoma"/>
              </a:rPr>
              <a:t>Reply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4F25CF-7622-49A0-8834-087675EB8390}"/>
              </a:ext>
            </a:extLst>
          </p:cNvPr>
          <p:cNvSpPr>
            <a:spLocks noGrp="1"/>
          </p:cNvSpPr>
          <p:nvPr/>
        </p:nvSpPr>
        <p:spPr>
          <a:xfrm>
            <a:off x="523875" y="3095625"/>
            <a:ext cx="1666875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42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Απάντηση μόνο στον αποστολέα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6E0A7D-A237-44C9-AEAA-E03BD5F22A6A}"/>
              </a:ext>
            </a:extLst>
          </p:cNvPr>
          <p:cNvSpPr>
            <a:spLocks noGrp="1"/>
          </p:cNvSpPr>
          <p:nvPr/>
        </p:nvSpPr>
        <p:spPr>
          <a:xfrm>
            <a:off x="2333625" y="2686050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725" b="1">
                <a:solidFill>
                  <a:srgbClr val="5599D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5599D8"/>
                </a:solidFill>
                <a:latin typeface="Tahoma"/>
                <a:ea typeface="Tahoma"/>
                <a:cs typeface="Tahoma"/>
              </a:rPr>
              <a:t>Reply all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9E22D7-3A61-465B-ACDF-0A6101C7446E}"/>
              </a:ext>
            </a:extLst>
          </p:cNvPr>
          <p:cNvSpPr>
            <a:spLocks noGrp="1"/>
          </p:cNvSpPr>
          <p:nvPr/>
        </p:nvSpPr>
        <p:spPr>
          <a:xfrm>
            <a:off x="2190750" y="3095625"/>
            <a:ext cx="1809750" cy="838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42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Απάντηση στον αποστολέα και στους άλλους παραλήπτες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0FC276-C405-4DC9-8B04-F65123A389CF}"/>
              </a:ext>
            </a:extLst>
          </p:cNvPr>
          <p:cNvSpPr>
            <a:spLocks noGrp="1"/>
          </p:cNvSpPr>
          <p:nvPr/>
        </p:nvSpPr>
        <p:spPr>
          <a:xfrm>
            <a:off x="4476750" y="1333500"/>
            <a:ext cx="3143250" cy="3190875"/>
          </a:xfrm>
          <a:prstGeom prst="roundRect">
            <a:avLst>
              <a:gd name="adj" fmla="val 2424"/>
            </a:avLst>
          </a:prstGeom>
          <a:solidFill>
            <a:srgbClr val="F5F5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90E0B4-4262-4B57-AE1F-A7EF94A867B9}"/>
              </a:ext>
            </a:extLst>
          </p:cNvPr>
          <p:cNvSpPr>
            <a:spLocks noGrp="1"/>
          </p:cNvSpPr>
          <p:nvPr/>
        </p:nvSpPr>
        <p:spPr>
          <a:xfrm>
            <a:off x="4762500" y="1581150"/>
            <a:ext cx="2571750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800" b="1">
                <a:solidFill>
                  <a:srgbClr val="6CAB4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6CAB4F"/>
                </a:solidFill>
                <a:latin typeface="Tahoma"/>
                <a:ea typeface="Tahoma"/>
                <a:cs typeface="Tahoma"/>
              </a:rPr>
              <a:t>Διαγραφή μηνύματος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F644DB-58C1-4B23-8DB5-3EA8746866ED}"/>
              </a:ext>
            </a:extLst>
          </p:cNvPr>
          <p:cNvSpPr>
            <a:spLocks noGrp="1"/>
          </p:cNvSpPr>
          <p:nvPr/>
        </p:nvSpPr>
        <p:spPr>
          <a:xfrm>
            <a:off x="4762500" y="2238375"/>
            <a:ext cx="2524125" cy="161925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54000" indent="-152400" algn="l">
              <a:spcAft>
                <a:spcPts val="520"/>
              </a:spcAft>
              <a:buChar char="•"/>
              <a:defRPr sz="15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Ανοίγουμε τον σωστό φάκελο.</a:t>
            </a:r>
          </a:p>
          <a:p>
            <a:pPr marL="254000" indent="-152400" algn="l">
              <a:spcAft>
                <a:spcPts val="520"/>
              </a:spcAft>
              <a:buChar char="•"/>
              <a:defRPr sz="15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Επιλέγουμε το μήνυμα.</a:t>
            </a:r>
          </a:p>
          <a:p>
            <a:pPr marL="254000" indent="-152400" algn="l">
              <a:spcAft>
                <a:spcPts val="520"/>
              </a:spcAft>
              <a:buChar char="•"/>
              <a:defRPr sz="15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Πατάμε Διαγραφή (Delete).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AEC979A-1D77-4254-8274-D57F9466B13D}"/>
              </a:ext>
            </a:extLst>
          </p:cNvPr>
          <p:cNvSpPr>
            <a:spLocks noGrp="1"/>
          </p:cNvSpPr>
          <p:nvPr/>
        </p:nvSpPr>
        <p:spPr>
          <a:xfrm>
            <a:off x="7953375" y="1333500"/>
            <a:ext cx="3333750" cy="3190875"/>
          </a:xfrm>
          <a:prstGeom prst="roundRect">
            <a:avLst>
              <a:gd name="adj" fmla="val 2388"/>
            </a:avLst>
          </a:prstGeom>
          <a:solidFill>
            <a:srgbClr val="F5F5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803563-D616-4756-B19B-0ADCC301421E}"/>
              </a:ext>
            </a:extLst>
          </p:cNvPr>
          <p:cNvSpPr>
            <a:spLocks noGrp="1"/>
          </p:cNvSpPr>
          <p:nvPr/>
        </p:nvSpPr>
        <p:spPr>
          <a:xfrm>
            <a:off x="8239125" y="1581150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800" b="1">
                <a:solidFill>
                  <a:srgbClr val="7B4AAC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7B4AAC"/>
                </a:solidFill>
                <a:latin typeface="Tahoma"/>
                <a:ea typeface="Tahoma"/>
                <a:cs typeface="Tahoma"/>
              </a:rPr>
              <a:t>Λίστα επαφών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5E3AAC-971F-4717-A930-EE1ADB7D3BA6}"/>
              </a:ext>
            </a:extLst>
          </p:cNvPr>
          <p:cNvSpPr>
            <a:spLocks noGrp="1"/>
          </p:cNvSpPr>
          <p:nvPr/>
        </p:nvSpPr>
        <p:spPr>
          <a:xfrm>
            <a:off x="8239125" y="2238375"/>
            <a:ext cx="2714625" cy="171450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54000" indent="-152400" algn="l">
              <a:spcAft>
                <a:spcPts val="520"/>
              </a:spcAft>
              <a:buChar char="•"/>
              <a:defRPr sz="15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Προσθέτουμε συχνές διευθύνσεις.</a:t>
            </a:r>
          </a:p>
          <a:p>
            <a:pPr marL="254000" indent="-152400" algn="l">
              <a:spcAft>
                <a:spcPts val="520"/>
              </a:spcAft>
              <a:buChar char="•"/>
              <a:defRPr sz="15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Διορθώνουμε στοιχεία επαφών.</a:t>
            </a:r>
          </a:p>
          <a:p>
            <a:pPr marL="254000" indent="-152400" algn="l">
              <a:spcAft>
                <a:spcPts val="520"/>
              </a:spcAft>
              <a:buChar char="•"/>
              <a:defRPr sz="15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Διαγράφουμε επαφές που δεν χρειαζόμαστε.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355FA4-732C-4A0C-871E-1829FC7713D8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0A9388-2507-40A7-B08F-E9F354EABF77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3619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1D855B7-4F29-4E5D-9638-6E4F833D0340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Ασκήσεις Α5.2 Μ1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B26575-4406-4423-A5F2-9A934109BB43}"/>
              </a:ext>
            </a:extLst>
          </p:cNvPr>
          <p:cNvSpPr>
            <a:spLocks noGrp="1"/>
          </p:cNvSpPr>
          <p:nvPr/>
        </p:nvSpPr>
        <p:spPr>
          <a:xfrm>
            <a:off x="619125" y="1200150"/>
            <a:ext cx="1762125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D12D6A-5102-409F-A8CF-BE45EFD7B122}"/>
              </a:ext>
            </a:extLst>
          </p:cNvPr>
          <p:cNvSpPr>
            <a:spLocks noGrp="1"/>
          </p:cNvSpPr>
          <p:nvPr/>
        </p:nvSpPr>
        <p:spPr>
          <a:xfrm>
            <a:off x="590550" y="1524000"/>
            <a:ext cx="4000500" cy="1285875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54000" indent="-152400" algn="l">
              <a:spcAft>
                <a:spcPts val="520"/>
              </a:spcAft>
              <a:buChar char="•"/>
              <a:defRPr sz="18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Σελίδες 131–133</a:t>
            </a:r>
          </a:p>
          <a:p>
            <a:pPr marL="254000" indent="-152400" algn="l">
              <a:spcAft>
                <a:spcPts val="520"/>
              </a:spcAft>
              <a:buChar char="•"/>
              <a:defRPr sz="18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Δραστηριότητες 1–14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434632-F58F-412D-83AD-8B7CB991C297}"/>
              </a:ext>
            </a:extLst>
          </p:cNvPr>
          <p:cNvSpPr>
            <a:spLocks noGrp="1"/>
          </p:cNvSpPr>
          <p:nvPr/>
        </p:nvSpPr>
        <p:spPr>
          <a:xfrm>
            <a:off x="590550" y="3143250"/>
            <a:ext cx="4000500" cy="1238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75" b="0">
                <a:solidFill>
                  <a:srgbClr val="444444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Εφαρμογή: λήψη και αποστολή, Reply/Reply all, διαγραφή και λίστα επαφών.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3026F8-A7EE-450B-898A-6ED42DAAD9FC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8A7E53-B5A8-4EFE-B6F7-E6A5FBA59FCD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7057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</Words>
  <Application>Microsoft Office PowerPoint</Application>
  <DocSecurity>0</DocSecurity>
  <PresentationFormat>Widescreen</PresentationFormat>
  <Paragraphs>45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Tahoma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2026-09-12T05:23:25Z</dcterms:created>
  <dcterms:modified xsi:type="dcterms:W3CDTF">2026-09-26T06:32:52Z</dcterms:modified>
</cp:coreProperties>
</file>