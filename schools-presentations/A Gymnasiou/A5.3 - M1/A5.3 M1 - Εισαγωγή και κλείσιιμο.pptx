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Intro"/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168ACD-6D0E-4064-9F3B-5F0E32B5A205}" v="5" dt="2026-10-26T14:40:16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Relationship Id="rIdIntro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custSel addSld delSld modSld">
      <pc:chgData name="Άριστος Αρέστη" userId="813aa191-2d4c-464f-9d05-0a7e494d859f" providerId="ADAL" clId="{49C7B61D-1ACF-4AFF-A04E-A3B433E32474}" dt="2026-10-26T14:43:58.585" v="17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26T14:43:55.858" v="16" actId="2696"/>
        <pc:sldMkLst>
          <pc:docMk/>
          <pc:sldMk cId="2007830412" sldId="256"/>
        </pc:sldMkLst>
      </pc:sldChg>
      <pc:sldChg chg="del">
        <pc:chgData name="Άριστος Αρέστη" userId="813aa191-2d4c-464f-9d05-0a7e494d859f" providerId="ADAL" clId="{49C7B61D-1ACF-4AFF-A04E-A3B433E32474}" dt="2026-10-26T14:43:55.858" v="16" actId="2696"/>
        <pc:sldMkLst>
          <pc:docMk/>
          <pc:sldMk cId="2007384165" sldId="257"/>
        </pc:sldMkLst>
      </pc:sldChg>
      <pc:sldChg chg="del">
        <pc:chgData name="Άριστος Αρέστη" userId="813aa191-2d4c-464f-9d05-0a7e494d859f" providerId="ADAL" clId="{49C7B61D-1ACF-4AFF-A04E-A3B433E32474}" dt="2026-10-26T14:43:55.858" v="16" actId="2696"/>
        <pc:sldMkLst>
          <pc:docMk/>
          <pc:sldMk cId="2047862003" sldId="258"/>
        </pc:sldMkLst>
      </pc:sldChg>
      <pc:sldChg chg="del">
        <pc:chgData name="Άριστος Αρέστη" userId="813aa191-2d4c-464f-9d05-0a7e494d859f" providerId="ADAL" clId="{49C7B61D-1ACF-4AFF-A04E-A3B433E32474}" dt="2026-10-26T14:43:55.858" v="16" actId="2696"/>
        <pc:sldMkLst>
          <pc:docMk/>
          <pc:sldMk cId="460180013" sldId="259"/>
        </pc:sldMkLst>
      </pc:sldChg>
      <pc:sldChg chg="del">
        <pc:chgData name="Άριστος Αρέστη" userId="813aa191-2d4c-464f-9d05-0a7e494d859f" providerId="ADAL" clId="{49C7B61D-1ACF-4AFF-A04E-A3B433E32474}" dt="2026-10-26T14:43:55.858" v="16" actId="2696"/>
        <pc:sldMkLst>
          <pc:docMk/>
          <pc:sldMk cId="121036748" sldId="260"/>
        </pc:sldMkLst>
      </pc:sldChg>
      <pc:sldChg chg="del">
        <pc:chgData name="Άριστος Αρέστη" userId="813aa191-2d4c-464f-9d05-0a7e494d859f" providerId="ADAL" clId="{49C7B61D-1ACF-4AFF-A04E-A3B433E32474}" dt="2026-10-26T14:43:55.858" v="16" actId="2696"/>
        <pc:sldMkLst>
          <pc:docMk/>
          <pc:sldMk cId="690790879" sldId="262"/>
        </pc:sldMkLst>
      </pc:sldChg>
      <pc:sldChg chg="modAnim">
        <pc:chgData name="Άριστος Αρέστη" userId="813aa191-2d4c-464f-9d05-0a7e494d859f" providerId="ADAL" clId="{49C7B61D-1ACF-4AFF-A04E-A3B433E32474}" dt="2026-10-26T14:40:16.513" v="15"/>
        <pc:sldMkLst>
          <pc:docMk/>
          <pc:sldMk cId="292727152" sldId="264"/>
        </pc:sldMkLst>
      </pc:sldChg>
      <pc:sldChg chg="modSp del mod">
        <pc:chgData name="Άριστος Αρέστη" userId="813aa191-2d4c-464f-9d05-0a7e494d859f" providerId="ADAL" clId="{49C7B61D-1ACF-4AFF-A04E-A3B433E32474}" dt="2026-10-26T14:43:58.585" v="17" actId="47"/>
        <pc:sldMkLst>
          <pc:docMk/>
          <pc:sldMk cId="776132989" sldId="265"/>
        </pc:sldMkLst>
      </pc:sldChg>
      <pc:sldChg chg="add del setBg">
        <pc:chgData name="Άριστος Αρέστη" userId="813aa191-2d4c-464f-9d05-0a7e494d859f" providerId="ADAL" clId="{49C7B61D-1ACF-4AFF-A04E-A3B433E32474}" dt="2026-10-26T14:43:55.858" v="16" actId="2696"/>
        <pc:sldMkLst>
          <pc:docMk/>
          <pc:sldMk cId="1459875993" sldId="266"/>
        </pc:sldMkLst>
      </pc:sldChg>
      <pc:sldChg chg="addSp modSp new del mod">
        <pc:chgData name="Άριστος Αρέστη" userId="813aa191-2d4c-464f-9d05-0a7e494d859f" providerId="ADAL" clId="{49C7B61D-1ACF-4AFF-A04E-A3B433E32474}" dt="2026-10-26T14:43:55.858" v="16" actId="2696"/>
        <pc:sldMkLst>
          <pc:docMk/>
          <pc:sldMk cId="4290348720" sldId="267"/>
        </pc:sldMkLst>
      </pc:sldChg>
      <pc:sldMasterChg chg="delSldLayout">
        <pc:chgData name="Άριστος Αρέστη" userId="813aa191-2d4c-464f-9d05-0a7e494d859f" providerId="ADAL" clId="{49C7B61D-1ACF-4AFF-A04E-A3B433E32474}" dt="2026-10-26T14:43:55.858" v="16" actId="2696"/>
        <pc:sldMasterMkLst>
          <pc:docMk/>
          <pc:sldMasterMk cId="0" sldId="2147483648"/>
        </pc:sldMasterMkLst>
        <pc:sldLayoutChg chg="del">
          <pc:chgData name="Άριστος Αρέστη" userId="813aa191-2d4c-464f-9d05-0a7e494d859f" providerId="ADAL" clId="{49C7B61D-1ACF-4AFF-A04E-A3B433E32474}" dt="2026-10-26T14:43:55.858" v="16" actId="2696"/>
          <pc:sldLayoutMkLst>
            <pc:docMk/>
            <pc:sldMasterMk cId="0" sldId="2147483648"/>
            <pc:sldLayoutMk cId="4121195374" sldId="214748365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Πηγές: σχολικό βιβλίο θεωρίας και Φύλλα Εργασίας Πληροφορικής Α΄ Γυμνασίου, ενότητα Α.5.3.Μ1. Πρότυπο μορφοποίησης: A1Μ1 Εισαγωγή στις Βασικές Έννοιες.pptx.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65E740E6-E13E-473B-A081-73FE3453142B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C27A8EB-9F25-44B5-8C3F-3B66FA1A7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5BFB5A1-9487-4ABB-AC1D-68C471443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B273C24D-2461-497A-9D95-4AD847244185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8B0BC538-1A2A-44B5-B358-20F3CD866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83B7223-094D-4C19-967B-A83C65305A1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FD562E19-1EB6-45D6-9C50-1A196F032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F922428D-2C11-42A3-B11E-7401A0562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B1074656-3348-40C9-9420-CD171E55E9A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C1DE56B-9E3A-475C-A149-A35478CCC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5CE014BC-161E-4994-81F0-D050A13A6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A2AFAA3F-66F3-43BF-B5BC-CAE674ACCAD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91233CA-57F3-46F0-B8E9-62AAFF97A49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089AAF3-09F2-4800-BD82-250335FAC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A2F66D88-0390-48E2-8BAC-000A37BF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5F402D3-6D75-458D-A619-206705506E80}"/>
              </a:ext>
            </a:extLst>
          </p:cNvPr>
          <p:cNvSpPr>
            <a:spLocks noGrp="1"/>
          </p:cNvSpPr>
          <p:nvPr/>
        </p:nvSpPr>
        <p:spPr>
          <a:xfrm>
            <a:off x="666750" y="400050"/>
            <a:ext cx="10858500" cy="6858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t">
            <a:normAutofit/>
          </a:bodyPr>
          <a:lstStyle/>
          <a:p>
            <a:pPr algn="l">
              <a:defRPr sz="2925" b="1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2925" b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Γρήγορη ανακεφαλαίωση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E6A0AD-3544-4454-9982-BB0A99C538D1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10858500" cy="28575"/>
          </a:xfrm>
          <a:prstGeom prst="rect">
            <a:avLst/>
          </a:prstGeom>
          <a:solidFill>
            <a:srgbClr val="9B9B9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DC0EA89-1C3A-462B-B78A-5219A382DA29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61B32E-FA9B-4CDA-8F01-0A6564E87577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C94C4C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34BECC-B600-4A66-B216-41ED8B80D8DD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Virus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62BBCF-42FB-4199-B129-B2948741492F}"/>
              </a:ext>
            </a:extLst>
          </p:cNvPr>
          <p:cNvSpPr>
            <a:spLocks noGrp="1"/>
          </p:cNvSpPr>
          <p:nvPr/>
        </p:nvSpPr>
        <p:spPr>
          <a:xfrm>
            <a:off x="3286125" y="1666875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Antivirus, 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ενημερώσεις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, backup, π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ροσοχή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στ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συνημμένα.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43E453-3E63-48EA-8628-84DFAA63420B}"/>
              </a:ext>
            </a:extLst>
          </p:cNvPr>
          <p:cNvSpPr>
            <a:spLocks noGrp="1"/>
          </p:cNvSpPr>
          <p:nvPr/>
        </p:nvSpPr>
        <p:spPr>
          <a:xfrm>
            <a:off x="714375" y="2571750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4C6EBE-3247-42F1-AB71-44DC35D7405B}"/>
              </a:ext>
            </a:extLst>
          </p:cNvPr>
          <p:cNvSpPr>
            <a:spLocks noGrp="1"/>
          </p:cNvSpPr>
          <p:nvPr/>
        </p:nvSpPr>
        <p:spPr>
          <a:xfrm>
            <a:off x="714375" y="257175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F47C27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524960-427F-4448-A502-69E5C1A472E4}"/>
              </a:ext>
            </a:extLst>
          </p:cNvPr>
          <p:cNvSpPr>
            <a:spLocks noGrp="1"/>
          </p:cNvSpPr>
          <p:nvPr/>
        </p:nvSpPr>
        <p:spPr>
          <a:xfrm>
            <a:off x="838200" y="274320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Spam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71FE3E-1404-4576-8092-6707A3F66F41}"/>
              </a:ext>
            </a:extLst>
          </p:cNvPr>
          <p:cNvSpPr>
            <a:spLocks noGrp="1"/>
          </p:cNvSpPr>
          <p:nvPr/>
        </p:nvSpPr>
        <p:spPr>
          <a:xfrm>
            <a:off x="3286125" y="2714625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απα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ντώ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, 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δίνω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εύκολ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το e-mail μου, ενεργοποιώ φίλτρα.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58827B-4DAA-44DC-B1C1-5D59D6760B6B}"/>
              </a:ext>
            </a:extLst>
          </p:cNvPr>
          <p:cNvSpPr>
            <a:spLocks noGrp="1"/>
          </p:cNvSpPr>
          <p:nvPr/>
        </p:nvSpPr>
        <p:spPr>
          <a:xfrm>
            <a:off x="714375" y="3619500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1005A85-4201-4551-B224-1DF707CBDF0A}"/>
              </a:ext>
            </a:extLst>
          </p:cNvPr>
          <p:cNvSpPr>
            <a:spLocks noGrp="1"/>
          </p:cNvSpPr>
          <p:nvPr/>
        </p:nvSpPr>
        <p:spPr>
          <a:xfrm>
            <a:off x="714375" y="361950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5A58CB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423C47-A95A-4A3C-B474-CAADEE86B0B5}"/>
              </a:ext>
            </a:extLst>
          </p:cNvPr>
          <p:cNvSpPr>
            <a:spLocks noGrp="1"/>
          </p:cNvSpPr>
          <p:nvPr/>
        </p:nvSpPr>
        <p:spPr>
          <a:xfrm>
            <a:off x="838200" y="379095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Phishing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326774-2AF9-4205-B14B-11B824156C3C}"/>
              </a:ext>
            </a:extLst>
          </p:cNvPr>
          <p:cNvSpPr>
            <a:spLocks noGrp="1"/>
          </p:cNvSpPr>
          <p:nvPr/>
        </p:nvSpPr>
        <p:spPr>
          <a:xfrm>
            <a:off x="3286125" y="3762375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Ελέγχω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τον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απ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οστολέ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και δεν δίνω προσωπικά στοιχεία.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A2EC96F-233B-4D1C-AA99-D3626FF8C638}"/>
              </a:ext>
            </a:extLst>
          </p:cNvPr>
          <p:cNvSpPr>
            <a:spLocks noGrp="1"/>
          </p:cNvSpPr>
          <p:nvPr/>
        </p:nvSpPr>
        <p:spPr>
          <a:xfrm>
            <a:off x="714375" y="4667250"/>
            <a:ext cx="10763250" cy="781050"/>
          </a:xfrm>
          <a:prstGeom prst="roundRect">
            <a:avLst>
              <a:gd name="adj" fmla="val 9756"/>
            </a:avLst>
          </a:prstGeom>
          <a:solidFill>
            <a:srgbClr val="F5F5F7"/>
          </a:solidFill>
          <a:ln w="9525">
            <a:solidFill>
              <a:srgbClr val="D9D9E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ADF5778-DBB6-4654-A2D1-151718F276CD}"/>
              </a:ext>
            </a:extLst>
          </p:cNvPr>
          <p:cNvSpPr>
            <a:spLocks noGrp="1"/>
          </p:cNvSpPr>
          <p:nvPr/>
        </p:nvSpPr>
        <p:spPr>
          <a:xfrm>
            <a:off x="714375" y="4667250"/>
            <a:ext cx="2333625" cy="781050"/>
          </a:xfrm>
          <a:prstGeom prst="roundRect">
            <a:avLst>
              <a:gd name="adj" fmla="val 9756"/>
            </a:avLst>
          </a:prstGeom>
          <a:solidFill>
            <a:srgbClr val="4B76C5"/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CC3ADF-24AD-4D63-84A3-36D388F0C480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defRPr sz="15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Ύποπτο μήνυμα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2B6F8F-8B93-49D8-9A06-DFBBCADCF2D6}"/>
              </a:ext>
            </a:extLst>
          </p:cNvPr>
          <p:cNvSpPr>
            <a:spLocks noGrp="1"/>
          </p:cNvSpPr>
          <p:nvPr/>
        </p:nvSpPr>
        <p:spPr>
          <a:xfrm>
            <a:off x="3286125" y="4810125"/>
            <a:ext cx="781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Inter"/>
                <a:ea typeface="Inter"/>
                <a:cs typeface="Inter"/>
              </a:defRPr>
            </a:pP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Δεν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α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νοίγω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 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συνδέσμους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/α</a:t>
            </a:r>
            <a:r>
              <a:rPr sz="1500" b="0" dirty="0" err="1">
                <a:solidFill>
                  <a:srgbClr val="151515"/>
                </a:solidFill>
                <a:latin typeface="Inter"/>
                <a:ea typeface="Inter"/>
                <a:cs typeface="Inter"/>
              </a:rPr>
              <a:t>ρχεί</a:t>
            </a:r>
            <a:r>
              <a:rPr sz="1500" b="0" dirty="0">
                <a:solidFill>
                  <a:srgbClr val="151515"/>
                </a:solidFill>
                <a:latin typeface="Inter"/>
                <a:ea typeface="Inter"/>
                <a:cs typeface="Inter"/>
              </a:rPr>
              <a:t>α και ενημερώνω ενήλικα.</a:t>
            </a:r>
          </a:p>
        </p:txBody>
      </p:sp>
    </p:spTree>
    <p:extLst>
      <p:ext uri="{BB962C8B-B14F-4D97-AF65-F5344CB8AC3E}">
        <p14:creationId xmlns:p14="http://schemas.microsoft.com/office/powerpoint/2010/main" val="29272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4" grpId="0"/>
      <p:bldP spid="18" grpId="0"/>
    </p:bld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6296BC4-D84F-4A41-9B02-133AF069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1515"/>
                </a:solidFill>
              </a:defRPr>
            </a:defPPr>
            <a:lvl1pPr>
              <a:defRPr sz="3450" b="1">
                <a:solidFill>
                  <a:srgbClr val="151515"/>
                </a:solidFill>
              </a:defRPr>
            </a:lvl1pPr>
            <a:lvl2pPr>
              <a:defRPr sz="3450" b="1">
                <a:solidFill>
                  <a:srgbClr val="151515"/>
                </a:solidFill>
              </a:defRPr>
            </a:lvl2pPr>
            <a:lvl3pPr>
              <a:defRPr sz="3450" b="1">
                <a:solidFill>
                  <a:srgbClr val="151515"/>
                </a:solidFill>
              </a:defRPr>
            </a:lvl3pPr>
            <a:lvl4pPr>
              <a:defRPr sz="3450" b="1">
                <a:solidFill>
                  <a:srgbClr val="151515"/>
                </a:solidFill>
              </a:defRPr>
            </a:lvl4pPr>
            <a:lvl5pPr>
              <a:defRPr sz="3450" b="1">
                <a:solidFill>
                  <a:srgbClr val="151515"/>
                </a:solidFill>
              </a:defRPr>
            </a:lvl5pPr>
            <a:lvl6pPr>
              <a:defRPr sz="3450" b="1">
                <a:solidFill>
                  <a:srgbClr val="151515"/>
                </a:solidFill>
              </a:defRPr>
            </a:lvl6pPr>
            <a:lvl7pPr>
              <a:defRPr sz="3450" b="1">
                <a:solidFill>
                  <a:srgbClr val="151515"/>
                </a:solidFill>
              </a:defRPr>
            </a:lvl7pPr>
            <a:lvl8pPr>
              <a:defRPr sz="3450" b="1">
                <a:solidFill>
                  <a:srgbClr val="151515"/>
                </a:solidFill>
              </a:defRPr>
            </a:lvl8pPr>
            <a:lvl9pPr>
              <a:defRPr sz="3450" b="1">
                <a:solidFill>
                  <a:srgbClr val="151515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51515"/>
                </a:solidFill>
              </a:defRPr>
            </a:pPr>
            <a:r>
              <a:rPr sz="3450" b="1">
                <a:solidFill>
                  <a:srgbClr val="151515"/>
                </a:solidFill>
              </a:rPr>
              <a:t>Ένα μήνυμα. Μία απόφαση.</a:t>
            </a:r>
          </a:p>
        </p:txBody>
      </p:sp>
      <p:sp>
        <p:nvSpPr>
          <p:cNvPr id="2" name="scenario">
            <a:extLst xmlns:a="http://schemas.openxmlformats.org/drawingml/2006/main">
              <a:ext uri="{FF2B5EF4-FFF2-40B4-BE49-F238E27FC236}">
                <a16:creationId xmlns:a16="http://schemas.microsoft.com/office/drawing/2014/main" id="{E170B686-E11D-4DAC-AAF1-A9402CD2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51515"/>
                </a:solidFill>
              </a:defRPr>
            </a:defPPr>
            <a:lvl1pPr>
              <a:defRPr sz="2250" b="0">
                <a:solidFill>
                  <a:srgbClr val="151515"/>
                </a:solidFill>
              </a:defRPr>
            </a:lvl1pPr>
            <a:lvl2pPr>
              <a:defRPr sz="2250" b="0">
                <a:solidFill>
                  <a:srgbClr val="151515"/>
                </a:solidFill>
              </a:defRPr>
            </a:lvl2pPr>
            <a:lvl3pPr>
              <a:defRPr sz="2250" b="0">
                <a:solidFill>
                  <a:srgbClr val="151515"/>
                </a:solidFill>
              </a:defRPr>
            </a:lvl3pPr>
            <a:lvl4pPr>
              <a:defRPr sz="2250" b="0">
                <a:solidFill>
                  <a:srgbClr val="151515"/>
                </a:solidFill>
              </a:defRPr>
            </a:lvl4pPr>
            <a:lvl5pPr>
              <a:defRPr sz="2250" b="0">
                <a:solidFill>
                  <a:srgbClr val="151515"/>
                </a:solidFill>
              </a:defRPr>
            </a:lvl5pPr>
            <a:lvl6pPr>
              <a:defRPr sz="2250" b="0">
                <a:solidFill>
                  <a:srgbClr val="151515"/>
                </a:solidFill>
              </a:defRPr>
            </a:lvl6pPr>
            <a:lvl7pPr>
              <a:defRPr sz="2250" b="0">
                <a:solidFill>
                  <a:srgbClr val="151515"/>
                </a:solidFill>
              </a:defRPr>
            </a:lvl7pPr>
            <a:lvl8pPr>
              <a:defRPr sz="2250" b="0">
                <a:solidFill>
                  <a:srgbClr val="151515"/>
                </a:solidFill>
              </a:defRPr>
            </a:lvl8pPr>
            <a:lvl9pPr>
              <a:defRPr sz="2250" b="0">
                <a:solidFill>
                  <a:srgbClr val="151515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51515"/>
                </a:solidFill>
              </a:defRPr>
            </a:pPr>
            <a:r>
              <a:rPr sz="2250" b="0">
                <a:solidFill>
                  <a:srgbClr val="151515"/>
                </a:solidFill>
              </a:rPr>
              <a:t>Παίζεις online και λαμβάνεις ένα μήνυμα:</a:t>
            </a:r>
          </a:p>
        </p:txBody>
      </p:sp>
      <p:sp>
        <p:nvSpPr>
          <p:cNvPr id="3" name="message">
            <a:extLst xmlns:a="http://schemas.openxmlformats.org/drawingml/2006/main">
              <a:ext uri="{FF2B5EF4-FFF2-40B4-BE49-F238E27FC236}">
                <a16:creationId xmlns:a16="http://schemas.microsoft.com/office/drawing/2014/main" id="{481FF081-461A-44B1-BF39-7CE2457F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095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C94C4C"/>
                </a:solidFill>
              </a:defRPr>
            </a:defPPr>
            <a:lvl1pPr>
              <a:defRPr sz="2850" b="1">
                <a:solidFill>
                  <a:srgbClr val="C94C4C"/>
                </a:solidFill>
              </a:defRPr>
            </a:lvl1pPr>
            <a:lvl2pPr>
              <a:defRPr sz="2850" b="1">
                <a:solidFill>
                  <a:srgbClr val="C94C4C"/>
                </a:solidFill>
              </a:defRPr>
            </a:lvl2pPr>
            <a:lvl3pPr>
              <a:defRPr sz="2850" b="1">
                <a:solidFill>
                  <a:srgbClr val="C94C4C"/>
                </a:solidFill>
              </a:defRPr>
            </a:lvl3pPr>
            <a:lvl4pPr>
              <a:defRPr sz="2850" b="1">
                <a:solidFill>
                  <a:srgbClr val="C94C4C"/>
                </a:solidFill>
              </a:defRPr>
            </a:lvl4pPr>
            <a:lvl5pPr>
              <a:defRPr sz="2850" b="1">
                <a:solidFill>
                  <a:srgbClr val="C94C4C"/>
                </a:solidFill>
              </a:defRPr>
            </a:lvl5pPr>
            <a:lvl6pPr>
              <a:defRPr sz="2850" b="1">
                <a:solidFill>
                  <a:srgbClr val="C94C4C"/>
                </a:solidFill>
              </a:defRPr>
            </a:lvl6pPr>
            <a:lvl7pPr>
              <a:defRPr sz="2850" b="1">
                <a:solidFill>
                  <a:srgbClr val="C94C4C"/>
                </a:solidFill>
              </a:defRPr>
            </a:lvl7pPr>
            <a:lvl8pPr>
              <a:defRPr sz="2850" b="1">
                <a:solidFill>
                  <a:srgbClr val="C94C4C"/>
                </a:solidFill>
              </a:defRPr>
            </a:lvl8pPr>
            <a:lvl9pPr>
              <a:defRPr sz="2850" b="1">
                <a:solidFill>
                  <a:srgbClr val="C94C4C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C94C4C"/>
                </a:solidFill>
              </a:defRPr>
            </a:pPr>
            <a:r>
              <a:rPr sz="2850" b="1">
                <a:solidFill>
                  <a:srgbClr val="C94C4C"/>
                </a:solidFill>
              </a:rPr>
              <a:t>«Κέρδισες δωρεάν πόντους!</a:t>
            </a:r>
          </a:p>
          <a:p xmlns:a="http://schemas.openxmlformats.org/drawingml/2006/main">
            <a:pPr>
              <a:defRPr sz="2850" b="1">
                <a:solidFill>
                  <a:srgbClr val="C94C4C"/>
                </a:solidFill>
              </a:defRPr>
            </a:pPr>
            <a:r>
              <a:rPr sz="2850" b="1">
                <a:solidFill>
                  <a:srgbClr val="C94C4C"/>
                </a:solidFill>
              </a:rPr>
              <a:t>Πάτησε εδώ και βάλε τον κωδικό σου.»</a:t>
            </a:r>
          </a:p>
        </p:txBody>
      </p:sp>
      <p:sp>
        <p:nvSpPr>
          <p:cNvPr id="4" name="question">
            <a:extLst xmlns:a="http://schemas.openxmlformats.org/drawingml/2006/main">
              <a:ext uri="{FF2B5EF4-FFF2-40B4-BE49-F238E27FC236}">
                <a16:creationId xmlns:a16="http://schemas.microsoft.com/office/drawing/2014/main" id="{FCD82E02-944E-4927-83DA-1FAC6156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151515"/>
                </a:solidFill>
              </a:defRPr>
            </a:defPPr>
            <a:lvl1pPr>
              <a:defRPr sz="2850" b="1">
                <a:solidFill>
                  <a:srgbClr val="151515"/>
                </a:solidFill>
              </a:defRPr>
            </a:lvl1pPr>
            <a:lvl2pPr>
              <a:defRPr sz="2850" b="1">
                <a:solidFill>
                  <a:srgbClr val="151515"/>
                </a:solidFill>
              </a:defRPr>
            </a:lvl2pPr>
            <a:lvl3pPr>
              <a:defRPr sz="2850" b="1">
                <a:solidFill>
                  <a:srgbClr val="151515"/>
                </a:solidFill>
              </a:defRPr>
            </a:lvl3pPr>
            <a:lvl4pPr>
              <a:defRPr sz="2850" b="1">
                <a:solidFill>
                  <a:srgbClr val="151515"/>
                </a:solidFill>
              </a:defRPr>
            </a:lvl4pPr>
            <a:lvl5pPr>
              <a:defRPr sz="2850" b="1">
                <a:solidFill>
                  <a:srgbClr val="151515"/>
                </a:solidFill>
              </a:defRPr>
            </a:lvl5pPr>
            <a:lvl6pPr>
              <a:defRPr sz="2850" b="1">
                <a:solidFill>
                  <a:srgbClr val="151515"/>
                </a:solidFill>
              </a:defRPr>
            </a:lvl6pPr>
            <a:lvl7pPr>
              <a:defRPr sz="2850" b="1">
                <a:solidFill>
                  <a:srgbClr val="151515"/>
                </a:solidFill>
              </a:defRPr>
            </a:lvl7pPr>
            <a:lvl8pPr>
              <a:defRPr sz="2850" b="1">
                <a:solidFill>
                  <a:srgbClr val="151515"/>
                </a:solidFill>
              </a:defRPr>
            </a:lvl8pPr>
            <a:lvl9pPr>
              <a:defRPr sz="2850" b="1">
                <a:solidFill>
                  <a:srgbClr val="151515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51515"/>
                </a:solidFill>
              </a:defRPr>
            </a:pPr>
            <a:r>
              <a:rPr sz="2850" b="1">
                <a:solidFill>
                  <a:srgbClr val="151515"/>
                </a:solidFill>
              </a:rPr>
              <a:t>Θα πατούσες τον σύνδεσμο; Γιατί;</a:t>
            </a:r>
          </a:p>
        </p:txBody>
      </p:sp>
      <p:sp>
        <p:nvSpPr>
          <p:cNvPr id="5" name="teaser">
            <a:extLst xmlns:a="http://schemas.openxmlformats.org/drawingml/2006/main">
              <a:ext uri="{FF2B5EF4-FFF2-40B4-BE49-F238E27FC236}">
                <a16:creationId xmlns:a16="http://schemas.microsoft.com/office/drawing/2014/main" id="{F41599A3-597D-4794-B7C9-8220599B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55555"/>
                </a:solidFill>
              </a:defRPr>
            </a:defPPr>
            <a:lvl1pPr>
              <a:defRPr sz="1950" b="0">
                <a:solidFill>
                  <a:srgbClr val="555555"/>
                </a:solidFill>
              </a:defRPr>
            </a:lvl1pPr>
            <a:lvl2pPr>
              <a:defRPr sz="1950" b="0">
                <a:solidFill>
                  <a:srgbClr val="555555"/>
                </a:solidFill>
              </a:defRPr>
            </a:lvl2pPr>
            <a:lvl3pPr>
              <a:defRPr sz="1950" b="0">
                <a:solidFill>
                  <a:srgbClr val="555555"/>
                </a:solidFill>
              </a:defRPr>
            </a:lvl3pPr>
            <a:lvl4pPr>
              <a:defRPr sz="1950" b="0">
                <a:solidFill>
                  <a:srgbClr val="555555"/>
                </a:solidFill>
              </a:defRPr>
            </a:lvl4pPr>
            <a:lvl5pPr>
              <a:defRPr sz="1950" b="0">
                <a:solidFill>
                  <a:srgbClr val="555555"/>
                </a:solidFill>
              </a:defRPr>
            </a:lvl5pPr>
            <a:lvl6pPr>
              <a:defRPr sz="1950" b="0">
                <a:solidFill>
                  <a:srgbClr val="555555"/>
                </a:solidFill>
              </a:defRPr>
            </a:lvl6pPr>
            <a:lvl7pPr>
              <a:defRPr sz="1950" b="0">
                <a:solidFill>
                  <a:srgbClr val="555555"/>
                </a:solidFill>
              </a:defRPr>
            </a:lvl7pPr>
            <a:lvl8pPr>
              <a:defRPr sz="1950" b="0">
                <a:solidFill>
                  <a:srgbClr val="555555"/>
                </a:solidFill>
              </a:defRPr>
            </a:lvl8pPr>
            <a:lvl9pPr>
              <a:defRPr sz="1950" b="0">
                <a:solidFill>
                  <a:srgbClr val="555555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Σήμερα θα εντοπίσουμε κινδύνους πίσω από μηνύματα</a:t>
            </a:r>
          </a:p>
          <a:p xmlns:a="http://schemas.openxmlformats.org/drawingml/2006/main">
            <a:pPr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και θα δούμε πώς προστατεύουμε τα στοιχεία και τα αρχεία μας.</a:t>
            </a:r>
          </a:p>
        </p:txBody>
      </p:sp>
    </p:spTree>
    <p:extLst>
      <p:ext uri="{BB962C8B-B14F-4D97-AF65-F5344CB8AC3E}">
        <p14:creationId xmlns:p14="http://schemas.microsoft.com/office/powerpoint/2010/main" val="17000600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79</Words>
  <Application>Microsoft Office PowerPoint</Application>
  <DocSecurity>0</DocSecurity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Aptos</vt:lpstr>
      <vt:lpstr>Inter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Άριστος Αρέστη</cp:lastModifiedBy>
  <cp:revision>1</cp:revision>
  <dcterms:created xsi:type="dcterms:W3CDTF">2026-10-03T07:25:42Z</dcterms:created>
  <dcterms:modified xsi:type="dcterms:W3CDTF">2026-10-26T14:44:04Z</dcterms:modified>
</cp:coreProperties>
</file>