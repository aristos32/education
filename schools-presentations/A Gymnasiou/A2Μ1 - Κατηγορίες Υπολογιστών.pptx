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bd5672d1c4454" /><Relationship Type="http://schemas.openxmlformats.org/officeDocument/2006/relationships/extended-properties" Target="/docProps/app.xml" Id="R2f92830535f64ffc" /><Relationship Type="http://schemas.openxmlformats.org/officeDocument/2006/relationships/officeDocument" Target="/ppt/presentation.xml" Id="R1bd2dd6158904d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98efbbd23f43fc"/>
  </p:sldMasterIdLst>
  <p:notesMasterIdLst>
    <p:notesMasterId xmlns:r="http://schemas.openxmlformats.org/officeDocument/2006/relationships" r:id="Ra66f92e1e9f34f4d"/>
  </p:notesMasterIdLst>
  <p:sldIdLst>
    <p:sldId xmlns:r="http://schemas.openxmlformats.org/officeDocument/2006/relationships" id="256" r:id="Rd313a9e89bb64f9c"/>
    <p:sldId xmlns:r="http://schemas.openxmlformats.org/officeDocument/2006/relationships" id="257" r:id="Rc9edb45b1d4b451c"/>
    <p:sldId xmlns:r="http://schemas.openxmlformats.org/officeDocument/2006/relationships" id="258" r:id="R0c2a2b66f3a64d50"/>
    <p:sldId xmlns:r="http://schemas.openxmlformats.org/officeDocument/2006/relationships" id="259" r:id="R939f47134c4b4108"/>
    <p:sldId xmlns:r="http://schemas.openxmlformats.org/officeDocument/2006/relationships" id="260" r:id="R0b1ea2dfdb724f0d"/>
    <p:sldId xmlns:r="http://schemas.openxmlformats.org/officeDocument/2006/relationships" id="261" r:id="R069b492501a14320"/>
    <p:sldId xmlns:r="http://schemas.openxmlformats.org/officeDocument/2006/relationships" id="262" r:id="Rcf815b7a463a4e2b"/>
    <p:sldId xmlns:r="http://schemas.openxmlformats.org/officeDocument/2006/relationships" id="263" r:id="R7e4d0b65205448df"/>
    <p:sldId xmlns:r="http://schemas.openxmlformats.org/officeDocument/2006/relationships" id="264" r:id="Rcc4d86b48b984eaf"/>
    <p:sldId xmlns:r="http://schemas.openxmlformats.org/officeDocument/2006/relationships" id="265" r:id="R178dc6d5118641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6b3bfdc664dfa" /><Relationship Type="http://schemas.openxmlformats.org/officeDocument/2006/relationships/slideMaster" Target="/ppt/slideMasters/slideMaster1.xml" Id="R2d98efbbd23f43fc" /><Relationship Type="http://schemas.openxmlformats.org/officeDocument/2006/relationships/notesMaster" Target="/ppt/notesMasters/notesMaster1.xml" Id="Ra66f92e1e9f34f4d" /><Relationship Type="http://schemas.openxmlformats.org/officeDocument/2006/relationships/presProps" Target="/ppt/presProps.xml" Id="Re8490dd0b126456c" /><Relationship Type="http://schemas.openxmlformats.org/officeDocument/2006/relationships/tableStyles" Target="/ppt/tableStyles.xml" Id="Rb55e479a0f83408c" /><Relationship Type="http://schemas.openxmlformats.org/officeDocument/2006/relationships/slide" Target="/ppt/slides/slide1.xml" Id="Rd313a9e89bb64f9c" /><Relationship Type="http://schemas.openxmlformats.org/officeDocument/2006/relationships/slide" Target="/ppt/slides/slide2.xml" Id="Rc9edb45b1d4b451c" /><Relationship Type="http://schemas.openxmlformats.org/officeDocument/2006/relationships/slide" Target="/ppt/slides/slide3.xml" Id="R0c2a2b66f3a64d50" /><Relationship Type="http://schemas.openxmlformats.org/officeDocument/2006/relationships/slide" Target="/ppt/slides/slide4.xml" Id="R939f47134c4b4108" /><Relationship Type="http://schemas.openxmlformats.org/officeDocument/2006/relationships/slide" Target="/ppt/slides/slide5.xml" Id="R0b1ea2dfdb724f0d" /><Relationship Type="http://schemas.openxmlformats.org/officeDocument/2006/relationships/slide" Target="/ppt/slides/slide6.xml" Id="R069b492501a14320" /><Relationship Type="http://schemas.openxmlformats.org/officeDocument/2006/relationships/slide" Target="/ppt/slides/slide7.xml" Id="Rcf815b7a463a4e2b" /><Relationship Type="http://schemas.openxmlformats.org/officeDocument/2006/relationships/slide" Target="/ppt/slides/slide8.xml" Id="R7e4d0b65205448df" /><Relationship Type="http://schemas.openxmlformats.org/officeDocument/2006/relationships/slide" Target="/ppt/slides/slide9.xml" Id="Rcc4d86b48b984eaf" /><Relationship Type="http://schemas.openxmlformats.org/officeDocument/2006/relationships/slide" Target="/ppt/slides/slide10.xml" Id="R178dc6d51186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b96fe4248c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d2e1db6114cd7" /><Relationship Type="http://schemas.openxmlformats.org/officeDocument/2006/relationships/notesMaster" Target="/ppt/notesMasters/notesMaster1.xml" Id="R5e6b2faefa67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6cfe0a7324cc2" /><Relationship Type="http://schemas.openxmlformats.org/officeDocument/2006/relationships/notesMaster" Target="/ppt/notesMasters/notesMaster1.xml" Id="Rbacbfa93a4924b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c14489b8e74346" /><Relationship Type="http://schemas.openxmlformats.org/officeDocument/2006/relationships/notesMaster" Target="/ppt/notesMasters/notesMaster1.xml" Id="R75544773898c4a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714e71f4d44255" /><Relationship Type="http://schemas.openxmlformats.org/officeDocument/2006/relationships/notesMaster" Target="/ppt/notesMasters/notesMaster1.xml" Id="Rc94bb5cea7c8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8bcf4072d041e8" /><Relationship Type="http://schemas.openxmlformats.org/officeDocument/2006/relationships/notesMaster" Target="/ppt/notesMasters/notesMaster1.xml" Id="Rb4bc3c0184764a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f883b11213483d" /><Relationship Type="http://schemas.openxmlformats.org/officeDocument/2006/relationships/notesMaster" Target="/ppt/notesMasters/notesMaster1.xml" Id="R7fb02974786247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74bc8afbb647e7" /><Relationship Type="http://schemas.openxmlformats.org/officeDocument/2006/relationships/notesMaster" Target="/ppt/notesMasters/notesMaster1.xml" Id="Rb9879019a305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d6c8bda864a7f" /><Relationship Type="http://schemas.openxmlformats.org/officeDocument/2006/relationships/notesMaster" Target="/ppt/notesMasters/notesMaster1.xml" Id="Rbdd0a409417c4e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8deab63d614cb6" /><Relationship Type="http://schemas.openxmlformats.org/officeDocument/2006/relationships/notesMaster" Target="/ppt/notesMasters/notesMaster1.xml" Id="Rd11f52f9525647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674e06a35544d7" /><Relationship Type="http://schemas.openxmlformats.org/officeDocument/2006/relationships/notesMaster" Target="/ppt/notesMasters/notesMaster1.xml" Id="Rfa822824ed6945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Πηγές: σχολικό βιβλίο θεωρίας και Φύλλα Εργασίας Πληροφορικής Α΄ Γυμνασίου, ενότητα Α.2.Μ1.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8508cc9a84f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4e3c53ff7445c" /><Relationship Type="http://schemas.openxmlformats.org/officeDocument/2006/relationships/slideLayout" Target="/ppt/slideLayouts/slideLayout1.xml" Id="Rc4f429bf422a4b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429bf422a4b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5dd05deef49eb" /><Relationship Type="http://schemas.openxmlformats.org/officeDocument/2006/relationships/image" Target="/ppt/media/image.png" Id="Rfa42960e70264230" /><Relationship Type="http://schemas.openxmlformats.org/officeDocument/2006/relationships/notesSlide" Target="/ppt/notesSlides/notesSlide1.xml" Id="R7bbe5b53968842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1808c33214837" /><Relationship Type="http://schemas.openxmlformats.org/officeDocument/2006/relationships/image" Target="/ppt/media/image2.png" Id="R81b05e5026364f3e" /><Relationship Type="http://schemas.openxmlformats.org/officeDocument/2006/relationships/notesSlide" Target="/ppt/notesSlides/notesSlide2.xml" Id="Re91191995d63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309737f348f2" /><Relationship Type="http://schemas.openxmlformats.org/officeDocument/2006/relationships/notesSlide" Target="/ppt/notesSlides/notesSlide3.xml" Id="R43358b4ee2fb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a4c8d67344a46" /><Relationship Type="http://schemas.openxmlformats.org/officeDocument/2006/relationships/image" Target="/ppt/media/image3.png" Id="R1d2e2b243fcd477a" /><Relationship Type="http://schemas.openxmlformats.org/officeDocument/2006/relationships/image" Target="/ppt/media/image4.png" Id="R434b0abdb0e44c4e" /><Relationship Type="http://schemas.openxmlformats.org/officeDocument/2006/relationships/notesSlide" Target="/ppt/notesSlides/notesSlide4.xml" Id="R305271a88fe944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eaa9cc0444300" /><Relationship Type="http://schemas.openxmlformats.org/officeDocument/2006/relationships/image" Target="/ppt/media/image5.png" Id="R6a65ea8f8c7b44ba" /><Relationship Type="http://schemas.openxmlformats.org/officeDocument/2006/relationships/notesSlide" Target="/ppt/notesSlides/notesSlide5.xml" Id="Rfeacfaf54dd9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a18327f4e4b42" /><Relationship Type="http://schemas.openxmlformats.org/officeDocument/2006/relationships/image" Target="/ppt/media/image6.png" Id="Rca99cd92156545cd" /><Relationship Type="http://schemas.openxmlformats.org/officeDocument/2006/relationships/notesSlide" Target="/ppt/notesSlides/notesSlide6.xml" Id="R07d5d024e10941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0b1b69b684513" /><Relationship Type="http://schemas.openxmlformats.org/officeDocument/2006/relationships/image" Target="/ppt/media/image7.png" Id="R307028d96bbb4ab4" /><Relationship Type="http://schemas.openxmlformats.org/officeDocument/2006/relationships/image" Target="/ppt/media/image8.png" Id="Rbdd76118ee594c91" /><Relationship Type="http://schemas.openxmlformats.org/officeDocument/2006/relationships/image" Target="/ppt/media/image9.png" Id="Rd594cc0ab8804c1b" /><Relationship Type="http://schemas.openxmlformats.org/officeDocument/2006/relationships/image" Target="/ppt/media/image10.png" Id="Rf05429d8a8c54ff3" /><Relationship Type="http://schemas.openxmlformats.org/officeDocument/2006/relationships/notesSlide" Target="/ppt/notesSlides/notesSlide7.xml" Id="R2728437d62ce48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d558d591e463b" /><Relationship Type="http://schemas.openxmlformats.org/officeDocument/2006/relationships/notesSlide" Target="/ppt/notesSlides/notesSlide8.xml" Id="R9fd0df935093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5d277d1c64ce3" /><Relationship Type="http://schemas.openxmlformats.org/officeDocument/2006/relationships/notesSlide" Target="/ppt/notesSlides/notesSlide9.xml" Id="Rb023f954de424d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34b1c4b1483d" /><Relationship Type="http://schemas.openxmlformats.org/officeDocument/2006/relationships/image" Target="/ppt/media/image11.png" Id="R7b0148dca7834533" /><Relationship Type="http://schemas.openxmlformats.org/officeDocument/2006/relationships/notesSlide" Target="/ppt/notesSlides/notesSlide10.xml" Id="Ra0de34a2bfed47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2960e70264230"/>
          <a:srcRect xmlns:a="http://schemas.openxmlformats.org/drawingml/2006/main" l="0" t="7529" r="0" b="7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53E19-614C-4766-A5E5-8F8545BC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34B17-D2A9-401E-B988-040D41FA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Α.2.Μ1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A588B-BCAC-45E1-99AC-90AEFDE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4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Κατηγορίες Υπολογιστών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F95C-0157-434D-B9A8-2BD1363A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24754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96322-6A03-48C8-8DE0-90D541F0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 ποια κριτήρια επιλέγουμε υπολογιστή;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83E66-175E-46D3-97C3-BEFB535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2D45D-BD72-49B7-A4AA-AAA4155E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Ταχύτητα και πολυπλοκότητα επεξεργασίας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Ποσότητα δεδομένων και χωρητικότητα αποθήκευσης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Αριθμός χρηστών που εξυπηρετούνται ταυτόχρονα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7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Αξιοπιστία, φορητότητα και κόστος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05e5026364f3e"/>
          <a:stretch xmlns:a="http://schemas.openxmlformats.org/drawingml/2006/main"/>
        </p:blipFill>
        <p:spPr>
          <a:xfrm xmlns:a="http://schemas.openxmlformats.org/drawingml/2006/main">
            <a:off x="7620000" y="1999619"/>
            <a:ext cx="3619500" cy="200151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55692-DB4B-429F-9B29-9518F799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Επιλέγουμε κατηγορία με βάση τον χρήστη, τον σκοπό και τις συνθήκες χρήσης.</a:t>
            </a:r>
          </a:p>
        </p:txBody>
      </p:sp>
    </p:spTree>
    <p:extLst>
      <p:ext uri="{BB962C8B-B14F-4D97-AF65-F5344CB8AC3E}">
        <p14:creationId xmlns:p14="http://schemas.microsoft.com/office/powerpoint/2010/main" val="479957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8404A-8D5E-4F5E-BC19-17B30793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τρεις κύριες κατηγορίες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F7FA2-C126-4347-8077-FF5CC1B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D358D-8D40-47F1-8C98-A6B395E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381375" cy="342900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27B75-6E1D-4E58-94C1-9280DFED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143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352A-54BC-45B1-8253-00FFC8F9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Υπερυπολογιστής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37F5D-5FDD-4292-ADF0-978A84E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Χιλιάδες μονάδες επεξεργασίας. Πολύπλοκοι υπολογισμοί σε τεράστιο όγκο δεδομένων: καιρός, πυρηνική φυσική, έρευνα.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E1229-3C5B-4914-95E3-087F912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3381375" cy="342900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8910D-8163-4F17-B9F7-6FC8221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1143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FFCD1-C389-42C9-9444-F5F4D27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Μεγάλος υπολογιστής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099D8-8936-4B71-AC9C-B4E0847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95525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Αξιόπιστη κεντρική επεξεργασία και αποθήκευση για εκατοντάδες χρήστες: τράπεζες, κυβέρνηση, μεγάλες εταιρείες.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37925-0C8D-4E46-9FBB-E4DDE5F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71625"/>
            <a:ext cx="3381375" cy="342900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0410D-E326-49C8-972A-ABA0041A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71625"/>
            <a:ext cx="1143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868CD-54EC-4571-8965-10033D7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621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9726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Προσωπικός υπολογιστής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D01C5-B50C-4E25-8DBC-A6396077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95525"/>
            <a:ext cx="2857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Αυτόνομος υπολογιστής για έναν χρήστη κάθε στιγμή. Η ισχύς και το κόστος εξαρτώνται από τα χαρακτηριστικά του.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5D3BB-7139-402A-A5B9-89FD2BD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κριτήριο δεν είναι μόνο το φυσικό μέγεθος.</a:t>
            </a:r>
          </a:p>
        </p:txBody>
      </p:sp>
    </p:spTree>
    <p:extLst>
      <p:ext uri="{BB962C8B-B14F-4D97-AF65-F5344CB8AC3E}">
        <p14:creationId xmlns:p14="http://schemas.microsoft.com/office/powerpoint/2010/main" val="1799534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41387-D933-44D7-9D79-EC73C25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Υπερυπολογιστής ή Mainframe;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91C8B-46AC-486D-985C-A0CFFCA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e2b243fcd477a"/>
          <a:stretch xmlns:a="http://schemas.openxmlformats.org/drawingml/2006/main"/>
        </p:blipFill>
        <p:spPr>
          <a:xfrm xmlns:a="http://schemas.openxmlformats.org/drawingml/2006/main">
            <a:off x="857250" y="1666875"/>
            <a:ext cx="4191000" cy="31432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b0abdb0e44c4e"/>
          <a:stretch xmlns:a="http://schemas.openxmlformats.org/drawingml/2006/main"/>
        </p:blipFill>
        <p:spPr>
          <a:xfrm xmlns:a="http://schemas.openxmlformats.org/drawingml/2006/main">
            <a:off x="7132996" y="1666875"/>
            <a:ext cx="2974258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C4C1B-0278-4ED9-BA4F-4F127C4E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Υπερυπολογιστής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3C4A1-20CC-4520-9F23-E1CC28FD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Έμφαση στην τεράστια υπολογιστική ισχύ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444F7-5763-44AC-9805-E296313D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Μεγάλος υπολογιστής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29751-EA58-4B6B-BE9A-BED71033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76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Έμφαση σε πολλούς χρήστες, συναλλαγές και αξιοπιστία</a:t>
            </a:r>
          </a:p>
        </p:txBody>
      </p:sp>
    </p:spTree>
    <p:extLst>
      <p:ext uri="{BB962C8B-B14F-4D97-AF65-F5344CB8AC3E}">
        <p14:creationId xmlns:p14="http://schemas.microsoft.com/office/powerpoint/2010/main" val="8676826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9D8CF-EE2F-4896-8117-5F19178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Υποκατηγορίες προσωπικών υπολογιστών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1B7F-1132-454A-BA8E-DBC7C421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C22EB-3A68-4EE7-BB12-748BB4C7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2EF5-69A9-4821-96AD-A8C3E3C8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52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C5706-2943-4D01-9B4C-25DE872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90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BA475-4515-4E9E-9AD3-BA847441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811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11B4A-0B22-4C71-A0EF-34A2D5C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Μόνιμη θέση, ισχύς, εύκολη αναβάθμιση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B31C2-1689-4069-939F-C73FB7F0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987F1-7F09-4015-9513-CC5AC08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22FBC-5B1E-4591-B0E2-EE350425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790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92CCF-8E67-44BF-BE75-53E564A7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Laptop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E0CA-D772-48D8-86A6-F110CEB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Μεταφορά, μπαταρία, εργασία σε διαφορετικούς χώρους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1EE75-9A3D-4E7B-9A89-349B19FF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97E16-AA33-4947-A687-3E23292F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C65C8-FBB7-4D0F-8D91-E35E8068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D7A95-B5FF-4F0A-BC9E-CD1C675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811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8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Χειρός / smartphone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FA15A-EF5E-4ED6-BEF8-F5FB59D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Πολύ μικρός, πάντοτε μαζί μας, οθόνη αφής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9E03A-D6FF-490A-BF6B-77740986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DCB12-13FB-41ED-B1A9-0DA5C542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526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4A8F3-9662-430A-B5B2-62B4464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90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FFD2D-6AE7-4419-A831-31966D01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811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Tablet / netbook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7CA7A-5A37-467F-9F2F-931C3CA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Φορητότητα για πλοήγηση και ελαφρές εργασίες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A9F4E-C336-4114-9A89-8F8FE5A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Γραφίστας στο γραφείο → Desktop  •  Φοιτητής στη βιβλιοθήκη → Laptop  •  Email παντού → Smartphone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5ea8f8c7b44ba"/>
          <a:stretch xmlns:a="http://schemas.openxmlformats.org/drawingml/2006/main"/>
        </p:blipFill>
        <p:spPr>
          <a:xfrm xmlns:a="http://schemas.openxmlformats.org/drawingml/2006/main">
            <a:off x="9002957" y="4857750"/>
            <a:ext cx="1329837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170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546C9-2F16-41CE-85BA-8FFCAD2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Διακομιστές και συστάδες υπολογιστών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A980C-A5BC-4A7A-8FA5-8FFF818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5E881-DAAD-4D70-A3B4-E32BF3D0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95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4A073-43EC-49FF-BB4B-F8DC2EE4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143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A6985-4DEF-4430-B0F7-AF99631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Διακομιστής (Server)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E18C0-BC47-465C-A29E-D2C1A4B4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Παρέχει μια υπηρεσία και αποθηκεύει ή διακινεί δεδομένα για άλλους υπολογιστές. Συνδυάζει τεχνολογία προσωπικού υπολογιστή με αυξημένη αξιοπιστία.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4F76A-180D-4463-B2EE-628BC9A2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5095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AE427-6D0D-47FC-99E6-4B88E3EE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1143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CED0B-24A4-4B63-9A12-ACC90706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Συστάδα (Cluster)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9DAE6-B057-44F3-8954-BD0898E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Πολλοί υπολογιστές συνδέονται και συνεργάζονται. Συνολικά επεξεργάζονται ή αποθηκεύουν μεγάλες ποσότητες δεδομένων, όπως σε μια μηχανή αναζήτησης.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9cd92156545cd"/>
          <a:stretch xmlns:a="http://schemas.openxmlformats.org/drawingml/2006/main"/>
        </p:blipFill>
        <p:spPr>
          <a:xfrm xmlns:a="http://schemas.openxmlformats.org/drawingml/2006/main">
            <a:off x="5509846" y="5095875"/>
            <a:ext cx="1172308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642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9BCF6-2914-47FF-AA6D-443BB08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Ενσωματωμένοι υπολογιστές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1731E-65CA-4713-9716-7A18AEB8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E9C76-AAFB-4890-824D-AB9A1F0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Βρίσκονται μέσα σε άλλες συσκευές και εκτελούν συγκεκριμένες λειτουργίες.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028d96bbb4ab4"/>
          <a:stretch xmlns:a="http://schemas.openxmlformats.org/drawingml/2006/main"/>
        </p:blipFill>
        <p:spPr>
          <a:xfrm xmlns:a="http://schemas.openxmlformats.org/drawingml/2006/main">
            <a:off x="1128117" y="2238375"/>
            <a:ext cx="1506141" cy="2095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82A71-F39E-4E90-BDC1-94507AD5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Ταμειακή μηχανή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76118ee594c91"/>
          <a:stretch xmlns:a="http://schemas.openxmlformats.org/drawingml/2006/main"/>
        </p:blipFill>
        <p:spPr>
          <a:xfrm xmlns:a="http://schemas.openxmlformats.org/drawingml/2006/main">
            <a:off x="3704034" y="2238375"/>
            <a:ext cx="2069306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ACAA6-A893-408E-AA41-110C0800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243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Πλοήγηση αυτοκινήτου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4cc0ab8804c1b"/>
          <a:stretch xmlns:a="http://schemas.openxmlformats.org/drawingml/2006/main"/>
        </p:blipFill>
        <p:spPr>
          <a:xfrm xmlns:a="http://schemas.openxmlformats.org/drawingml/2006/main">
            <a:off x="6477000" y="2313831"/>
            <a:ext cx="2238375" cy="194458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B4F82-D232-4F7A-9976-4A0FD2A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Αυτοματισμός σπιτιού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429d8a8c54ff3"/>
          <a:stretch xmlns:a="http://schemas.openxmlformats.org/drawingml/2006/main"/>
        </p:blipFill>
        <p:spPr>
          <a:xfrm xmlns:a="http://schemas.openxmlformats.org/drawingml/2006/main">
            <a:off x="9405938" y="2238375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890BE-6859-4DE2-B3DE-DB163A57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243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Ιατρικό μηχάνημα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52A1A-87F8-402B-BFA7-A730C975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A58CB"/>
                </a:solidFill>
                <a:latin typeface="Inter"/>
                <a:ea typeface="Inter"/>
                <a:cs typeface="Inter"/>
              </a:rPr>
              <a:t>Παραδείγματα: GPS, ιατρικά μηχανήματα, ταμειακές και συστήματα ελέγχου.</a:t>
            </a:r>
          </a:p>
        </p:txBody>
      </p:sp>
    </p:spTree>
    <p:extLst>
      <p:ext uri="{BB962C8B-B14F-4D97-AF65-F5344CB8AC3E}">
        <p14:creationId xmlns:p14="http://schemas.microsoft.com/office/powerpoint/2010/main" val="5800219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0BA1D-B520-4436-A83D-E83EE619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Φορετοί υπολογιστές (Wearables)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E356E-6A69-443B-86B9-C3FBF933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36141-0091-4FAC-AE2B-FDA714C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286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5D5E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A1BD5-46F5-456A-92FF-5B4DC719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143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77974-A80F-4703-8B7D-66FF54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Τι είναι;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E90F7-861A-4326-B78B-87BF3DF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57626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Μικροί υπολογιστές που φοριούνται στο σώμα ή στα ρούχα. Συλλέγουν δεδομένα μέσω αισθητήρων, εκτελούν συγκεκριμένες λειτουργίες και συχνά επικοινωνούν ασύρματα.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67AF8-E554-4B47-B675-7A2F5A32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71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έξυπνο ρολόι ή βραχιόλι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γυαλιά επαυξημένης πραγματικότητας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αισθητήρες υγείας ή άθλησης</a:t>
            </a:r>
          </a:p>
          <a:p xmlns:a="http://schemas.openxmlformats.org/drawingml/2006/main">
            <a:pPr marL="279400" indent="-165100" algn="l">
              <a:spcAft>
                <a:spcPts val="420"/>
              </a:spcAft>
              <a:buChar char="•"/>
              <a:defRPr sz="157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φορετές συσκευές εργασίας και ασφάλειας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E7C9A-C4A2-4AA1-A6EF-2A63C22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625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Κριτήρια: μικρό μέγεθος, αυτονομία, άνεση, αισθητήρες και συνδεσιμότητα.</a:t>
            </a:r>
          </a:p>
        </p:txBody>
      </p:sp>
    </p:spTree>
    <p:extLst>
      <p:ext uri="{BB962C8B-B14F-4D97-AF65-F5344CB8AC3E}">
        <p14:creationId xmlns:p14="http://schemas.microsoft.com/office/powerpoint/2010/main" val="5320203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DA23F-F64C-4469-89B5-FC06613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Πώς επιλέγουμε τη σωστή κατηγορία;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430A7-FA89-4896-84B5-AE3823AB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62505-686C-4A96-AB48-D542D23C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3867E-26A3-4B49-ABD0-888B08E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02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14198-FBEB-4364-B885-195B4C0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383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AB190-F366-4DAD-9978-6521173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28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1. Χρήστης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0A8B3-5D25-4827-9927-3E006F1C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Ένας ή πολλοί χρήστες;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22A56-0805-4438-B5F1-59BF602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F7C08-7326-428E-BC26-97189A4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02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50DCB-6297-4754-BECE-7D1AA1E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383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238EB-EF23-4381-B06B-B1DA0EC0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2. Εργασία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C3060-03D0-4416-94CC-D4CF820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Απλή χρήση ή πολύπλοκοι υπολογισμοί;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1D6A6-2BF3-462F-8070-7ED71F50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2C24D-1928-41E9-9B22-5B7E2DE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02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A58C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8A5A-8373-4124-B51C-3916CE5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383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B2A56-B4F3-4579-8782-8E68727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28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3. Δεδομένα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126B5-E380-477B-80E7-926FC452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Μικρός ή τεράστιος όγκος;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996E1-8874-4502-B61A-5A8C3BB6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571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DAF2"/>
          </a:solidFill>
          <a:ln xmlns:a="http://schemas.openxmlformats.org/drawingml/2006/main" w="9525">
            <a:solidFill>
              <a:srgbClr val="C4C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142E4-F567-4B5A-8DC7-174853C2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02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6A99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D297C-D4AC-405F-9291-FE62C1B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383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6E258-155B-41B2-B881-4B7F5F7A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28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4. Συνθήκες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76958-4D0F-47BA-8E36-6F079F2E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4792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Σταθερή θέση, μεταφορά ή ενσωμάτωση;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0FA53-6DA7-438B-B843-5DA3901E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Τράπεζα/κυβέρνηση → Mainframe  •  Πρόγνωση καιρού → Supercomputer  •  Γραφείο → Desktop  •  Μετακίνηση → Laptop/Tablet</a:t>
            </a:r>
          </a:p>
        </p:txBody>
      </p:sp>
    </p:spTree>
    <p:extLst>
      <p:ext uri="{BB962C8B-B14F-4D97-AF65-F5344CB8AC3E}">
        <p14:creationId xmlns:p14="http://schemas.microsoft.com/office/powerpoint/2010/main" val="18455935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ECCDE-93BC-4498-A76A-413BDF5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Ερωτήσεις του Φύλλου Εργασίας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4D360-4BF0-4870-A21D-17F4A84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9B9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0F03F-64B8-45D8-B8A3-6A59A0F0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θεωρία καλύπτει τις ερωτήσεις του Α.2.Μ1: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16F19-3E0A-4050-AF54-24A335E3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AB6F9-3E97-4D22-9393-AEE44611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059D1-0396-4EA6-8DAC-58D37E1A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Άτομο, σκοπός, κριτήρια και κατηγορία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6DC93-97B3-440B-BDE0-94C83E2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382B9-7EBF-47C9-A6EB-FD39FC8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2–3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120DF-5597-4404-BF97-721C8533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Επιλογή κύριας κατηγορίας και προσωπικού υπολογιστή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A2629-F0EC-4007-8A60-D5B3881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03DD-AC88-4477-B037-8557D2DA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4–5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90B89-9499-40FD-A2F0-79CF3E2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Αυτοέλεγχος με τα αρχεία Quiz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08E5E-C66D-4D58-87AF-71AFD89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B76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4AD66-BF5E-40A3-8F49-DEBBD17E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13DF9-A3C0-460D-9A56-F69444DF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Εφαρμογές σε τράπεζα, κυβέρνηση, καιρό και Google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52429-1470-4BAB-B1B2-78A13A8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7C2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E205B-C9D0-4B1A-AB8E-746532BB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1C304-0C9F-40F4-8585-3FA42BBB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Βασικά στοιχεία για τους φορετούς υπολογιστές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148dca7834533"/>
          <a:stretch xmlns:a="http://schemas.openxmlformats.org/drawingml/2006/main"/>
        </p:blipFill>
        <p:spPr>
          <a:xfrm xmlns:a="http://schemas.openxmlformats.org/drawingml/2006/main">
            <a:off x="8644387" y="1857375"/>
            <a:ext cx="2237476" cy="2857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E5C1A-4A55-4A06-8D0C-22A7374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Σελίδες 17–19</a:t>
            </a:r>
          </a:p>
        </p:txBody>
      </p:sp>
    </p:spTree>
    <p:extLst>
      <p:ext uri="{BB962C8B-B14F-4D97-AF65-F5344CB8AC3E}">
        <p14:creationId xmlns:p14="http://schemas.microsoft.com/office/powerpoint/2010/main" val="118051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2026-09-26T06:30:42.7010000Z</dcterms:created>
  <dcterms:modified xsi:type="dcterms:W3CDTF">2026-09-26T06:30:42.7010000Z</dcterms:modified>
</coreProperties>
</file>