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modSld">
      <pc:chgData name="Άριστος Αρέστη" userId="813aa191-2d4c-464f-9d05-0a7e494d859f" providerId="ADAL" clId="{49C7B61D-1ACF-4AFF-A04E-A3B433E32474}" dt="2026-10-03T06:46:25.149" v="13" actId="478"/>
      <pc:docMkLst>
        <pc:docMk/>
      </pc:docMkLst>
      <pc:sldChg chg="addSp delSp modSp mod">
        <pc:chgData name="Άριστος Αρέστη" userId="813aa191-2d4c-464f-9d05-0a7e494d859f" providerId="ADAL" clId="{49C7B61D-1ACF-4AFF-A04E-A3B433E32474}" dt="2026-10-03T06:02:22.192" v="11" actId="1076"/>
        <pc:sldMkLst>
          <pc:docMk/>
          <pc:sldMk cId="1751851059" sldId="260"/>
        </pc:sldMkLst>
        <pc:spChg chg="mod">
          <ac:chgData name="Άριστος Αρέστη" userId="813aa191-2d4c-464f-9d05-0a7e494d859f" providerId="ADAL" clId="{49C7B61D-1ACF-4AFF-A04E-A3B433E32474}" dt="2026-10-03T06:02:16.312" v="9" actId="14100"/>
          <ac:spMkLst>
            <pc:docMk/>
            <pc:sldMk cId="1751851059" sldId="260"/>
            <ac:spMk id="2" creationId="{B05E293B-CC71-4C59-AC6C-1AD3D5C69AD9}"/>
          </ac:spMkLst>
        </pc:spChg>
        <pc:spChg chg="del">
          <ac:chgData name="Άριστος Αρέστη" userId="813aa191-2d4c-464f-9d05-0a7e494d859f" providerId="ADAL" clId="{49C7B61D-1ACF-4AFF-A04E-A3B433E32474}" dt="2026-10-03T06:01:54.700" v="2" actId="478"/>
          <ac:spMkLst>
            <pc:docMk/>
            <pc:sldMk cId="1751851059" sldId="260"/>
            <ac:spMk id="4" creationId="{7D79C285-28C6-4B01-8D43-387F88432D71}"/>
          </ac:spMkLst>
        </pc:spChg>
        <pc:spChg chg="del">
          <ac:chgData name="Άριστος Αρέστη" userId="813aa191-2d4c-464f-9d05-0a7e494d859f" providerId="ADAL" clId="{49C7B61D-1ACF-4AFF-A04E-A3B433E32474}" dt="2026-10-03T06:01:57.401" v="3" actId="478"/>
          <ac:spMkLst>
            <pc:docMk/>
            <pc:sldMk cId="1751851059" sldId="260"/>
            <ac:spMk id="5" creationId="{194F3C58-D72A-4E22-8A6E-455918DC4055}"/>
          </ac:spMkLst>
        </pc:spChg>
        <pc:picChg chg="add mod">
          <ac:chgData name="Άριστος Αρέστη" userId="813aa191-2d4c-464f-9d05-0a7e494d859f" providerId="ADAL" clId="{49C7B61D-1ACF-4AFF-A04E-A3B433E32474}" dt="2026-10-03T06:02:22.192" v="11" actId="1076"/>
          <ac:picMkLst>
            <pc:docMk/>
            <pc:sldMk cId="1751851059" sldId="260"/>
            <ac:picMk id="7" creationId="{4547B794-9E8B-DC10-F2EA-2213E6395F55}"/>
          </ac:picMkLst>
        </pc:picChg>
        <pc:picChg chg="del">
          <ac:chgData name="Άριστος Αρέστη" userId="813aa191-2d4c-464f-9d05-0a7e494d859f" providerId="ADAL" clId="{49C7B61D-1ACF-4AFF-A04E-A3B433E32474}" dt="2026-10-03T06:01:40.224" v="0" actId="478"/>
          <ac:picMkLst>
            <pc:docMk/>
            <pc:sldMk cId="1751851059" sldId="260"/>
            <ac:picMk id="15" creationId="{00000000-0000-0000-0000-000000000000}"/>
          </ac:picMkLst>
        </pc:picChg>
        <pc:picChg chg="del">
          <ac:chgData name="Άριστος Αρέστη" userId="813aa191-2d4c-464f-9d05-0a7e494d859f" providerId="ADAL" clId="{49C7B61D-1ACF-4AFF-A04E-A3B433E32474}" dt="2026-10-03T06:01:49.090" v="1" actId="478"/>
          <ac:picMkLst>
            <pc:docMk/>
            <pc:sldMk cId="1751851059" sldId="260"/>
            <ac:picMk id="16" creationId="{00000000-0000-0000-0000-000000000000}"/>
          </ac:picMkLst>
        </pc:picChg>
      </pc:sldChg>
      <pc:sldChg chg="delSp mod">
        <pc:chgData name="Άριστος Αρέστη" userId="813aa191-2d4c-464f-9d05-0a7e494d859f" providerId="ADAL" clId="{49C7B61D-1ACF-4AFF-A04E-A3B433E32474}" dt="2026-10-03T06:46:25.149" v="13" actId="478"/>
        <pc:sldMkLst>
          <pc:docMk/>
          <pc:sldMk cId="1154500895" sldId="261"/>
        </pc:sldMkLst>
        <pc:picChg chg="del">
          <ac:chgData name="Άριστος Αρέστη" userId="813aa191-2d4c-464f-9d05-0a7e494d859f" providerId="ADAL" clId="{49C7B61D-1ACF-4AFF-A04E-A3B433E32474}" dt="2026-10-03T06:46:22.264" v="12" actId="478"/>
          <ac:picMkLst>
            <pc:docMk/>
            <pc:sldMk cId="1154500895" sldId="261"/>
            <ac:picMk id="13" creationId="{00000000-0000-0000-0000-000000000000}"/>
          </ac:picMkLst>
        </pc:picChg>
        <pc:picChg chg="del">
          <ac:chgData name="Άριστος Αρέστη" userId="813aa191-2d4c-464f-9d05-0a7e494d859f" providerId="ADAL" clId="{49C7B61D-1ACF-4AFF-A04E-A3B433E32474}" dt="2026-10-03T06:46:25.149" v="13" actId="478"/>
          <ac:picMkLst>
            <pc:docMk/>
            <pc:sldMk cId="1154500895" sldId="261"/>
            <ac:picMk id="1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6CA9F5-FFA1-49C0-A3F5-8B2075E3DE20}"/>
              </a:ext>
            </a:extLst>
          </p:cNvPr>
          <p:cNvSpPr>
            <a:spLocks noGrp="1"/>
          </p:cNvSpPr>
          <p:nvPr/>
        </p:nvSpPr>
        <p:spPr>
          <a:xfrm>
            <a:off x="533400" y="704850"/>
            <a:ext cx="552450" cy="76200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3E0093-4AB1-4D41-964A-2BEB40B95D60}"/>
              </a:ext>
            </a:extLst>
          </p:cNvPr>
          <p:cNvSpPr>
            <a:spLocks noGrp="1"/>
          </p:cNvSpPr>
          <p:nvPr/>
        </p:nvSpPr>
        <p:spPr>
          <a:xfrm>
            <a:off x="590550" y="1028700"/>
            <a:ext cx="3905250" cy="4095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Α5.1 Μ3</a:t>
            </a:r>
          </a:p>
          <a:p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Εντοπισμός</a:t>
            </a:r>
          </a:p>
          <a:p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Πληροφοριών από</a:t>
            </a:r>
          </a:p>
          <a:p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το Διαδίκτυο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4762500" y="0"/>
            <a:ext cx="7429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9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55C53AA-6C36-4BC4-B2D4-0A15931975B0}"/>
              </a:ext>
            </a:extLst>
          </p:cNvPr>
          <p:cNvSpPr>
            <a:spLocks noGrp="1"/>
          </p:cNvSpPr>
          <p:nvPr/>
        </p:nvSpPr>
        <p:spPr>
          <a:xfrm>
            <a:off x="552450" y="333375"/>
            <a:ext cx="11087100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Μηχανές αναζήτησης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0828A8-C842-4F83-8CED-7506DEA86C88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57275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Μια μηχανή αναζήτησης μάς βοηθά να βρίσκουμε κείμενα και αρχεία στο Διαδίκτυο.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A92798-AB2A-405E-A22D-D0A4E93D5F3E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3333750" cy="180975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9525">
            <a:solidFill>
              <a:srgbClr val="D5DCE3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7D8E01-EC1F-4A19-983D-95BC07564963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3333750" cy="133350"/>
          </a:xfrm>
          <a:prstGeom prst="rect">
            <a:avLst/>
          </a:prstGeom>
          <a:solidFill>
            <a:srgbClr val="4285F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40CADE-F1A5-4F7B-B7BA-A61D6B4FE86E}"/>
              </a:ext>
            </a:extLst>
          </p:cNvPr>
          <p:cNvSpPr>
            <a:spLocks noGrp="1"/>
          </p:cNvSpPr>
          <p:nvPr/>
        </p:nvSpPr>
        <p:spPr>
          <a:xfrm>
            <a:off x="838200" y="2838450"/>
            <a:ext cx="28765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2250" b="1">
                <a:solidFill>
                  <a:srgbClr val="4285F4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4285F4"/>
                </a:solidFill>
                <a:latin typeface="Tahoma"/>
                <a:ea typeface="Tahoma"/>
                <a:cs typeface="Tahoma"/>
              </a:rPr>
              <a:t>Google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9E491D-FE13-45E1-B5D8-9DE48FC957D6}"/>
              </a:ext>
            </a:extLst>
          </p:cNvPr>
          <p:cNvSpPr>
            <a:spLocks noGrp="1"/>
          </p:cNvSpPr>
          <p:nvPr/>
        </p:nvSpPr>
        <p:spPr>
          <a:xfrm>
            <a:off x="838200" y="3457575"/>
            <a:ext cx="287655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www.google.com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45735A-A9EB-4FED-A086-1B33EEDA7DB5}"/>
              </a:ext>
            </a:extLst>
          </p:cNvPr>
          <p:cNvSpPr>
            <a:spLocks noGrp="1"/>
          </p:cNvSpPr>
          <p:nvPr/>
        </p:nvSpPr>
        <p:spPr>
          <a:xfrm>
            <a:off x="4324350" y="2457450"/>
            <a:ext cx="3333750" cy="180975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9525">
            <a:solidFill>
              <a:srgbClr val="D5DCE3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025FBF-DE40-42B4-89B0-F62B469E51DB}"/>
              </a:ext>
            </a:extLst>
          </p:cNvPr>
          <p:cNvSpPr>
            <a:spLocks noGrp="1"/>
          </p:cNvSpPr>
          <p:nvPr/>
        </p:nvSpPr>
        <p:spPr>
          <a:xfrm>
            <a:off x="4324350" y="2457450"/>
            <a:ext cx="3333750" cy="133350"/>
          </a:xfrm>
          <a:prstGeom prst="rect">
            <a:avLst/>
          </a:prstGeom>
          <a:solidFill>
            <a:srgbClr val="7B4AA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2CA5DC-2C78-4A60-9D2C-42D4CBB286E1}"/>
              </a:ext>
            </a:extLst>
          </p:cNvPr>
          <p:cNvSpPr>
            <a:spLocks noGrp="1"/>
          </p:cNvSpPr>
          <p:nvPr/>
        </p:nvSpPr>
        <p:spPr>
          <a:xfrm>
            <a:off x="4552950" y="2838450"/>
            <a:ext cx="28765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2250" b="1">
                <a:solidFill>
                  <a:srgbClr val="7B4AAC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7B4AAC"/>
                </a:solidFill>
                <a:latin typeface="Tahoma"/>
                <a:ea typeface="Tahoma"/>
                <a:cs typeface="Tahoma"/>
              </a:rPr>
              <a:t>Yahoo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8F93D3-2F8F-4B45-8315-E289CB0F2123}"/>
              </a:ext>
            </a:extLst>
          </p:cNvPr>
          <p:cNvSpPr>
            <a:spLocks noGrp="1"/>
          </p:cNvSpPr>
          <p:nvPr/>
        </p:nvSpPr>
        <p:spPr>
          <a:xfrm>
            <a:off x="4552950" y="3457575"/>
            <a:ext cx="287655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search.yahoo.com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95170A-82B7-4752-B56E-59F16B1DF06C}"/>
              </a:ext>
            </a:extLst>
          </p:cNvPr>
          <p:cNvSpPr>
            <a:spLocks noGrp="1"/>
          </p:cNvSpPr>
          <p:nvPr/>
        </p:nvSpPr>
        <p:spPr>
          <a:xfrm>
            <a:off x="8039100" y="2457450"/>
            <a:ext cx="3333750" cy="180975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9525">
            <a:solidFill>
              <a:srgbClr val="D5DCE3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A2E8A8-21AA-4570-8FC5-2559BD3B31DB}"/>
              </a:ext>
            </a:extLst>
          </p:cNvPr>
          <p:cNvSpPr>
            <a:spLocks noGrp="1"/>
          </p:cNvSpPr>
          <p:nvPr/>
        </p:nvSpPr>
        <p:spPr>
          <a:xfrm>
            <a:off x="8039100" y="2457450"/>
            <a:ext cx="3333750" cy="133350"/>
          </a:xfrm>
          <a:prstGeom prst="rect">
            <a:avLst/>
          </a:prstGeom>
          <a:solidFill>
            <a:srgbClr val="1A9F8A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3FBFAD-1DB7-4916-A6EA-0247EC80DB6A}"/>
              </a:ext>
            </a:extLst>
          </p:cNvPr>
          <p:cNvSpPr>
            <a:spLocks noGrp="1"/>
          </p:cNvSpPr>
          <p:nvPr/>
        </p:nvSpPr>
        <p:spPr>
          <a:xfrm>
            <a:off x="8267700" y="2838450"/>
            <a:ext cx="28765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2250" b="1">
                <a:solidFill>
                  <a:srgbClr val="1A9F8A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1A9F8A"/>
                </a:solidFill>
                <a:latin typeface="Tahoma"/>
                <a:ea typeface="Tahoma"/>
                <a:cs typeface="Tahoma"/>
              </a:rPr>
              <a:t>Bing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58598F-CD51-4C83-A8D3-99424CBAD91D}"/>
              </a:ext>
            </a:extLst>
          </p:cNvPr>
          <p:cNvSpPr>
            <a:spLocks noGrp="1"/>
          </p:cNvSpPr>
          <p:nvPr/>
        </p:nvSpPr>
        <p:spPr>
          <a:xfrm>
            <a:off x="8267700" y="3457575"/>
            <a:ext cx="287655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www.bing.com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36A690-5617-4C71-A4D7-7E30CEAC5C23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800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Χρησιμοποιούμε κατάλληλες λέξεις-κλειδιά για πιο χρήσιμα αποτελέσματα.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1E5B48-EF70-4445-90DE-BEB694D01459}"/>
              </a:ext>
            </a:extLst>
          </p:cNvPr>
          <p:cNvSpPr>
            <a:spLocks noGrp="1"/>
          </p:cNvSpPr>
          <p:nvPr/>
        </p:nvSpPr>
        <p:spPr>
          <a:xfrm>
            <a:off x="552450" y="6429375"/>
            <a:ext cx="11087100" cy="47625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B06DC3-57A7-4E35-8663-51EFD594222A}"/>
              </a:ext>
            </a:extLst>
          </p:cNvPr>
          <p:cNvSpPr>
            <a:spLocks noGrp="1"/>
          </p:cNvSpPr>
          <p:nvPr/>
        </p:nvSpPr>
        <p:spPr>
          <a:xfrm>
            <a:off x="4286250" y="6429375"/>
            <a:ext cx="7353300" cy="47625"/>
          </a:xfrm>
          <a:prstGeom prst="rect">
            <a:avLst/>
          </a:prstGeom>
          <a:solidFill>
            <a:srgbClr val="77A9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127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2A71E2-5252-49BD-A189-DBCA0CDC7FC3}"/>
              </a:ext>
            </a:extLst>
          </p:cNvPr>
          <p:cNvSpPr>
            <a:spLocks noGrp="1"/>
          </p:cNvSpPr>
          <p:nvPr/>
        </p:nvSpPr>
        <p:spPr>
          <a:xfrm>
            <a:off x="552450" y="333375"/>
            <a:ext cx="11087100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Αναζήτηση πληροφοριών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EAE8A-3220-4392-A1EC-91261A174162}"/>
              </a:ext>
            </a:extLst>
          </p:cNvPr>
          <p:cNvSpPr>
            <a:spLocks noGrp="1"/>
          </p:cNvSpPr>
          <p:nvPr/>
        </p:nvSpPr>
        <p:spPr>
          <a:xfrm>
            <a:off x="590550" y="12382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80998C-FF41-43EA-AF19-50304F4BD1D5}"/>
              </a:ext>
            </a:extLst>
          </p:cNvPr>
          <p:cNvSpPr>
            <a:spLocks noGrp="1"/>
          </p:cNvSpPr>
          <p:nvPr/>
        </p:nvSpPr>
        <p:spPr>
          <a:xfrm>
            <a:off x="638175" y="12858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9C5094-2138-42F5-A0C3-08D1B1C903C1}"/>
              </a:ext>
            </a:extLst>
          </p:cNvPr>
          <p:cNvSpPr>
            <a:spLocks noGrp="1"/>
          </p:cNvSpPr>
          <p:nvPr/>
        </p:nvSpPr>
        <p:spPr>
          <a:xfrm>
            <a:off x="1257300" y="1219200"/>
            <a:ext cx="4381500" cy="361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Ανοίγουμε μια μηχανή αναζήτησης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A79BE2-1C95-4075-9A3C-2AD964AC3E23}"/>
              </a:ext>
            </a:extLst>
          </p:cNvPr>
          <p:cNvSpPr>
            <a:spLocks noGrp="1"/>
          </p:cNvSpPr>
          <p:nvPr/>
        </p:nvSpPr>
        <p:spPr>
          <a:xfrm>
            <a:off x="1257300" y="1609725"/>
            <a:ext cx="4429125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Πληκτρολογούμε τη διεύθυνσή της και πατούμε Enter.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A4766-0623-4849-84E6-5D4F02D487AE}"/>
              </a:ext>
            </a:extLst>
          </p:cNvPr>
          <p:cNvSpPr>
            <a:spLocks noGrp="1"/>
          </p:cNvSpPr>
          <p:nvPr/>
        </p:nvSpPr>
        <p:spPr>
          <a:xfrm>
            <a:off x="590550" y="2524125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5599D8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F80F18-9078-4BD9-9703-004A05E677B9}"/>
              </a:ext>
            </a:extLst>
          </p:cNvPr>
          <p:cNvSpPr>
            <a:spLocks noGrp="1"/>
          </p:cNvSpPr>
          <p:nvPr/>
        </p:nvSpPr>
        <p:spPr>
          <a:xfrm>
            <a:off x="638175" y="2571750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597C87-682E-4151-9D9D-D45500D1FA36}"/>
              </a:ext>
            </a:extLst>
          </p:cNvPr>
          <p:cNvSpPr>
            <a:spLocks noGrp="1"/>
          </p:cNvSpPr>
          <p:nvPr/>
        </p:nvSpPr>
        <p:spPr>
          <a:xfrm>
            <a:off x="1257300" y="2505075"/>
            <a:ext cx="4381500" cy="361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Γράφουμε λέξεις-κλειδιά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6AA159-7DEB-451D-9879-054C49CDBF2E}"/>
              </a:ext>
            </a:extLst>
          </p:cNvPr>
          <p:cNvSpPr>
            <a:spLocks noGrp="1"/>
          </p:cNvSpPr>
          <p:nvPr/>
        </p:nvSpPr>
        <p:spPr>
          <a:xfrm>
            <a:off x="1257300" y="2895600"/>
            <a:ext cx="4429125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Παράδειγμα: Υπουργείο Παιδείας Κύπρου.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2AB73E4-0A27-4129-B302-A9D5603B9FCD}"/>
              </a:ext>
            </a:extLst>
          </p:cNvPr>
          <p:cNvSpPr>
            <a:spLocks noGrp="1"/>
          </p:cNvSpPr>
          <p:nvPr/>
        </p:nvSpPr>
        <p:spPr>
          <a:xfrm>
            <a:off x="590550" y="38100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6CAB4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88CB2-4E5A-47AA-9CD4-E8B0ABD3FEE1}"/>
              </a:ext>
            </a:extLst>
          </p:cNvPr>
          <p:cNvSpPr>
            <a:spLocks noGrp="1"/>
          </p:cNvSpPr>
          <p:nvPr/>
        </p:nvSpPr>
        <p:spPr>
          <a:xfrm>
            <a:off x="638175" y="385762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432703-33D1-4772-B0CB-50746169E21D}"/>
              </a:ext>
            </a:extLst>
          </p:cNvPr>
          <p:cNvSpPr>
            <a:spLocks noGrp="1"/>
          </p:cNvSpPr>
          <p:nvPr/>
        </p:nvSpPr>
        <p:spPr>
          <a:xfrm>
            <a:off x="1257300" y="3790950"/>
            <a:ext cx="4381500" cy="361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Επιλέγουμε αποτέλεσμα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BD7A57-E785-46C7-A7E9-205FFC558098}"/>
              </a:ext>
            </a:extLst>
          </p:cNvPr>
          <p:cNvSpPr>
            <a:spLocks noGrp="1"/>
          </p:cNvSpPr>
          <p:nvPr/>
        </p:nvSpPr>
        <p:spPr>
          <a:xfrm>
            <a:off x="1257300" y="4181475"/>
            <a:ext cx="4429125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Ανοίγουμε το αποτέλεσμα που ταιριάζει καλύτερα σε αυτό που ζητούμε.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0" y="1520598"/>
            <a:ext cx="4762500" cy="272142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E858D13-4991-4AFE-9E8A-DEFB3864B9BC}"/>
              </a:ext>
            </a:extLst>
          </p:cNvPr>
          <p:cNvSpPr>
            <a:spLocks noGrp="1"/>
          </p:cNvSpPr>
          <p:nvPr/>
        </p:nvSpPr>
        <p:spPr>
          <a:xfrm>
            <a:off x="6667500" y="4686300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00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Ελέγχουμε τον τίτλο και τη διεύθυνση της ιστοσελίδας πριν την ανοίξουμε.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C5FC05-2F5A-4D1C-B3D5-6583D57F48AA}"/>
              </a:ext>
            </a:extLst>
          </p:cNvPr>
          <p:cNvSpPr>
            <a:spLocks noGrp="1"/>
          </p:cNvSpPr>
          <p:nvPr/>
        </p:nvSpPr>
        <p:spPr>
          <a:xfrm>
            <a:off x="552450" y="6429375"/>
            <a:ext cx="11087100" cy="47625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574032-C560-4EA8-B7E6-1D43DEAC6193}"/>
              </a:ext>
            </a:extLst>
          </p:cNvPr>
          <p:cNvSpPr>
            <a:spLocks noGrp="1"/>
          </p:cNvSpPr>
          <p:nvPr/>
        </p:nvSpPr>
        <p:spPr>
          <a:xfrm>
            <a:off x="4286250" y="6429375"/>
            <a:ext cx="7353300" cy="47625"/>
          </a:xfrm>
          <a:prstGeom prst="rect">
            <a:avLst/>
          </a:prstGeom>
          <a:solidFill>
            <a:srgbClr val="77A9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701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1121DC-FD36-445E-B433-8342CA536199}"/>
              </a:ext>
            </a:extLst>
          </p:cNvPr>
          <p:cNvSpPr>
            <a:spLocks noGrp="1"/>
          </p:cNvSpPr>
          <p:nvPr/>
        </p:nvSpPr>
        <p:spPr>
          <a:xfrm>
            <a:off x="552450" y="333375"/>
            <a:ext cx="11087100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Αρχική σελίδα και Αγαπημένα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ACF1939-0D60-4B99-B47A-2D078CF99A1D}"/>
              </a:ext>
            </a:extLst>
          </p:cNvPr>
          <p:cNvSpPr>
            <a:spLocks noGrp="1"/>
          </p:cNvSpPr>
          <p:nvPr/>
        </p:nvSpPr>
        <p:spPr>
          <a:xfrm>
            <a:off x="590550" y="1285875"/>
            <a:ext cx="5095875" cy="3810000"/>
          </a:xfrm>
          <a:prstGeom prst="roundRect">
            <a:avLst>
              <a:gd name="adj" fmla="val 2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628FB2-BD33-4802-B6CC-F712F9536C2E}"/>
              </a:ext>
            </a:extLst>
          </p:cNvPr>
          <p:cNvSpPr>
            <a:spLocks noGrp="1"/>
          </p:cNvSpPr>
          <p:nvPr/>
        </p:nvSpPr>
        <p:spPr>
          <a:xfrm>
            <a:off x="857250" y="1562100"/>
            <a:ext cx="4524375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025" b="1">
                <a:solidFill>
                  <a:srgbClr val="F57C24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F57C24"/>
                </a:solidFill>
                <a:latin typeface="Tahoma"/>
                <a:ea typeface="Tahoma"/>
                <a:cs typeface="Tahoma"/>
              </a:rPr>
              <a:t>Αλλαγή αρχικής σελίδας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1B9327-7C92-4618-9780-9F71DF7A6B09}"/>
              </a:ext>
            </a:extLst>
          </p:cNvPr>
          <p:cNvSpPr>
            <a:spLocks noGrp="1"/>
          </p:cNvSpPr>
          <p:nvPr/>
        </p:nvSpPr>
        <p:spPr>
          <a:xfrm>
            <a:off x="857250" y="2190750"/>
            <a:ext cx="4429125" cy="209550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Ανοίγουμε τις ρυθμίσεις του φυλλομετρητή.</a:t>
            </a:r>
          </a:p>
          <a:p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Ορίζουμε τη διεύθυνση που θέλουμε ως αρχική σελίδα.</a:t>
            </a:r>
          </a:p>
          <a:p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Αποθηκεύουμε την αλλαγή.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62500" y="1622425"/>
            <a:ext cx="400050" cy="35560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316F25-9E90-4545-88D2-FE5AF6B89A6C}"/>
              </a:ext>
            </a:extLst>
          </p:cNvPr>
          <p:cNvSpPr>
            <a:spLocks noGrp="1"/>
          </p:cNvSpPr>
          <p:nvPr/>
        </p:nvSpPr>
        <p:spPr>
          <a:xfrm>
            <a:off x="6000750" y="1285875"/>
            <a:ext cx="5095875" cy="3810000"/>
          </a:xfrm>
          <a:prstGeom prst="roundRect">
            <a:avLst>
              <a:gd name="adj" fmla="val 2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F68C33-3206-4D1C-8D79-DF7AD5A877DF}"/>
              </a:ext>
            </a:extLst>
          </p:cNvPr>
          <p:cNvSpPr>
            <a:spLocks noGrp="1"/>
          </p:cNvSpPr>
          <p:nvPr/>
        </p:nvSpPr>
        <p:spPr>
          <a:xfrm>
            <a:off x="6267450" y="1562100"/>
            <a:ext cx="4524375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025" b="1">
                <a:solidFill>
                  <a:srgbClr val="5599D8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5599D8"/>
                </a:solidFill>
                <a:latin typeface="Tahoma"/>
                <a:ea typeface="Tahoma"/>
                <a:cs typeface="Tahoma"/>
              </a:rPr>
              <a:t>Αγαπημένα / Σελιδοδείκτες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FFBF0F-2F2C-44EA-AD5F-6957E8695B19}"/>
              </a:ext>
            </a:extLst>
          </p:cNvPr>
          <p:cNvSpPr>
            <a:spLocks noGrp="1"/>
          </p:cNvSpPr>
          <p:nvPr/>
        </p:nvSpPr>
        <p:spPr>
          <a:xfrm>
            <a:off x="6267450" y="2190750"/>
            <a:ext cx="4429125" cy="209550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Ανοίγουμε την ιστοσελίδα που θέλουμε.</a:t>
            </a:r>
          </a:p>
          <a:p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Πατάμε το εικονίδιο Αγαπημένων.</a:t>
            </a:r>
          </a:p>
          <a:p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Δίνουμε όνομα, επιλέγουμε φάκελο και πατάμε Προσθήκη.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288681" y="1619250"/>
            <a:ext cx="358588" cy="381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E2BC598-BE69-4CB4-9045-6EE85E590B7E}"/>
              </a:ext>
            </a:extLst>
          </p:cNvPr>
          <p:cNvSpPr>
            <a:spLocks noGrp="1"/>
          </p:cNvSpPr>
          <p:nvPr/>
        </p:nvSpPr>
        <p:spPr>
          <a:xfrm>
            <a:off x="552450" y="6429375"/>
            <a:ext cx="11087100" cy="47625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7D726B-F8FB-4861-B193-9CBC8F7544F7}"/>
              </a:ext>
            </a:extLst>
          </p:cNvPr>
          <p:cNvSpPr>
            <a:spLocks noGrp="1"/>
          </p:cNvSpPr>
          <p:nvPr/>
        </p:nvSpPr>
        <p:spPr>
          <a:xfrm>
            <a:off x="4286250" y="6429375"/>
            <a:ext cx="7353300" cy="47625"/>
          </a:xfrm>
          <a:prstGeom prst="rect">
            <a:avLst/>
          </a:prstGeom>
          <a:solidFill>
            <a:srgbClr val="77A9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3713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E5825D1-DFC0-455A-8539-C2D2B637F2EF}"/>
              </a:ext>
            </a:extLst>
          </p:cNvPr>
          <p:cNvSpPr>
            <a:spLocks noGrp="1"/>
          </p:cNvSpPr>
          <p:nvPr/>
        </p:nvSpPr>
        <p:spPr>
          <a:xfrm>
            <a:off x="552450" y="333375"/>
            <a:ext cx="11087100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Λήψη και αποθήκευση εικόνας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5E293B-CC71-4C59-AC6C-1AD3D5C69AD9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4171950" cy="333375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Βρίσκουμε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την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εικόν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 με μια μηχανή αναζήτησης.</a:t>
            </a:r>
          </a:p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Κάνουμε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δεξί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κλικ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και επ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ιλέγουμε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Απ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οθήκευση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εικόν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ας ως…</a:t>
            </a:r>
          </a:p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Επ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ιλέγουμε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τον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σωστό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φάκελο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και 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όνομ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 αρχείου.</a:t>
            </a:r>
          </a:p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Πα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τάμε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Απ</a:t>
            </a:r>
            <a:r>
              <a:rPr sz="18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οθήκευση</a:t>
            </a:r>
            <a:r>
              <a:rPr sz="18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A7001D-3F8C-48A1-ACF8-7BE440913A63}"/>
              </a:ext>
            </a:extLst>
          </p:cNvPr>
          <p:cNvSpPr>
            <a:spLocks noGrp="1"/>
          </p:cNvSpPr>
          <p:nvPr/>
        </p:nvSpPr>
        <p:spPr>
          <a:xfrm>
            <a:off x="6905625" y="1333500"/>
            <a:ext cx="4476750" cy="857250"/>
          </a:xfrm>
          <a:prstGeom prst="roundRect">
            <a:avLst>
              <a:gd name="adj" fmla="val 8889"/>
            </a:avLst>
          </a:prstGeom>
          <a:solidFill>
            <a:srgbClr val="EEF5F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B06397-BA43-4A1E-A93C-89AC90419960}"/>
              </a:ext>
            </a:extLst>
          </p:cNvPr>
          <p:cNvSpPr>
            <a:spLocks noGrp="1"/>
          </p:cNvSpPr>
          <p:nvPr/>
        </p:nvSpPr>
        <p:spPr>
          <a:xfrm>
            <a:off x="552450" y="6429375"/>
            <a:ext cx="11087100" cy="47625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B45AFB-BA11-4B24-90AA-1E15EA8BE883}"/>
              </a:ext>
            </a:extLst>
          </p:cNvPr>
          <p:cNvSpPr>
            <a:spLocks noGrp="1"/>
          </p:cNvSpPr>
          <p:nvPr/>
        </p:nvSpPr>
        <p:spPr>
          <a:xfrm>
            <a:off x="4286250" y="6429375"/>
            <a:ext cx="7353300" cy="47625"/>
          </a:xfrm>
          <a:prstGeom prst="rect">
            <a:avLst/>
          </a:prstGeom>
          <a:solidFill>
            <a:srgbClr val="77A9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47B794-9E8B-DC10-F2EA-2213E6395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00" y="863599"/>
            <a:ext cx="6718539" cy="488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851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CE58635-C629-432F-B5B3-13530BF6144F}"/>
              </a:ext>
            </a:extLst>
          </p:cNvPr>
          <p:cNvSpPr>
            <a:spLocks noGrp="1"/>
          </p:cNvSpPr>
          <p:nvPr/>
        </p:nvSpPr>
        <p:spPr>
          <a:xfrm>
            <a:off x="552450" y="333375"/>
            <a:ext cx="11087100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Ασκήσεις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4C00D0-6D84-4B19-8A99-6A1F36E007A8}"/>
              </a:ext>
            </a:extLst>
          </p:cNvPr>
          <p:cNvSpPr>
            <a:spLocks noGrp="1"/>
          </p:cNvSpPr>
          <p:nvPr/>
        </p:nvSpPr>
        <p:spPr>
          <a:xfrm>
            <a:off x="619125" y="1200150"/>
            <a:ext cx="1762125" cy="47625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A15B3A-082B-44B5-838A-9C6CA61E866D}"/>
              </a:ext>
            </a:extLst>
          </p:cNvPr>
          <p:cNvSpPr>
            <a:spLocks noGrp="1"/>
          </p:cNvSpPr>
          <p:nvPr/>
        </p:nvSpPr>
        <p:spPr>
          <a:xfrm>
            <a:off x="590550" y="1524000"/>
            <a:ext cx="4095750" cy="190500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Σελίδες 127–128</a:t>
            </a:r>
          </a:p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Δραστηριότητες 1–16</a:t>
            </a:r>
          </a:p>
          <a:p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Επιπρόσθετες: 17–20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E2A696-0DEE-4E26-B077-C41A10B1A31D}"/>
              </a:ext>
            </a:extLst>
          </p:cNvPr>
          <p:cNvSpPr>
            <a:spLocks noGrp="1"/>
          </p:cNvSpPr>
          <p:nvPr/>
        </p:nvSpPr>
        <p:spPr>
          <a:xfrm>
            <a:off x="590550" y="3714750"/>
            <a:ext cx="4095750" cy="1047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575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Εφαρμογή: αναζήτηση, αρχική σελίδα, Αγαπημένα και λήψη εικόνας.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81DD13-68D0-4A87-9085-573BE3294F21}"/>
              </a:ext>
            </a:extLst>
          </p:cNvPr>
          <p:cNvSpPr>
            <a:spLocks noGrp="1"/>
          </p:cNvSpPr>
          <p:nvPr/>
        </p:nvSpPr>
        <p:spPr>
          <a:xfrm>
            <a:off x="552450" y="6429375"/>
            <a:ext cx="11087100" cy="47625"/>
          </a:xfrm>
          <a:prstGeom prst="rect">
            <a:avLst/>
          </a:prstGeom>
          <a:solidFill>
            <a:srgbClr val="F57C24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7C338C-AE99-4D7F-A888-E2436FF8029A}"/>
              </a:ext>
            </a:extLst>
          </p:cNvPr>
          <p:cNvSpPr>
            <a:spLocks noGrp="1"/>
          </p:cNvSpPr>
          <p:nvPr/>
        </p:nvSpPr>
        <p:spPr>
          <a:xfrm>
            <a:off x="4286250" y="6429375"/>
            <a:ext cx="7353300" cy="47625"/>
          </a:xfrm>
          <a:prstGeom prst="rect">
            <a:avLst/>
          </a:prstGeom>
          <a:solidFill>
            <a:srgbClr val="77A9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45008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DocSecurity>0</DocSecurity>
  <PresentationFormat>Widescreen</PresentationFormat>
  <Paragraphs>49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Calibri</vt:lpstr>
      <vt:lpstr>Tahoma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2026-09-12T05:13:42Z</dcterms:created>
  <dcterms:modified xsi:type="dcterms:W3CDTF">2026-10-03T06:46:28Z</dcterms:modified>
</cp:coreProperties>
</file>