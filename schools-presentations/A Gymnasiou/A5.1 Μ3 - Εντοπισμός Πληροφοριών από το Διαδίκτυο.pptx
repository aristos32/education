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750d7e929b54d63" /><Relationship Type="http://schemas.openxmlformats.org/officeDocument/2006/relationships/extended-properties" Target="/docProps/app.xml" Id="R2361cb064d8346c8" /><Relationship Type="http://schemas.openxmlformats.org/officeDocument/2006/relationships/officeDocument" Target="/ppt/presentation.xml" Id="R3d73936279b34a0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f548dd01ec54b42"/>
  </p:sldMasterIdLst>
  <p:notesMasterIdLst>
    <p:notesMasterId xmlns:r="http://schemas.openxmlformats.org/officeDocument/2006/relationships" r:id="R2f4b6fb71dc04007"/>
  </p:notesMasterIdLst>
  <p:sldIdLst>
    <p:sldId xmlns:r="http://schemas.openxmlformats.org/officeDocument/2006/relationships" id="256" r:id="R9f45cc724507412d"/>
    <p:sldId xmlns:r="http://schemas.openxmlformats.org/officeDocument/2006/relationships" id="257" r:id="Rb61145f62faa4b00"/>
    <p:sldId xmlns:r="http://schemas.openxmlformats.org/officeDocument/2006/relationships" id="258" r:id="R393c31e751174bdb"/>
    <p:sldId xmlns:r="http://schemas.openxmlformats.org/officeDocument/2006/relationships" id="259" r:id="R6e16ec8f74934a95"/>
    <p:sldId xmlns:r="http://schemas.openxmlformats.org/officeDocument/2006/relationships" id="260" r:id="R7587b420d05a4078"/>
    <p:sldId xmlns:r="http://schemas.openxmlformats.org/officeDocument/2006/relationships" id="261" r:id="Ra1dcb8a4401b468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7b46ecdfe934b74" /><Relationship Type="http://schemas.openxmlformats.org/officeDocument/2006/relationships/slideMaster" Target="/ppt/slideMasters/slideMaster1.xml" Id="R0f548dd01ec54b42" /><Relationship Type="http://schemas.openxmlformats.org/officeDocument/2006/relationships/notesMaster" Target="/ppt/notesMasters/notesMaster1.xml" Id="R2f4b6fb71dc04007" /><Relationship Type="http://schemas.openxmlformats.org/officeDocument/2006/relationships/presProps" Target="/ppt/presProps.xml" Id="Refd28e3ca8014373" /><Relationship Type="http://schemas.openxmlformats.org/officeDocument/2006/relationships/tableStyles" Target="/ppt/tableStyles.xml" Id="R07ef3b2333294f14" /><Relationship Type="http://schemas.openxmlformats.org/officeDocument/2006/relationships/slide" Target="/ppt/slides/slide1.xml" Id="R9f45cc724507412d" /><Relationship Type="http://schemas.openxmlformats.org/officeDocument/2006/relationships/slide" Target="/ppt/slides/slide2.xml" Id="Rb61145f62faa4b00" /><Relationship Type="http://schemas.openxmlformats.org/officeDocument/2006/relationships/slide" Target="/ppt/slides/slide3.xml" Id="R393c31e751174bdb" /><Relationship Type="http://schemas.openxmlformats.org/officeDocument/2006/relationships/slide" Target="/ppt/slides/slide4.xml" Id="R6e16ec8f74934a95" /><Relationship Type="http://schemas.openxmlformats.org/officeDocument/2006/relationships/slide" Target="/ppt/slides/slide5.xml" Id="R7587b420d05a4078" /><Relationship Type="http://schemas.openxmlformats.org/officeDocument/2006/relationships/slide" Target="/ppt/slides/slide6.xml" Id="Ra1dcb8a4401b468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2e1ccb6976e4f3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7f0ba825da944cc" /><Relationship Type="http://schemas.openxmlformats.org/officeDocument/2006/relationships/notesMaster" Target="/ppt/notesMasters/notesMaster1.xml" Id="Rc07b32c7688f4f1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648a33981984ddd" /><Relationship Type="http://schemas.openxmlformats.org/officeDocument/2006/relationships/notesMaster" Target="/ppt/notesMasters/notesMaster1.xml" Id="R220e146aace946f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ff8b9dbce6245e3" /><Relationship Type="http://schemas.openxmlformats.org/officeDocument/2006/relationships/notesMaster" Target="/ppt/notesMasters/notesMaster1.xml" Id="R7e746aa24b6149e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df705ae1120446e" /><Relationship Type="http://schemas.openxmlformats.org/officeDocument/2006/relationships/notesMaster" Target="/ppt/notesMasters/notesMaster1.xml" Id="Rf317040e92b941d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748ef02b71b4a4e" /><Relationship Type="http://schemas.openxmlformats.org/officeDocument/2006/relationships/notesMaster" Target="/ppt/notesMasters/notesMaster1.xml" Id="R9b84f53174fe404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a92e518d0a3411c" /><Relationship Type="http://schemas.openxmlformats.org/officeDocument/2006/relationships/notesMaster" Target="/ppt/notesMasters/notesMaster1.xml" Id="R95d6f544eb314d3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Πηγή: Σημειώσεις και Τετράδιο Εργασιών Πληροφορικής Α΄ Γυμνασίου, ενότητα Α.5.1.Μ3.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Πηγή: Σημειώσεις και Τετράδιο Εργασιών Πληροφορικής Α΄ Γυμνασίου, ενότητα Α.5.1.Μ3.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Πηγή: Σημειώσεις και Τετράδιο Εργασιών Πληροφορικής Α΄ Γυμνασίου, ενότητα Α.5.1.Μ3.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Πηγή: Σημειώσεις και Τετράδιο Εργασιών Πληροφορικής Α΄ Γυμνασίου, ενότητα Α.5.1.Μ3.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Πηγή: Σημειώσεις και Τετράδιο Εργασιών Πληροφορικής Α΄ Γυμνασίου, ενότητα Α.5.1.Μ3.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Πηγή: Σημειώσεις και Τετράδιο Εργασιών Πληροφορικής Α΄ Γυμνασίου, ενότητα Α.5.1.Μ3.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eacc9970d54b7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fd30d0df1984414" /><Relationship Type="http://schemas.openxmlformats.org/officeDocument/2006/relationships/slideLayout" Target="/ppt/slideLayouts/slideLayout1.xml" Id="Rcb78e37ac62f4dc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b78e37ac62f4dc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5eb6e12a1f4580" /><Relationship Type="http://schemas.openxmlformats.org/officeDocument/2006/relationships/image" Target="/ppt/media/image.jpeg" Id="R438af3118d014143" /><Relationship Type="http://schemas.openxmlformats.org/officeDocument/2006/relationships/notesSlide" Target="/ppt/notesSlides/notesSlide1.xml" Id="Ra5270d0b79d5448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8cbf458b6e4814" /><Relationship Type="http://schemas.openxmlformats.org/officeDocument/2006/relationships/notesSlide" Target="/ppt/notesSlides/notesSlide2.xml" Id="Rde7cdbb8e06849b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fc6a5471eb4994" /><Relationship Type="http://schemas.openxmlformats.org/officeDocument/2006/relationships/image" Target="/ppt/media/image.png" Id="R5c4ae0d5c1964570" /><Relationship Type="http://schemas.openxmlformats.org/officeDocument/2006/relationships/notesSlide" Target="/ppt/notesSlides/notesSlide3.xml" Id="R9fe3680eb1714ea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5ea97ab3c846d6" /><Relationship Type="http://schemas.openxmlformats.org/officeDocument/2006/relationships/image" Target="/ppt/media/image2.png" Id="R46222f4a652445ed" /><Relationship Type="http://schemas.openxmlformats.org/officeDocument/2006/relationships/image" Target="/ppt/media/image3.png" Id="R7383067f46534d56" /><Relationship Type="http://schemas.openxmlformats.org/officeDocument/2006/relationships/notesSlide" Target="/ppt/notesSlides/notesSlide4.xml" Id="R09e2a05c5c344ce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c389b7bcb34955" /><Relationship Type="http://schemas.openxmlformats.org/officeDocument/2006/relationships/image" Target="/ppt/media/image4.png" Id="Ra45279ece2194f2c" /><Relationship Type="http://schemas.openxmlformats.org/officeDocument/2006/relationships/image" Target="/ppt/media/image5.png" Id="R443aa605f8cb4525" /><Relationship Type="http://schemas.openxmlformats.org/officeDocument/2006/relationships/notesSlide" Target="/ppt/notesSlides/notesSlide5.xml" Id="Ra5dc5d9bb861412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554bea0144458a" /><Relationship Type="http://schemas.openxmlformats.org/officeDocument/2006/relationships/image" Target="/ppt/media/image6.png" Id="R174a7eb914434c31" /><Relationship Type="http://schemas.openxmlformats.org/officeDocument/2006/relationships/image" Target="/ppt/media/image7.png" Id="Rf448ca2e904d4967" /><Relationship Type="http://schemas.openxmlformats.org/officeDocument/2006/relationships/notesSlide" Target="/ppt/notesSlides/notesSlide6.xml" Id="R133b16b2fa68449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6CA9F5-FFA1-49C0-A3F5-8B2075E3D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5524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7C2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3E0093-4AB1-4D41-964A-2BEB40B95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28700"/>
            <a:ext cx="39052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0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85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Α5.1 Μ3</a:t>
            </a:r>
          </a:p>
          <a:p xmlns:a="http://schemas.openxmlformats.org/drawingml/2006/main">
            <a:pPr algn="l">
              <a:defRPr sz="2850" b="0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85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Εντοπισμός</a:t>
            </a:r>
          </a:p>
          <a:p xmlns:a="http://schemas.openxmlformats.org/drawingml/2006/main">
            <a:pPr algn="l">
              <a:defRPr sz="2850" b="0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85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Πληροφοριών από</a:t>
            </a:r>
          </a:p>
          <a:p xmlns:a="http://schemas.openxmlformats.org/drawingml/2006/main">
            <a:pPr algn="l">
              <a:defRPr sz="2850" b="0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85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το Διαδίκτυο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8af3118d014143"/>
          <a:srcRect xmlns:a="http://schemas.openxmlformats.org/drawingml/2006/main" l="16667" t="0" r="1666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0"/>
            <a:ext cx="74295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1971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5C53AA-6C36-4BC4-B2D4-0A1593197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11087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55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Μηχανές αναζήτησης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0828A8-C842-4F83-8CED-7506DEA86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57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Μια μηχανή αναζήτησης μάς βοηθά να βρίσκουμε κείμενα και αρχεία στο Διαδίκτυο.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A92798-AB2A-405E-A22D-D0A4E93D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3333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2F5F8"/>
          </a:solidFill>
          <a:ln xmlns:a="http://schemas.openxmlformats.org/drawingml/2006/main" w="9525">
            <a:solidFill>
              <a:srgbClr val="D5DCE3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7D8E01-EC1F-4A19-983D-95BC07564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3333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40CADE-F1A5-4F7B-B7BA-A61D6B4FE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38450"/>
            <a:ext cx="2876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4285F4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4285F4"/>
                </a:solidFill>
                <a:latin typeface="Tahoma"/>
                <a:ea typeface="Tahoma"/>
                <a:cs typeface="Tahoma"/>
              </a:rPr>
              <a:t>Google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9E491D-FE13-45E1-B5D8-9DE48FC95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57575"/>
            <a:ext cx="2876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333333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333333"/>
                </a:solidFill>
                <a:latin typeface="Tahoma"/>
                <a:ea typeface="Tahoma"/>
                <a:cs typeface="Tahoma"/>
              </a:rPr>
              <a:t>www.google.com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45735A-A9EB-4FED-A086-1B33EEDA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457450"/>
            <a:ext cx="3333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2F5F8"/>
          </a:solidFill>
          <a:ln xmlns:a="http://schemas.openxmlformats.org/drawingml/2006/main" w="9525">
            <a:solidFill>
              <a:srgbClr val="D5DCE3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025FBF-DE40-42B4-89B0-F62B469E5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457450"/>
            <a:ext cx="3333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4AAC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2CA5DC-2C78-4A60-9D2C-42D4CBB28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38450"/>
            <a:ext cx="2876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7B4AAC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7B4AAC"/>
                </a:solidFill>
                <a:latin typeface="Tahoma"/>
                <a:ea typeface="Tahoma"/>
                <a:cs typeface="Tahoma"/>
              </a:rPr>
              <a:t>Yahoo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8F93D3-2F8F-4B45-8315-E289CB0F2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457575"/>
            <a:ext cx="2876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333333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333333"/>
                </a:solidFill>
                <a:latin typeface="Tahoma"/>
                <a:ea typeface="Tahoma"/>
                <a:cs typeface="Tahoma"/>
              </a:rPr>
              <a:t>search.yahoo.com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95170A-82B7-4752-B56E-59F16B1DF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57450"/>
            <a:ext cx="3333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2F5F8"/>
          </a:solidFill>
          <a:ln xmlns:a="http://schemas.openxmlformats.org/drawingml/2006/main" w="9525">
            <a:solidFill>
              <a:srgbClr val="D5DCE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A2E8A8-21AA-4570-8FC5-2559BD3B3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57450"/>
            <a:ext cx="3333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9F8A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3FBFAD-1DB7-4916-A6EA-0247EC80D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838450"/>
            <a:ext cx="2876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A9F8A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1A9F8A"/>
                </a:solidFill>
                <a:latin typeface="Tahoma"/>
                <a:ea typeface="Tahoma"/>
                <a:cs typeface="Tahoma"/>
              </a:rPr>
              <a:t>Bing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58598F-CD51-4C83-A8D3-99424CBAD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57575"/>
            <a:ext cx="2876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333333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333333"/>
                </a:solidFill>
                <a:latin typeface="Tahoma"/>
                <a:ea typeface="Tahoma"/>
                <a:cs typeface="Tahoma"/>
              </a:rPr>
              <a:t>www.bing.com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36A690-5617-4C71-A4D7-7E30CEAC5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444444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444444"/>
                </a:solidFill>
                <a:latin typeface="Tahoma"/>
                <a:ea typeface="Tahoma"/>
                <a:cs typeface="Tahoma"/>
              </a:rPr>
              <a:t>Χρησιμοποιούμε κατάλληλες λέξεις-κλειδιά για πιο χρήσιμα αποτελέσματα.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1E5B48-EF70-4445-90DE-BEB694D01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29375"/>
            <a:ext cx="11087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7C24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B06DC3-57A7-4E35-8663-51EFD5942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429375"/>
            <a:ext cx="7353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A9D7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0921271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2A71E2-5252-49BD-A189-DBCA0CDC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11087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55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Αναζήτηση πληροφοριών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3EAE8A-3220-4392-A1EC-91261A174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3825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57C24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80998C-FF41-43EA-AF19-50304F4BD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8587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9C5094-2138-42F5-A0C3-08D1B1C90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21920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Ανοίγουμε μια μηχανή αναζήτησης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A79BE2-1C95-4075-9A3C-2AD964AC3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09725"/>
            <a:ext cx="4429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33333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333333"/>
                </a:solidFill>
                <a:latin typeface="Tahoma"/>
                <a:ea typeface="Tahoma"/>
                <a:cs typeface="Tahoma"/>
              </a:rPr>
              <a:t>Πληκτρολογούμε τη διεύθυνσή της και πατούμε Enter.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BA4766-0623-4849-84E6-5D4F02D48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24125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5599D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F80F18-9078-4BD9-9703-004A05E67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5717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597C87-682E-4151-9D9D-D45500D1F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505075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Γράφουμε λέξεις-κλειδιά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6AA159-7DEB-451D-9879-054C49CDB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95600"/>
            <a:ext cx="4429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33333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333333"/>
                </a:solidFill>
                <a:latin typeface="Tahoma"/>
                <a:ea typeface="Tahoma"/>
                <a:cs typeface="Tahoma"/>
              </a:rPr>
              <a:t>Παράδειγμα: Υπουργείο Παιδείας Κύπρου.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AB73E4-0A27-4129-B302-A9D5603B9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100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6CAB4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A88CB2-4E5A-47AA-9CD4-E8B0ABD3F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857625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432703-33D1-4772-B0CB-50746169E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79095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Επιλέγουμε αποτέλεσμα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BD7A57-E785-46C7-A7E9-205FFC558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81475"/>
            <a:ext cx="4429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33333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333333"/>
                </a:solidFill>
                <a:latin typeface="Tahoma"/>
                <a:ea typeface="Tahoma"/>
                <a:cs typeface="Tahoma"/>
              </a:rPr>
              <a:t>Ανοίγουμε το αποτέλεσμα που ταιριάζει καλύτερα σε αυτό που ζητούμε.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4ae0d5c1964570"/>
          <a:stretch xmlns:a="http://schemas.openxmlformats.org/drawingml/2006/main"/>
        </p:blipFill>
        <p:spPr>
          <a:xfrm xmlns:a="http://schemas.openxmlformats.org/drawingml/2006/main">
            <a:off x="6572250" y="1520598"/>
            <a:ext cx="4762500" cy="2721429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858D13-4991-4AFE-9E8A-DEFB3864B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86300"/>
            <a:ext cx="457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44444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444444"/>
                </a:solidFill>
                <a:latin typeface="Tahoma"/>
                <a:ea typeface="Tahoma"/>
                <a:cs typeface="Tahoma"/>
              </a:rPr>
              <a:t>Ελέγχουμε τον τίτλο και τη διεύθυνση της ιστοσελίδας πριν την ανοίξουμε.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C5FC05-2F5A-4D1C-B3D5-6583D57F4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29375"/>
            <a:ext cx="11087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7C24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574032-C560-4EA8-B7E6-1D43DEAC6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429375"/>
            <a:ext cx="7353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A9D7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3617014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1121DC-FD36-445E-B433-8342CA536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11087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55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Αρχική σελίδα και Αγαπημένα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CF1939-0D60-4B99-B47A-2D078CF99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5095875" cy="381000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DDDDD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628FB2-BD33-4802-B6CC-F712F9536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62100"/>
            <a:ext cx="4524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57C24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F57C24"/>
                </a:solidFill>
                <a:latin typeface="Tahoma"/>
                <a:ea typeface="Tahoma"/>
                <a:cs typeface="Tahoma"/>
              </a:rPr>
              <a:t>Αλλαγή αρχικής σελίδας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1B9327-7C92-4618-9780-9F71DF7A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0"/>
            <a:ext cx="4429125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marL="254000" indent="-152400" algn="l">
              <a:spcAft>
                <a:spcPts val="550"/>
              </a:spcAft>
              <a:buChar char="•"/>
              <a:defRPr sz="16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Ανοίγουμε τις ρυθμίσεις του φυλλομετρητή.</a:t>
            </a:r>
          </a:p>
          <a:p xmlns:a="http://schemas.openxmlformats.org/drawingml/2006/main">
            <a:pPr marL="254000" indent="-152400" algn="l">
              <a:spcAft>
                <a:spcPts val="550"/>
              </a:spcAft>
              <a:buChar char="•"/>
              <a:defRPr sz="16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Ορίζουμε τη διεύθυνση που θέλουμε ως αρχική σελίδα.</a:t>
            </a:r>
          </a:p>
          <a:p xmlns:a="http://schemas.openxmlformats.org/drawingml/2006/main">
            <a:pPr marL="254000" indent="-152400" algn="l">
              <a:spcAft>
                <a:spcPts val="550"/>
              </a:spcAft>
              <a:buChar char="•"/>
              <a:defRPr sz="16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Αποθηκεύουμε την αλλαγή.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222f4a652445ed"/>
          <a:stretch xmlns:a="http://schemas.openxmlformats.org/drawingml/2006/main"/>
        </p:blipFill>
        <p:spPr>
          <a:xfrm xmlns:a="http://schemas.openxmlformats.org/drawingml/2006/main">
            <a:off x="4762500" y="1622425"/>
            <a:ext cx="400050" cy="3556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316F25-9E90-4545-88D2-FE5AF6B89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285875"/>
            <a:ext cx="5095875" cy="381000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DDDDD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F68C33-3206-4D1C-8D79-DF7AD5A87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562100"/>
            <a:ext cx="4524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5599D8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5599D8"/>
                </a:solidFill>
                <a:latin typeface="Tahoma"/>
                <a:ea typeface="Tahoma"/>
                <a:cs typeface="Tahoma"/>
              </a:rPr>
              <a:t>Αγαπημένα / Σελιδοδείκτες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FFBF0F-2F2C-44EA-AD5F-6957E8695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190750"/>
            <a:ext cx="4429125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marL="254000" indent="-152400" algn="l">
              <a:spcAft>
                <a:spcPts val="550"/>
              </a:spcAft>
              <a:buChar char="•"/>
              <a:defRPr sz="16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Ανοίγουμε την ιστοσελίδα που θέλουμε.</a:t>
            </a:r>
          </a:p>
          <a:p xmlns:a="http://schemas.openxmlformats.org/drawingml/2006/main">
            <a:pPr marL="254000" indent="-152400" algn="l">
              <a:spcAft>
                <a:spcPts val="550"/>
              </a:spcAft>
              <a:buChar char="•"/>
              <a:defRPr sz="16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Πατάμε το εικονίδιο Αγαπημένων.</a:t>
            </a:r>
          </a:p>
          <a:p xmlns:a="http://schemas.openxmlformats.org/drawingml/2006/main">
            <a:pPr marL="254000" indent="-152400" algn="l">
              <a:spcAft>
                <a:spcPts val="550"/>
              </a:spcAft>
              <a:buChar char="•"/>
              <a:defRPr sz="16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Δίνουμε όνομα, επιλέγουμε φάκελο και πατάμε Προσθήκη.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83067f46534d56"/>
          <a:stretch xmlns:a="http://schemas.openxmlformats.org/drawingml/2006/main"/>
        </p:blipFill>
        <p:spPr>
          <a:xfrm xmlns:a="http://schemas.openxmlformats.org/drawingml/2006/main">
            <a:off x="10288681" y="1619250"/>
            <a:ext cx="358588" cy="3810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2BC598-BE69-4CB4-9045-6EE85E590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29375"/>
            <a:ext cx="11087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7C2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7D726B-F8FB-4861-B193-9CBC8F754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429375"/>
            <a:ext cx="7353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A9D7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5937134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5825D1-DFC0-455A-8539-C2D2B637F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11087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55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Λήψη και αποθήκευση εικόνας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5E293B-CC71-4C59-AC6C-1AD3D5C69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59055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marL="254000" indent="-152400" algn="l">
              <a:spcAft>
                <a:spcPts val="550"/>
              </a:spcAft>
              <a:buChar char="•"/>
              <a:defRPr sz="18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Βρίσκουμε την εικόνα με μια μηχανή αναζήτησης.</a:t>
            </a:r>
          </a:p>
          <a:p xmlns:a="http://schemas.openxmlformats.org/drawingml/2006/main">
            <a:pPr marL="254000" indent="-152400" algn="l">
              <a:spcAft>
                <a:spcPts val="550"/>
              </a:spcAft>
              <a:buChar char="•"/>
              <a:defRPr sz="18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Κάνουμε δεξί κλικ και επιλέγουμε Αποθήκευση εικόνας ως…</a:t>
            </a:r>
          </a:p>
          <a:p xmlns:a="http://schemas.openxmlformats.org/drawingml/2006/main">
            <a:pPr marL="254000" indent="-152400" algn="l">
              <a:spcAft>
                <a:spcPts val="550"/>
              </a:spcAft>
              <a:buChar char="•"/>
              <a:defRPr sz="18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Επιλέγουμε τον σωστό φάκελο και όνομα αρχείου.</a:t>
            </a:r>
          </a:p>
          <a:p xmlns:a="http://schemas.openxmlformats.org/drawingml/2006/main">
            <a:pPr marL="254000" indent="-152400" algn="l">
              <a:spcAft>
                <a:spcPts val="550"/>
              </a:spcAft>
              <a:buChar char="•"/>
              <a:defRPr sz="18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Πατάμε Αποθήκευση.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A7001D-3F8C-48A1-ACF8-7BE44091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1333500"/>
            <a:ext cx="44767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EF5F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79C285-28C6-4B01-8D43-387F88432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5049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96154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337AB7"/>
                </a:solidFill>
                <a:latin typeface="Tahoma"/>
                <a:ea typeface="Tahoma"/>
                <a:cs typeface="Tahoma"/>
              </a:defRPr>
            </a:pPr>
            <a:r>
              <a:rPr sz="1950" b="1">
                <a:solidFill>
                  <a:srgbClr val="337AB7"/>
                </a:solidFill>
                <a:latin typeface="Tahoma"/>
                <a:ea typeface="Tahoma"/>
                <a:cs typeface="Tahoma"/>
              </a:rPr>
              <a:t>Λήψη (Download)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4F3C58-D72A-4E22-8A6E-455918DC4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885950"/>
            <a:ext cx="4095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444444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444444"/>
                </a:solidFill>
                <a:latin typeface="Tahoma"/>
                <a:ea typeface="Tahoma"/>
                <a:cs typeface="Tahoma"/>
              </a:rPr>
              <a:t>Μεταφορά ενός αρχείου από το Διαδίκτυο στον υπολογιστή μας.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5279ece2194f2c"/>
          <a:stretch xmlns:a="http://schemas.openxmlformats.org/drawingml/2006/main"/>
        </p:blipFill>
        <p:spPr>
          <a:xfrm xmlns:a="http://schemas.openxmlformats.org/drawingml/2006/main">
            <a:off x="6953250" y="3123740"/>
            <a:ext cx="4333875" cy="229520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3aa605f8cb4525"/>
          <a:stretch xmlns:a="http://schemas.openxmlformats.org/drawingml/2006/main"/>
        </p:blipFill>
        <p:spPr>
          <a:xfrm xmlns:a="http://schemas.openxmlformats.org/drawingml/2006/main">
            <a:off x="8507533" y="3790950"/>
            <a:ext cx="1082433" cy="19526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B06397-BA43-4A1E-A93C-89AC90419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29375"/>
            <a:ext cx="11087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7C24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B45AFB-BA11-4B24-90AA-1E15EA8BE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429375"/>
            <a:ext cx="7353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A9D7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7518510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E58635-C629-432F-B5B3-13530BF61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11087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55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Ασκήσεις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4C00D0-6D84-4B19-8A99-6A1F36E00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200150"/>
            <a:ext cx="17621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7C24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A15B3A-082B-44B5-838A-9C6CA61E8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24000"/>
            <a:ext cx="40957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marL="254000" indent="-152400" algn="l">
              <a:spcAft>
                <a:spcPts val="550"/>
              </a:spcAft>
              <a:buChar char="•"/>
              <a:defRPr sz="18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Σελίδες 127–128</a:t>
            </a:r>
          </a:p>
          <a:p xmlns:a="http://schemas.openxmlformats.org/drawingml/2006/main">
            <a:pPr marL="254000" indent="-152400" algn="l">
              <a:spcAft>
                <a:spcPts val="550"/>
              </a:spcAft>
              <a:buChar char="•"/>
              <a:defRPr sz="18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Δραστηριότητες 1–16</a:t>
            </a:r>
          </a:p>
          <a:p xmlns:a="http://schemas.openxmlformats.org/drawingml/2006/main">
            <a:pPr marL="254000" indent="-152400" algn="l">
              <a:spcAft>
                <a:spcPts val="550"/>
              </a:spcAft>
              <a:buChar char="•"/>
              <a:defRPr sz="18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Επιπρόσθετες: 17–20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E2A696-0DEE-4E26-B077-C41A10B1A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14750"/>
            <a:ext cx="4095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444444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444444"/>
                </a:solidFill>
                <a:latin typeface="Tahoma"/>
                <a:ea typeface="Tahoma"/>
                <a:cs typeface="Tahoma"/>
              </a:rPr>
              <a:t>Εφαρμογή: αναζήτηση, αρχική σελίδα, Αγαπημένα και λήψη εικόνας.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4a7eb914434c31"/>
          <a:stretch xmlns:a="http://schemas.openxmlformats.org/drawingml/2006/main"/>
        </p:blipFill>
        <p:spPr>
          <a:xfrm xmlns:a="http://schemas.openxmlformats.org/drawingml/2006/main">
            <a:off x="5338172" y="1143000"/>
            <a:ext cx="2896780" cy="4095750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48ca2e904d4967"/>
          <a:stretch xmlns:a="http://schemas.openxmlformats.org/drawingml/2006/main"/>
        </p:blipFill>
        <p:spPr>
          <a:xfrm xmlns:a="http://schemas.openxmlformats.org/drawingml/2006/main">
            <a:off x="8481422" y="1143000"/>
            <a:ext cx="2896780" cy="4095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81DD13-68D0-4A87-9085-573BE3294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29375"/>
            <a:ext cx="11087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7C24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7C338C-AE99-4D7F-A888-E2436FF80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429375"/>
            <a:ext cx="7353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A9D7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1545008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2026-09-12T05:13:42.3160000Z</dcterms:created>
  <dcterms:modified xsi:type="dcterms:W3CDTF">2026-09-12T05:13:42.3160000Z</dcterms:modified>
</coreProperties>
</file>