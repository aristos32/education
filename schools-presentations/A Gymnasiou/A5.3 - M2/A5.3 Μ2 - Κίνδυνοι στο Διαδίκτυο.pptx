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delSld modSld">
      <pc:chgData name="Άριστος Αρέστη" userId="813aa191-2d4c-464f-9d05-0a7e494d859f" providerId="ADAL" clId="{49C7B61D-1ACF-4AFF-A04E-A3B433E32474}" dt="2026-10-31T05:23:58.452" v="74" actId="1076"/>
      <pc:docMkLst>
        <pc:docMk/>
      </pc:docMkLst>
      <pc:sldChg chg="modSp mod">
        <pc:chgData name="Άριστος Αρέστη" userId="813aa191-2d4c-464f-9d05-0a7e494d859f" providerId="ADAL" clId="{49C7B61D-1ACF-4AFF-A04E-A3B433E32474}" dt="2026-10-24T05:13:00.203" v="10" actId="27636"/>
        <pc:sldMkLst>
          <pc:docMk/>
          <pc:sldMk cId="243166808" sldId="257"/>
        </pc:sldMkLst>
        <pc:spChg chg="mod">
          <ac:chgData name="Άριστος Αρέστη" userId="813aa191-2d4c-464f-9d05-0a7e494d859f" providerId="ADAL" clId="{49C7B61D-1ACF-4AFF-A04E-A3B433E32474}" dt="2026-10-24T05:13:00.203" v="9" actId="27636"/>
          <ac:spMkLst>
            <pc:docMk/>
            <pc:sldMk cId="243166808" sldId="257"/>
            <ac:spMk id="5" creationId="{CF738A0D-576D-4E34-81E0-510B6534C11A}"/>
          </ac:spMkLst>
        </pc:spChg>
        <pc:spChg chg="mod">
          <ac:chgData name="Άριστος Αρέστη" userId="813aa191-2d4c-464f-9d05-0a7e494d859f" providerId="ADAL" clId="{49C7B61D-1ACF-4AFF-A04E-A3B433E32474}" dt="2026-10-24T05:13:00.203" v="10" actId="27636"/>
          <ac:spMkLst>
            <pc:docMk/>
            <pc:sldMk cId="243166808" sldId="257"/>
            <ac:spMk id="13" creationId="{2C2D3EC6-7F8E-4342-BA74-B2DC84B867EF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10-24T05:13:49.025" v="53"/>
        <pc:sldMkLst>
          <pc:docMk/>
          <pc:sldMk cId="961205622" sldId="258"/>
        </pc:sldMkLst>
        <pc:spChg chg="mod">
          <ac:chgData name="Άριστος Αρέστη" userId="813aa191-2d4c-464f-9d05-0a7e494d859f" providerId="ADAL" clId="{49C7B61D-1ACF-4AFF-A04E-A3B433E32474}" dt="2026-10-24T05:13:39.544" v="51" actId="20577"/>
          <ac:spMkLst>
            <pc:docMk/>
            <pc:sldMk cId="961205622" sldId="258"/>
            <ac:spMk id="3" creationId="{DF31CF07-87AA-41B2-B953-238653D6F491}"/>
          </ac:spMkLst>
        </pc:spChg>
        <pc:spChg chg="mod">
          <ac:chgData name="Άριστος Αρέστη" userId="813aa191-2d4c-464f-9d05-0a7e494d859f" providerId="ADAL" clId="{49C7B61D-1ACF-4AFF-A04E-A3B433E32474}" dt="2026-10-24T05:13:09.092" v="31" actId="20577"/>
          <ac:spMkLst>
            <pc:docMk/>
            <pc:sldMk cId="961205622" sldId="258"/>
            <ac:spMk id="8" creationId="{FFBB6C08-C140-4637-83A0-AFBE5C4B9266}"/>
          </ac:spMkLst>
        </pc:spChg>
      </pc:sldChg>
      <pc:sldChg chg="addSp modSp mod">
        <pc:chgData name="Άριστος Αρέστη" userId="813aa191-2d4c-464f-9d05-0a7e494d859f" providerId="ADAL" clId="{49C7B61D-1ACF-4AFF-A04E-A3B433E32474}" dt="2026-10-31T05:23:58.452" v="74" actId="1076"/>
        <pc:sldMkLst>
          <pc:docMk/>
          <pc:sldMk cId="1946445957" sldId="259"/>
        </pc:sldMkLst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4" creationId="{F79314E8-3A6F-46E2-A78B-4CD3961CBE39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5" creationId="{32DB920A-6409-4A60-8E31-372BCD86C1E7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6" creationId="{DA4ECB22-5CCF-445C-8BA6-2F4430BA89DE}"/>
          </ac:spMkLst>
        </pc:spChg>
        <pc:spChg chg="mod">
          <ac:chgData name="Άριστος Αρέστη" userId="813aa191-2d4c-464f-9d05-0a7e494d859f" providerId="ADAL" clId="{49C7B61D-1ACF-4AFF-A04E-A3B433E32474}" dt="2026-10-24T05:39:30.004" v="60" actId="1076"/>
          <ac:spMkLst>
            <pc:docMk/>
            <pc:sldMk cId="1946445957" sldId="259"/>
            <ac:spMk id="7" creationId="{478197E1-76A9-45D2-8452-15F6560626FC}"/>
          </ac:spMkLst>
        </pc:spChg>
        <pc:spChg chg="mod">
          <ac:chgData name="Άριστος Αρέστη" userId="813aa191-2d4c-464f-9d05-0a7e494d859f" providerId="ADAL" clId="{49C7B61D-1ACF-4AFF-A04E-A3B433E32474}" dt="2026-10-31T05:23:58.452" v="74" actId="1076"/>
          <ac:spMkLst>
            <pc:docMk/>
            <pc:sldMk cId="1946445957" sldId="259"/>
            <ac:spMk id="8" creationId="{98FA285B-8308-4FA4-A3A9-37A92CF51A5A}"/>
          </ac:spMkLst>
        </pc:spChg>
        <pc:spChg chg="mod">
          <ac:chgData name="Άριστος Αρέστη" userId="813aa191-2d4c-464f-9d05-0a7e494d859f" providerId="ADAL" clId="{49C7B61D-1ACF-4AFF-A04E-A3B433E32474}" dt="2026-10-31T05:23:58.452" v="74" actId="1076"/>
          <ac:spMkLst>
            <pc:docMk/>
            <pc:sldMk cId="1946445957" sldId="259"/>
            <ac:spMk id="9" creationId="{349C8FAC-768D-4E38-A696-81851F316ED9}"/>
          </ac:spMkLst>
        </pc:spChg>
        <pc:spChg chg="mod">
          <ac:chgData name="Άριστος Αρέστη" userId="813aa191-2d4c-464f-9d05-0a7e494d859f" providerId="ADAL" clId="{49C7B61D-1ACF-4AFF-A04E-A3B433E32474}" dt="2026-10-31T05:23:58.452" v="74" actId="1076"/>
          <ac:spMkLst>
            <pc:docMk/>
            <pc:sldMk cId="1946445957" sldId="259"/>
            <ac:spMk id="10" creationId="{2869A131-F304-4668-A7F4-180B70E5D9B7}"/>
          </ac:spMkLst>
        </pc:spChg>
        <pc:spChg chg="mod">
          <ac:chgData name="Άριστος Αρέστη" userId="813aa191-2d4c-464f-9d05-0a7e494d859f" providerId="ADAL" clId="{49C7B61D-1ACF-4AFF-A04E-A3B433E32474}" dt="2026-10-31T05:23:58.452" v="74" actId="1076"/>
          <ac:spMkLst>
            <pc:docMk/>
            <pc:sldMk cId="1946445957" sldId="259"/>
            <ac:spMk id="11" creationId="{5849ADB9-7835-4023-8722-12ECD43DF3BD}"/>
          </ac:spMkLst>
        </pc:spChg>
        <pc:spChg chg="mod">
          <ac:chgData name="Άριστος Αρέστη" userId="813aa191-2d4c-464f-9d05-0a7e494d859f" providerId="ADAL" clId="{49C7B61D-1ACF-4AFF-A04E-A3B433E32474}" dt="2026-10-31T05:23:34.621" v="70" actId="1076"/>
          <ac:spMkLst>
            <pc:docMk/>
            <pc:sldMk cId="1946445957" sldId="259"/>
            <ac:spMk id="12" creationId="{B6ADAF72-591B-4CE3-B632-7B964CE1D833}"/>
          </ac:spMkLst>
        </pc:spChg>
        <pc:picChg chg="add mod">
          <ac:chgData name="Άριστος Αρέστη" userId="813aa191-2d4c-464f-9d05-0a7e494d859f" providerId="ADAL" clId="{49C7B61D-1ACF-4AFF-A04E-A3B433E32474}" dt="2026-10-31T05:23:37.932" v="71" actId="1076"/>
          <ac:picMkLst>
            <pc:docMk/>
            <pc:sldMk cId="1946445957" sldId="259"/>
            <ac:picMk id="3" creationId="{6549A2E4-4813-69C5-F925-FC667E9B9399}"/>
          </ac:picMkLst>
        </pc:picChg>
        <pc:picChg chg="mod">
          <ac:chgData name="Άριστος Αρέστη" userId="813aa191-2d4c-464f-9d05-0a7e494d859f" providerId="ADAL" clId="{49C7B61D-1ACF-4AFF-A04E-A3B433E32474}" dt="2026-10-24T05:39:15.225" v="58" actId="1076"/>
          <ac:picMkLst>
            <pc:docMk/>
            <pc:sldMk cId="1946445957" sldId="259"/>
            <ac:picMk id="15" creationId="{00000000-0000-0000-0000-000000000000}"/>
          </ac:picMkLst>
        </pc:picChg>
        <pc:picChg chg="add mod">
          <ac:chgData name="Άριστος Αρέστη" userId="813aa191-2d4c-464f-9d05-0a7e494d859f" providerId="ADAL" clId="{49C7B61D-1ACF-4AFF-A04E-A3B433E32474}" dt="2026-10-31T05:23:25.234" v="69" actId="1076"/>
          <ac:picMkLst>
            <pc:docMk/>
            <pc:sldMk cId="1946445957" sldId="259"/>
            <ac:picMk id="16" creationId="{841572BC-9B80-31CC-4309-530D68C24C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Α.5.3.Μ2.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2C12B43-D79B-4985-AA34-11E124109DD9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AE22A4-0841-4073-B875-32C2A53B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0EAFECA-6035-4276-967F-0AE14D76D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294BAAD-334F-46CD-9E2C-D6843C91C65F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402FBB36-04C0-4422-8E8E-A0DE9D4AF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E7DBCBD-3EAD-4F69-BD24-AF04BD9F8AD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DD79B78-C713-418D-94DE-BBB11C2F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B0001D1-89D6-4B03-B248-2A2CBEF8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6183188-97F9-4267-B775-1380EE8D73F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3451D1D-D3D2-43A6-A123-F113FDA5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DEA78A5-4018-4C25-8BDE-1598CA417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4088C89-93BC-4569-B1EF-326B52200A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1D87146-5565-4107-8DC3-7220B681532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CE9F16-FB9D-49E7-BA3E-56F97F40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65938AE-8B93-4393-B8DA-2A7947401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7529" b="7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236BAF-B885-46CC-B7B3-EFE7B4F837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D2E3E-2606-415E-A3B4-F3E2DD640DDA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Α.5.3.Μ2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57940-6843-4AED-BE3E-02036BBC0A8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7524750" cy="1476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Κίνδυνοι στο Διαδίκτυο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0BA60-E17D-4BA8-9F08-BA6D62C9310C}"/>
              </a:ext>
            </a:extLst>
          </p:cNvPr>
          <p:cNvSpPr>
            <a:spLocks noGrp="1"/>
          </p:cNvSpPr>
          <p:nvPr/>
        </p:nvSpPr>
        <p:spPr>
          <a:xfrm>
            <a:off x="838200" y="4333875"/>
            <a:ext cx="952500" cy="66675"/>
          </a:xfrm>
          <a:prstGeom prst="rect">
            <a:avLst/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355CF60-B1CA-4E8C-9F29-CBE9795280E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Τέσσερις κίνδυνοι που χρειάζεται να αναγνωρίζουμε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602A81-C336-4115-809A-137C449252B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2BDA97-FF6D-4B39-9E77-AB4292E68894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DBC2AB-1B95-4468-9748-337E1AD74947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38A0D-576D-4E34-81E0-510B6534C11A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9348" lnSpcReduction="20000"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Ακατάλληλο περιεχόμενο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8CF89-FC5B-4812-8E3A-02B8F4181992}"/>
              </a:ext>
            </a:extLst>
          </p:cNvPr>
          <p:cNvSpPr>
            <a:spLocks noGrp="1"/>
          </p:cNvSpPr>
          <p:nvPr/>
        </p:nvSpPr>
        <p:spPr>
          <a:xfrm>
            <a:off x="8096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Υλικό που προάγει βία, ρατσισμό, πορνογραφία, τζόγο ή άλλες επιβλαβείς συμπεριφορές.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CAF778-DB80-4074-B01A-29D2B34F2AAD}"/>
              </a:ext>
            </a:extLst>
          </p:cNvPr>
          <p:cNvSpPr>
            <a:spLocks noGrp="1"/>
          </p:cNvSpPr>
          <p:nvPr/>
        </p:nvSpPr>
        <p:spPr>
          <a:xfrm>
            <a:off x="33813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331D5E-2FFF-4809-9B86-FC6571A9E579}"/>
              </a:ext>
            </a:extLst>
          </p:cNvPr>
          <p:cNvSpPr>
            <a:spLocks noGrp="1"/>
          </p:cNvSpPr>
          <p:nvPr/>
        </p:nvSpPr>
        <p:spPr>
          <a:xfrm>
            <a:off x="33813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F4C61A-7C6C-4B4A-BBD2-2E4C9377CB0D}"/>
              </a:ext>
            </a:extLst>
          </p:cNvPr>
          <p:cNvSpPr>
            <a:spLocks noGrp="1"/>
          </p:cNvSpPr>
          <p:nvPr/>
        </p:nvSpPr>
        <p:spPr>
          <a:xfrm>
            <a:off x="36671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94335"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Παραπληροφόρηση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D305DB-9247-4F66-BC93-D1D4227EDDB4}"/>
              </a:ext>
            </a:extLst>
          </p:cNvPr>
          <p:cNvSpPr>
            <a:spLocks noGrp="1"/>
          </p:cNvSpPr>
          <p:nvPr/>
        </p:nvSpPr>
        <p:spPr>
          <a:xfrm>
            <a:off x="36671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Ψευδείς, τροποποιημένες ή ελλιπείς πληροφορίες που οδηγούν σε λάθος συμπεράσματα.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3787C-800C-4AF7-99E0-B0D928C6353D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770FD4-A29C-406A-94F8-ED15A738FAA5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2D3EC6-7F8E-4342-BA74-B2DC84B867EF}"/>
              </a:ext>
            </a:extLst>
          </p:cNvPr>
          <p:cNvSpPr>
            <a:spLocks noGrp="1"/>
          </p:cNvSpPr>
          <p:nvPr/>
        </p:nvSpPr>
        <p:spPr>
          <a:xfrm>
            <a:off x="65246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88227" lnSpcReduction="20000"/>
          </a:bodyPr>
          <a:lstStyle/>
          <a:p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Πνευματικά δικαιώματα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86888-BFE5-4EB3-BD1C-F6947920D5BE}"/>
              </a:ext>
            </a:extLst>
          </p:cNvPr>
          <p:cNvSpPr>
            <a:spLocks noGrp="1"/>
          </p:cNvSpPr>
          <p:nvPr/>
        </p:nvSpPr>
        <p:spPr>
          <a:xfrm>
            <a:off x="65246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Χρήση ή αντιγραφή έργου άλλου χωρίς άδεια του δημιουργού.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FB1056-8DAE-4B66-A274-BC0DA0640CE3}"/>
              </a:ext>
            </a:extLst>
          </p:cNvPr>
          <p:cNvSpPr>
            <a:spLocks noGrp="1"/>
          </p:cNvSpPr>
          <p:nvPr/>
        </p:nvSpPr>
        <p:spPr>
          <a:xfrm>
            <a:off x="9096375" y="1571625"/>
            <a:ext cx="2619375" cy="314325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606320-1956-460F-85AF-FD91BA3FAABB}"/>
              </a:ext>
            </a:extLst>
          </p:cNvPr>
          <p:cNvSpPr>
            <a:spLocks noGrp="1"/>
          </p:cNvSpPr>
          <p:nvPr/>
        </p:nvSpPr>
        <p:spPr>
          <a:xfrm>
            <a:off x="9096375" y="1571625"/>
            <a:ext cx="114300" cy="31432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4D16FB-67A7-48C6-99F2-7CA22A86800F}"/>
              </a:ext>
            </a:extLst>
          </p:cNvPr>
          <p:cNvSpPr>
            <a:spLocks noGrp="1"/>
          </p:cNvSpPr>
          <p:nvPr/>
        </p:nvSpPr>
        <p:spPr>
          <a:xfrm>
            <a:off x="9382125" y="1762125"/>
            <a:ext cx="21431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Εθισμός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3701EA-1073-4156-AFB9-03F43475104F}"/>
              </a:ext>
            </a:extLst>
          </p:cNvPr>
          <p:cNvSpPr>
            <a:spLocks noGrp="1"/>
          </p:cNvSpPr>
          <p:nvPr/>
        </p:nvSpPr>
        <p:spPr>
          <a:xfrm>
            <a:off x="9382125" y="2295525"/>
            <a:ext cx="2095500" cy="2286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Υπερβολική χρήση που επηρεάζει μαθήματα, οικογένεια, υγεία και καθημερινότητα.</a:t>
            </a:r>
          </a:p>
        </p:txBody>
      </p:sp>
    </p:spTree>
    <p:extLst>
      <p:ext uri="{BB962C8B-B14F-4D97-AF65-F5344CB8AC3E}">
        <p14:creationId xmlns:p14="http://schemas.microsoft.com/office/powerpoint/2010/main" val="24316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95B31F-0839-46DB-8BD1-8D6A30D432B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Ακατάλληλο περιεχόμενο — τι κάνουμε;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D89C8E-116C-4C00-99C1-3C18EBF24373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1CF07-87AA-41B2-B953-238653D6F491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6191250" cy="3143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π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ροωθούμε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και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συνεχίζουμε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π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βολή.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Κλείνουμε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τη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σελίδ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ή το μήνυμα.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Ενημερώνουμε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μέσως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έν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 έμπιστο ενήλικα.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Κάνουμε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κατα</a:t>
            </a: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γγελί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στις κατάλληλες υπηρεσίες.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Χρησιμο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ποιούμε λογισμικό φιλτραρίσματος για παιδιά</a:t>
            </a:r>
            <a:r>
              <a:rPr lang="en-US"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(safe internet CYTA)</a:t>
            </a:r>
            <a:r>
              <a:rPr sz="165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404471-184A-4527-B66F-6E290B62D2E2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095750" cy="2571750"/>
          </a:xfrm>
          <a:prstGeom prst="roundRect">
            <a:avLst>
              <a:gd name="adj" fmla="val 2963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4BBC6C-652D-45DE-9463-B73D6510DFBE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114300" cy="257175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321E16-FCF9-40A3-B582-8CA225DEE5CA}"/>
              </a:ext>
            </a:extLst>
          </p:cNvPr>
          <p:cNvSpPr>
            <a:spLocks noGrp="1"/>
          </p:cNvSpPr>
          <p:nvPr/>
        </p:nvSpPr>
        <p:spPr>
          <a:xfrm>
            <a:off x="7524750" y="190500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Αν νιώσουμε άβολα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76235-C430-439C-880B-B400B6F50F65}"/>
              </a:ext>
            </a:extLst>
          </p:cNvPr>
          <p:cNvSpPr>
            <a:spLocks noGrp="1"/>
          </p:cNvSpPr>
          <p:nvPr/>
        </p:nvSpPr>
        <p:spPr>
          <a:xfrm>
            <a:off x="7524750" y="2438400"/>
            <a:ext cx="3571875" cy="1714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Σταματούμε, κλείνουμε τον φυλλομετρητή και μιλάμε σε ενήλικα. Δεν αγνοούμε και δεν προωθούμε το υλικό.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B6C08-C140-4637-83A0-AFBE5C4B9266}"/>
              </a:ext>
            </a:extLst>
          </p:cNvPr>
          <p:cNvSpPr>
            <a:spLocks noGrp="1"/>
          </p:cNvSpPr>
          <p:nvPr/>
        </p:nvSpPr>
        <p:spPr>
          <a:xfrm>
            <a:off x="7429500" y="48101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 fontScale="96591" lnSpcReduction="10000"/>
          </a:bodyPr>
          <a:lstStyle/>
          <a:p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650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Γρ</a:t>
            </a:r>
            <a:r>
              <a:rPr sz="1650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αμμή βοήθειας και καταγγελιών: 1480</a:t>
            </a:r>
            <a:endParaRPr lang="en-US" sz="1650" b="1" dirty="0">
              <a:solidFill>
                <a:srgbClr val="5A58CB"/>
              </a:solidFill>
              <a:latin typeface="Inter"/>
              <a:ea typeface="Inter"/>
              <a:cs typeface="Inter"/>
            </a:endParaRPr>
          </a:p>
          <a:p>
            <a:pPr algn="ctr">
              <a:defRPr sz="165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lang="en-US" sz="1650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www.cyberethics.com</a:t>
            </a:r>
            <a:endParaRPr sz="1650" b="1" dirty="0">
              <a:solidFill>
                <a:srgbClr val="5A58CB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6120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6DA8CF8-318B-4C1D-80BF-0508FB54A9E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PEGI — ηλικιακή καταλληλότητα παιχνιδιών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C88043-C4C4-4DFF-AA81-2728FC4A1C32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316933"/>
            <a:ext cx="5334000" cy="137272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9314E8-3A6F-46E2-A78B-4CD3961CBE39}"/>
              </a:ext>
            </a:extLst>
          </p:cNvPr>
          <p:cNvSpPr>
            <a:spLocks noGrp="1"/>
          </p:cNvSpPr>
          <p:nvPr/>
        </p:nvSpPr>
        <p:spPr>
          <a:xfrm>
            <a:off x="6667500" y="1323975"/>
            <a:ext cx="4762500" cy="1905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DB920A-6409-4A60-8E31-372BCD86C1E7}"/>
              </a:ext>
            </a:extLst>
          </p:cNvPr>
          <p:cNvSpPr>
            <a:spLocks noGrp="1"/>
          </p:cNvSpPr>
          <p:nvPr/>
        </p:nvSpPr>
        <p:spPr>
          <a:xfrm>
            <a:off x="6667500" y="1323975"/>
            <a:ext cx="114300" cy="1905000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ECB22-5CCF-445C-8BA6-2F4430BA89DE}"/>
              </a:ext>
            </a:extLst>
          </p:cNvPr>
          <p:cNvSpPr>
            <a:spLocks noGrp="1"/>
          </p:cNvSpPr>
          <p:nvPr/>
        </p:nvSpPr>
        <p:spPr>
          <a:xfrm>
            <a:off x="6953250" y="1514475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 dirty="0" err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Ηλικι</a:t>
            </a:r>
            <a:r>
              <a:rPr sz="1800" b="1" dirty="0">
                <a:solidFill>
                  <a:srgbClr val="6A994E"/>
                </a:solidFill>
                <a:latin typeface="Inter"/>
                <a:ea typeface="Inter"/>
                <a:cs typeface="Inter"/>
              </a:rPr>
              <a:t>ακές ενδείξεις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8197E1-76A9-45D2-8452-15F6560626FC}"/>
              </a:ext>
            </a:extLst>
          </p:cNvPr>
          <p:cNvSpPr>
            <a:spLocks noGrp="1"/>
          </p:cNvSpPr>
          <p:nvPr/>
        </p:nvSpPr>
        <p:spPr>
          <a:xfrm>
            <a:off x="6953250" y="2047875"/>
            <a:ext cx="4238625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Οι αριθμοί 3, 7, 12, 16 και 18 δείχνουν την ηλικιακή καταλληλότητα, όχι το επίπεδο δυσκολίας.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FA285B-8308-4FA4-A3A9-37A92CF51A5A}"/>
              </a:ext>
            </a:extLst>
          </p:cNvPr>
          <p:cNvSpPr>
            <a:spLocks noGrp="1"/>
          </p:cNvSpPr>
          <p:nvPr/>
        </p:nvSpPr>
        <p:spPr>
          <a:xfrm>
            <a:off x="6667500" y="3314700"/>
            <a:ext cx="4762500" cy="1571625"/>
          </a:xfrm>
          <a:prstGeom prst="roundRect">
            <a:avLst>
              <a:gd name="adj" fmla="val 4848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9C8FAC-768D-4E38-A696-81851F316ED9}"/>
              </a:ext>
            </a:extLst>
          </p:cNvPr>
          <p:cNvSpPr>
            <a:spLocks noGrp="1"/>
          </p:cNvSpPr>
          <p:nvPr/>
        </p:nvSpPr>
        <p:spPr>
          <a:xfrm>
            <a:off x="6667500" y="3314700"/>
            <a:ext cx="114300" cy="157162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69A131-F304-4668-A7F4-180B70E5D9B7}"/>
              </a:ext>
            </a:extLst>
          </p:cNvPr>
          <p:cNvSpPr>
            <a:spLocks noGrp="1"/>
          </p:cNvSpPr>
          <p:nvPr/>
        </p:nvSpPr>
        <p:spPr>
          <a:xfrm>
            <a:off x="6953250" y="3505200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 dirty="0">
                <a:solidFill>
                  <a:srgbClr val="4B76C5"/>
                </a:solidFill>
                <a:latin typeface="Inter"/>
                <a:ea typeface="Inter"/>
                <a:cs typeface="Inter"/>
              </a:rPr>
              <a:t>PEGI 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49ADB9-7835-4023-8722-12ECD43DF3BD}"/>
              </a:ext>
            </a:extLst>
          </p:cNvPr>
          <p:cNvSpPr>
            <a:spLocks noGrp="1"/>
          </p:cNvSpPr>
          <p:nvPr/>
        </p:nvSpPr>
        <p:spPr>
          <a:xfrm>
            <a:off x="6953250" y="4038600"/>
            <a:ext cx="4238625" cy="714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Δείχνει</a:t>
            </a:r>
            <a:r>
              <a:rPr sz="14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ότι</a:t>
            </a:r>
            <a:r>
              <a:rPr sz="14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425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έν</a:t>
            </a:r>
            <a:r>
              <a:rPr sz="1425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μικρό online παιχνίδι δεν περιλαμβάνει δυνητικά ακατάλληλο περιεχόμενο και είναι κατάλληλο για όλες τις ηλικίες.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DAF72-591B-4CE3-B632-7B964CE1D833}"/>
              </a:ext>
            </a:extLst>
          </p:cNvPr>
          <p:cNvSpPr>
            <a:spLocks noGrp="1"/>
          </p:cNvSpPr>
          <p:nvPr/>
        </p:nvSpPr>
        <p:spPr>
          <a:xfrm>
            <a:off x="715010" y="5036343"/>
            <a:ext cx="6767322" cy="385763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Ελέγχουμε</a:t>
            </a:r>
            <a:r>
              <a:rPr sz="1575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 και </a:t>
            </a:r>
            <a:r>
              <a:rPr sz="1575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τις</a:t>
            </a:r>
            <a:r>
              <a:rPr sz="1575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 π</a:t>
            </a:r>
            <a:r>
              <a:rPr sz="1575" b="1" dirty="0" err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εριγρ</a:t>
            </a:r>
            <a:r>
              <a:rPr sz="1575" b="1" dirty="0">
                <a:solidFill>
                  <a:srgbClr val="5A58CB"/>
                </a:solidFill>
                <a:latin typeface="Inter"/>
                <a:ea typeface="Inter"/>
                <a:cs typeface="Inter"/>
              </a:rPr>
              <a:t>αφικές ενδείξεις: βία, φόβος, τζόγος, διακρίσεις κ.ά.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9A2E4-4813-69C5-F925-FC667E9B9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24475"/>
            <a:ext cx="8153400" cy="1047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1572BC-9B80-31CC-4309-530D68C24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787387"/>
            <a:ext cx="4024476" cy="132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45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6EEC00-0C92-46A8-B58C-84B2DF5F7E6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Παραπληροφόρηση — δεν πιστεύουμε τα πάντα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257C15-FF5B-449A-8063-544B4AC15B3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10D81A-9569-49E3-910C-E226DD8E8F7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2DF88A-F8C8-437D-AEF9-F7EA4B137606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D3B69-DDA7-4F49-89F0-5FAD7C7C0627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Τι μπορεί να συμβεί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69960E-50E4-4C6B-88CD-87EF577DCF23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905125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Μια πληροφορία μπορεί να είναι ψευδής, τροποποιημένη ή ελλιπής και να μας οδηγήσει σε λάθος συμπέρασμα.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C7F017-B37F-4A54-B472-8F2C7F75E48E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1A40C3-1433-4B4B-9A38-42FC87E57400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FE1621-489F-48D9-8B7A-D30555630FA9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Τι ελέγχουμε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973272-8D3E-465E-B550-B5CFD7703C89}"/>
              </a:ext>
            </a:extLst>
          </p:cNvPr>
          <p:cNvSpPr>
            <a:spLocks noGrp="1"/>
          </p:cNvSpPr>
          <p:nvPr/>
        </p:nvSpPr>
        <p:spPr>
          <a:xfrm>
            <a:off x="4667250" y="2343150"/>
            <a:ext cx="2905125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Συγγραφέα, προέλευση της σελίδας, ημερομηνία, βιβλιογραφία και στοιχεία που στηρίζουν τον ισχυρισμό.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02415E-4BA1-4228-8B5C-A3BC6404F1FB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3429000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2AEAE-6647-4303-A882-7EC41A56B650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C2A289-67DE-45A5-A98C-E490DEA77823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Πώς επιβεβαιώνουμε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228F49-E707-414E-8E60-F639E6650F13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2905125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Συγκρίνουμε πολλές αξιόπιστες πηγές και χρησιμοποιούμε βιβλία, εφημερίδες ή επίσημες ιστοσελίδες.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C0214A-C711-4E91-A60D-5D63EA8F5977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8953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Οποιοσδήποτε μπορεί να δημοσιεύσει στο Διαδίκτυο — η αξιολόγηση είναι δική μας ευθύνη.</a:t>
            </a:r>
          </a:p>
        </p:txBody>
      </p:sp>
    </p:spTree>
    <p:extLst>
      <p:ext uri="{BB962C8B-B14F-4D97-AF65-F5344CB8AC3E}">
        <p14:creationId xmlns:p14="http://schemas.microsoft.com/office/powerpoint/2010/main" val="21522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1E13A0-6442-4F24-A189-F941F82C2E0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Πνευματικά δικαιώματα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A9687-7C32-4646-939E-830C7796BB2B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E693A-4B42-48C7-AA37-CEBAFF5377C1}"/>
              </a:ext>
            </a:extLst>
          </p:cNvPr>
          <p:cNvSpPr>
            <a:spLocks noGrp="1"/>
          </p:cNvSpPr>
          <p:nvPr/>
        </p:nvSpPr>
        <p:spPr>
          <a:xfrm>
            <a:off x="952500" y="14763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9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Τα δικαιώματα ανήκουν στον δημιουργό του έργου.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828A8B-4769-407B-A2A3-3512F7CCC332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724A09-E3FB-4063-AA6A-7DBFD977F3E0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88A497-5888-48C3-988C-B189DAAE1FF2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Δημιουργοί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CDA02-4621-4466-997B-507A943F4DBB}"/>
              </a:ext>
            </a:extLst>
          </p:cNvPr>
          <p:cNvSpPr>
            <a:spLocks noGrp="1"/>
          </p:cNvSpPr>
          <p:nvPr/>
        </p:nvSpPr>
        <p:spPr>
          <a:xfrm>
            <a:off x="3286125" y="2381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Συγγραφέας, συνθέτης, σκηνοθέτης, προγραμματιστής.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117A54-D28D-4905-ACAE-3B18BD4C365C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7A3528-09D6-4E96-B8A5-9A54E3673917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3181A-4323-4302-9028-C363F8009A66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Παραβίαση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190EA6-4DE2-41B9-97B4-061B05D8C4D6}"/>
              </a:ext>
            </a:extLst>
          </p:cNvPr>
          <p:cNvSpPr>
            <a:spLocks noGrp="1"/>
          </p:cNvSpPr>
          <p:nvPr/>
        </p:nvSpPr>
        <p:spPr>
          <a:xfrm>
            <a:off x="3286125" y="34290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Αντιγραφή ή δημοσίευση έργου χωρίς άδεια.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D73555-115F-4F2F-983A-AA6A47E73904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C06406-ECED-4904-849E-BACA7F96928D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21828-6F9E-42B2-A255-4843963C7C5F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Παραδείγματα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67B0B7-D524-4DE0-9D0B-8789D3247A9B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Παράνομα προγράμματα, μουσική, βίντεο και ηλεκτρονικά βιβλία.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21A26E-9CE2-4165-8C7F-0474F990C37C}"/>
              </a:ext>
            </a:extLst>
          </p:cNvPr>
          <p:cNvSpPr>
            <a:spLocks noGrp="1"/>
          </p:cNvSpPr>
          <p:nvPr/>
        </p:nvSpPr>
        <p:spPr>
          <a:xfrm>
            <a:off x="2238375" y="5476875"/>
            <a:ext cx="77152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Σεβόμαστε την εργασία του δημιουργού και ζητούμε άδεια όπου απαιτείται.</a:t>
            </a:r>
          </a:p>
        </p:txBody>
      </p:sp>
    </p:spTree>
    <p:extLst>
      <p:ext uri="{BB962C8B-B14F-4D97-AF65-F5344CB8AC3E}">
        <p14:creationId xmlns:p14="http://schemas.microsoft.com/office/powerpoint/2010/main" val="72464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CFA499-0998-4FD9-B2E9-9C37AD19553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Εθισμός στο Διαδίκτυο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7924A-15B9-4BAF-9E82-E92CA1728BE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84171"/>
            <a:ext cx="4095750" cy="30991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820E4C-D41D-4C49-B010-8B2449D0C944}"/>
              </a:ext>
            </a:extLst>
          </p:cNvPr>
          <p:cNvSpPr>
            <a:spLocks noGrp="1"/>
          </p:cNvSpPr>
          <p:nvPr/>
        </p:nvSpPr>
        <p:spPr>
          <a:xfrm>
            <a:off x="5334000" y="1666875"/>
            <a:ext cx="5905500" cy="31432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αδυναμία να σταματήσουμε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ανάγκη για όλο και περισσότερο χρόνο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παραμέληση μαθημάτων, φίλων ή οικογένειας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ευερεθιστότητα όταν δεν είμαστε online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διαταραχές ύπνου, ημικρανίες και μειωμένη άσκηση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7DD23-CEE6-4895-A732-74555C7F5EAA}"/>
              </a:ext>
            </a:extLst>
          </p:cNvPr>
          <p:cNvSpPr>
            <a:spLocks noGrp="1"/>
          </p:cNvSpPr>
          <p:nvPr/>
        </p:nvSpPr>
        <p:spPr>
          <a:xfrm>
            <a:off x="5095875" y="5095875"/>
            <a:ext cx="62865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Σημάδι κινδύνου: η χρήση αρχίζει να επηρεάζει την υγεία και την καθημερινή ζωή.</a:t>
            </a:r>
          </a:p>
        </p:txBody>
      </p:sp>
    </p:spTree>
    <p:extLst>
      <p:ext uri="{BB962C8B-B14F-4D97-AF65-F5344CB8AC3E}">
        <p14:creationId xmlns:p14="http://schemas.microsoft.com/office/powerpoint/2010/main" val="54905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359B864-B917-4671-8579-5F2D6CA7A67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Πρόληψη και ισορροπημένη χρήση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6A80A-48A6-4D4A-ADB9-B4FA3DC1B35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C1DB93-DCF4-4A85-8CD4-53103E2D7596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4B707E-79FC-4BF0-81D1-4C37C5E5B782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8B05A-9BE2-46B5-85E5-68719FBEFBD4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Μέτρο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9A823-8BA1-40FC-841E-352C88F5A86E}"/>
              </a:ext>
            </a:extLst>
          </p:cNvPr>
          <p:cNvSpPr>
            <a:spLocks noGrp="1"/>
          </p:cNvSpPr>
          <p:nvPr/>
        </p:nvSpPr>
        <p:spPr>
          <a:xfrm>
            <a:off x="3286125" y="1619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Ορίζουμε χρόνο και διαλείμματα χρήσης.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C136FC-6F5A-4C7F-B17F-0B5C4E415014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47E589-3700-47C8-BB58-D44EA902F0CB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F6213C-8189-424A-ACFD-AE35B1494012}"/>
              </a:ext>
            </a:extLst>
          </p:cNvPr>
          <p:cNvSpPr>
            <a:spLocks noGrp="1"/>
          </p:cNvSpPr>
          <p:nvPr/>
        </p:nvSpPr>
        <p:spPr>
          <a:xfrm>
            <a:off x="838200" y="2600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Εναλλακτικές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9C5E58-F138-4ED8-AF01-EB9BA728CCC5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Άθληση, χορός, μουσική, φίλοι και οικογενειακές δραστηριότητες.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D6C6E0-91C7-49B0-96DD-0B13A32786BE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0BAD74-0239-4AEC-AC4D-AA25AE6290D7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5C2388-3A00-4B27-AAE2-87EA48D69141}"/>
              </a:ext>
            </a:extLst>
          </p:cNvPr>
          <p:cNvSpPr>
            <a:spLocks noGrp="1"/>
          </p:cNvSpPr>
          <p:nvPr/>
        </p:nvSpPr>
        <p:spPr>
          <a:xfrm>
            <a:off x="838200" y="3552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Σωστός χώρος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63A8A-C2DF-4999-B3B7-4ACC8347B131}"/>
              </a:ext>
            </a:extLst>
          </p:cNvPr>
          <p:cNvSpPr>
            <a:spLocks noGrp="1"/>
          </p:cNvSpPr>
          <p:nvPr/>
        </p:nvSpPr>
        <p:spPr>
          <a:xfrm>
            <a:off x="3286125" y="3524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Ο υπολογιστής σε κοινόχρηστο χώρο, ιδιαίτερα για μικρά παιδιά.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CDF49C-F6DE-4918-8183-91EA61B8F11F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DF8507-495E-4E2A-AA0C-8C618D032F2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99835E-5DE0-4406-A31E-1F8481F0906B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Επικοινωνία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814F14-E9B9-4AA2-A851-45F14BE651DD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Μιλάμε με γονείς ή εκπαιδευτικούς για ό,τι μας ανησυχεί.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36757F-5F9A-4068-95C6-5AC1925DB12F}"/>
              </a:ext>
            </a:extLst>
          </p:cNvPr>
          <p:cNvSpPr>
            <a:spLocks noGrp="1"/>
          </p:cNvSpPr>
          <p:nvPr/>
        </p:nvSpPr>
        <p:spPr>
          <a:xfrm>
            <a:off x="2190750" y="5476875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Στόχος δεν είναι η απαγόρευση· είναι η ασφαλής και ισορροπημένη χρήση.</a:t>
            </a:r>
          </a:p>
        </p:txBody>
      </p:sp>
    </p:spTree>
    <p:extLst>
      <p:ext uri="{BB962C8B-B14F-4D97-AF65-F5344CB8AC3E}">
        <p14:creationId xmlns:p14="http://schemas.microsoft.com/office/powerpoint/2010/main" val="95217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5668A4D-CA10-4AC7-A999-2980A69240E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Σενάριο: χρήση 4–6 ώρες καθημερινά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8EAE78-B3F6-47F2-BEBC-F5AFFD7EAA05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CBAFE3-C1EA-4A34-B735-550138E337F2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5095875" cy="342900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37094E-BA90-4751-A35B-F407C885B271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14300" cy="342900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4E43B-B8B0-469E-8522-795C1EED7D4E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Πιθανοί κίνδυνοι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0A06A-17EA-47F7-9D31-88A29AA5230A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4572000" cy="2571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Εθισμός, παραμέληση μαθημάτων και φίλων, διαταραχές ύπνου, μειωμένη άσκηση, ακατάλληλο περιεχόμενο και παραπληροφόρηση.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D749DB-8E0B-48B8-A736-B081EBAD8A72}"/>
              </a:ext>
            </a:extLst>
          </p:cNvPr>
          <p:cNvSpPr>
            <a:spLocks noGrp="1"/>
          </p:cNvSpPr>
          <p:nvPr/>
        </p:nvSpPr>
        <p:spPr>
          <a:xfrm>
            <a:off x="6429375" y="1571625"/>
            <a:ext cx="5095875" cy="3429000"/>
          </a:xfrm>
          <a:prstGeom prst="roundRect">
            <a:avLst>
              <a:gd name="adj" fmla="val 2222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AEBB70-0C7E-43D6-8F08-5F7509BA5221}"/>
              </a:ext>
            </a:extLst>
          </p:cNvPr>
          <p:cNvSpPr>
            <a:spLocks noGrp="1"/>
          </p:cNvSpPr>
          <p:nvPr/>
        </p:nvSpPr>
        <p:spPr>
          <a:xfrm>
            <a:off x="6429375" y="1571625"/>
            <a:ext cx="114300" cy="3429000"/>
          </a:xfrm>
          <a:prstGeom prst="roundRect">
            <a:avLst>
              <a:gd name="adj" fmla="val 50000"/>
            </a:avLst>
          </a:prstGeom>
          <a:solidFill>
            <a:srgbClr val="6A994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93C8E8-2B8C-4138-876C-DD9A3EFAC27C}"/>
              </a:ext>
            </a:extLst>
          </p:cNvPr>
          <p:cNvSpPr>
            <a:spLocks noGrp="1"/>
          </p:cNvSpPr>
          <p:nvPr/>
        </p:nvSpPr>
        <p:spPr>
          <a:xfrm>
            <a:off x="6715125" y="1762125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6A994E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6A994E"/>
                </a:solidFill>
                <a:latin typeface="Inter"/>
                <a:ea typeface="Inter"/>
                <a:cs typeface="Inter"/>
              </a:rPr>
              <a:t>Εισηγήσεις προς γονείς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1997E0-12EE-4135-B80A-244F1BFD040D}"/>
              </a:ext>
            </a:extLst>
          </p:cNvPr>
          <p:cNvSpPr>
            <a:spLocks noGrp="1"/>
          </p:cNvSpPr>
          <p:nvPr/>
        </p:nvSpPr>
        <p:spPr>
          <a:xfrm>
            <a:off x="6715125" y="2295525"/>
            <a:ext cx="4572000" cy="2571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Συμφωνία για χρόνο χρήσης, υπολογιστής σε κοινόχρηστο χώρο, φίλτρα και PEGI, εναλλακτικές δραστηριότητες και συζήτηση χωρίς φόβο.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9B9B7-4166-41D8-900C-4A54A29A6D54}"/>
              </a:ext>
            </a:extLst>
          </p:cNvPr>
          <p:cNvSpPr>
            <a:spLocks noGrp="1"/>
          </p:cNvSpPr>
          <p:nvPr/>
        </p:nvSpPr>
        <p:spPr>
          <a:xfrm>
            <a:off x="1809750" y="5381625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Παρατηρούμε αλλαγές στη συμπεριφορά και ζητούμε βοήθεια όταν χρειάζεται.</a:t>
            </a:r>
          </a:p>
        </p:txBody>
      </p:sp>
    </p:spTree>
    <p:extLst>
      <p:ext uri="{BB962C8B-B14F-4D97-AF65-F5344CB8AC3E}">
        <p14:creationId xmlns:p14="http://schemas.microsoft.com/office/powerpoint/2010/main" val="8905360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782</Words>
  <Application>Microsoft Office PowerPoint</Application>
  <DocSecurity>0</DocSecurity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Inter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2026-10-03T07:25:46Z</dcterms:created>
  <dcterms:modified xsi:type="dcterms:W3CDTF">2026-10-31T05:24:07Z</dcterms:modified>
</cp:coreProperties>
</file>