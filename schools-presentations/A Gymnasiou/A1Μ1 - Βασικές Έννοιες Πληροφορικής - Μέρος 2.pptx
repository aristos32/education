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EDD95-B626-498A-97E8-A95BD57DD537}" v="65" dt="2026-09-24T06:26:51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redo custSel modSld">
      <pc:chgData name="Άριστος Αρέστη" userId="813aa191-2d4c-464f-9d05-0a7e494d859f" providerId="ADAL" clId="{49C7B61D-1ACF-4AFF-A04E-A3B433E32474}" dt="2026-09-24T06:26:51.558" v="372"/>
      <pc:docMkLst>
        <pc:docMk/>
      </pc:docMkLst>
      <pc:sldChg chg="modSp mod">
        <pc:chgData name="Άριστος Αρέστη" userId="813aa191-2d4c-464f-9d05-0a7e494d859f" providerId="ADAL" clId="{49C7B61D-1ACF-4AFF-A04E-A3B433E32474}" dt="2026-09-22T18:06:38.529" v="154" actId="27636"/>
        <pc:sldMkLst>
          <pc:docMk/>
          <pc:sldMk cId="1525280833" sldId="258"/>
        </pc:sldMkLst>
        <pc:spChg chg="mod">
          <ac:chgData name="Άριστος Αρέστη" userId="813aa191-2d4c-464f-9d05-0a7e494d859f" providerId="ADAL" clId="{49C7B61D-1ACF-4AFF-A04E-A3B433E32474}" dt="2026-09-22T18:06:38.528" v="153" actId="27636"/>
          <ac:spMkLst>
            <pc:docMk/>
            <pc:sldMk cId="1525280833" sldId="258"/>
            <ac:spMk id="7" creationId="{38976919-75EE-4658-A04E-2D1272D59CE1}"/>
          </ac:spMkLst>
        </pc:spChg>
        <pc:spChg chg="mod">
          <ac:chgData name="Άριστος Αρέστη" userId="813aa191-2d4c-464f-9d05-0a7e494d859f" providerId="ADAL" clId="{49C7B61D-1ACF-4AFF-A04E-A3B433E32474}" dt="2026-09-22T18:06:38.527" v="152" actId="27636"/>
          <ac:spMkLst>
            <pc:docMk/>
            <pc:sldMk cId="1525280833" sldId="258"/>
            <ac:spMk id="11" creationId="{EA8728DF-884C-4205-91F2-2EFE78583E82}"/>
          </ac:spMkLst>
        </pc:spChg>
        <pc:spChg chg="mod">
          <ac:chgData name="Άριστος Αρέστη" userId="813aa191-2d4c-464f-9d05-0a7e494d859f" providerId="ADAL" clId="{49C7B61D-1ACF-4AFF-A04E-A3B433E32474}" dt="2026-09-22T18:06:38.529" v="154" actId="27636"/>
          <ac:spMkLst>
            <pc:docMk/>
            <pc:sldMk cId="1525280833" sldId="258"/>
            <ac:spMk id="15" creationId="{36C18E46-5384-4755-BD28-B08F92645379}"/>
          </ac:spMkLst>
        </pc:spChg>
        <pc:spChg chg="mod">
          <ac:chgData name="Άριστος Αρέστη" userId="813aa191-2d4c-464f-9d05-0a7e494d859f" providerId="ADAL" clId="{49C7B61D-1ACF-4AFF-A04E-A3B433E32474}" dt="2026-09-22T18:06:38.526" v="151" actId="27636"/>
          <ac:spMkLst>
            <pc:docMk/>
            <pc:sldMk cId="1525280833" sldId="258"/>
            <ac:spMk id="19" creationId="{4034602C-EF9B-4D69-B500-DF0ECB1723A6}"/>
          </ac:spMkLst>
        </pc:spChg>
      </pc:sldChg>
      <pc:sldChg chg="addSp modSp mod addAnim delAnim modAnim">
        <pc:chgData name="Άριστος Αρέστη" userId="813aa191-2d4c-464f-9d05-0a7e494d859f" providerId="ADAL" clId="{49C7B61D-1ACF-4AFF-A04E-A3B433E32474}" dt="2026-09-22T18:07:15.392" v="195" actId="20577"/>
        <pc:sldMkLst>
          <pc:docMk/>
          <pc:sldMk cId="1993309781" sldId="259"/>
        </pc:sldMkLst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3" creationId="{AD0AAA13-A5C0-47D7-AD60-2B2BE732B02C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4" creationId="{7ADE1645-AF44-420E-83AF-50F2769B47CA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5" creationId="{F8AACE2A-6207-4D0E-805D-98DD56A23E82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6" creationId="{165815D6-8B4E-4F20-A9E1-E06E9840A41B}"/>
          </ac:spMkLst>
        </pc:spChg>
        <pc:spChg chg="mod">
          <ac:chgData name="Άριστος Αρέστη" userId="813aa191-2d4c-464f-9d05-0a7e494d859f" providerId="ADAL" clId="{49C7B61D-1ACF-4AFF-A04E-A3B433E32474}" dt="2026-09-19T13:15:42.703" v="4" actId="1076"/>
          <ac:spMkLst>
            <pc:docMk/>
            <pc:sldMk cId="1993309781" sldId="259"/>
            <ac:spMk id="7" creationId="{5DDC40BB-D572-47FF-BA83-76AD38ABB57B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8" creationId="{EEA2C127-D7DB-4D04-B1DF-EE29E92F425C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9" creationId="{C439B897-D4FC-4305-A915-90F6AF581F9A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10" creationId="{C2BAB9B3-8528-466C-865A-037385427F23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12" creationId="{D9EA1E9A-B333-43FC-B7D8-423D3AD9D19C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13" creationId="{016D0573-41D5-4493-BFB7-C95507D30357}"/>
          </ac:spMkLst>
        </pc:spChg>
        <pc:spChg chg="mod">
          <ac:chgData name="Άριστος Αρέστη" userId="813aa191-2d4c-464f-9d05-0a7e494d859f" providerId="ADAL" clId="{49C7B61D-1ACF-4AFF-A04E-A3B433E32474}" dt="2026-09-19T13:16:17.023" v="10" actId="1076"/>
          <ac:spMkLst>
            <pc:docMk/>
            <pc:sldMk cId="1993309781" sldId="259"/>
            <ac:spMk id="15" creationId="{984156BD-A1C6-4235-87BC-5530411BC0CA}"/>
          </ac:spMkLst>
        </pc:spChg>
        <pc:spChg chg="add mod">
          <ac:chgData name="Άριστος Αρέστη" userId="813aa191-2d4c-464f-9d05-0a7e494d859f" providerId="ADAL" clId="{49C7B61D-1ACF-4AFF-A04E-A3B433E32474}" dt="2026-09-22T18:07:15.392" v="195" actId="20577"/>
          <ac:spMkLst>
            <pc:docMk/>
            <pc:sldMk cId="1993309781" sldId="259"/>
            <ac:spMk id="18" creationId="{DB37ED7F-FC8F-F1E6-DFF4-F9B47B7EE481}"/>
          </ac:spMkLst>
        </pc:spChg>
      </pc:sldChg>
      <pc:sldChg chg="addSp modSp mod modAnim">
        <pc:chgData name="Άριστος Αρέστη" userId="813aa191-2d4c-464f-9d05-0a7e494d859f" providerId="ADAL" clId="{49C7B61D-1ACF-4AFF-A04E-A3B433E32474}" dt="2026-09-24T06:23:07.822" v="304" actId="20577"/>
        <pc:sldMkLst>
          <pc:docMk/>
          <pc:sldMk cId="1982216883" sldId="260"/>
        </pc:sldMkLst>
        <pc:spChg chg="mod">
          <ac:chgData name="Άριστος Αρέστη" userId="813aa191-2d4c-464f-9d05-0a7e494d859f" providerId="ADAL" clId="{49C7B61D-1ACF-4AFF-A04E-A3B433E32474}" dt="2026-09-19T13:24:29.892" v="66" actId="1076"/>
          <ac:spMkLst>
            <pc:docMk/>
            <pc:sldMk cId="1982216883" sldId="260"/>
            <ac:spMk id="3" creationId="{DA65D96F-BAC7-46C0-AEFE-B6C5E2941EC8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4" creationId="{8943483E-0484-4576-A567-11A02C98F63D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5" creationId="{16FFF461-82A0-4B11-983D-0210F8045ABF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6" creationId="{73BF0876-D0D3-4A15-AFBE-67EF5F563722}"/>
          </ac:spMkLst>
        </pc:spChg>
        <pc:spChg chg="mod">
          <ac:chgData name="Άριστος Αρέστη" userId="813aa191-2d4c-464f-9d05-0a7e494d859f" providerId="ADAL" clId="{49C7B61D-1ACF-4AFF-A04E-A3B433E32474}" dt="2026-09-24T06:21:29.226" v="259" actId="20577"/>
          <ac:spMkLst>
            <pc:docMk/>
            <pc:sldMk cId="1982216883" sldId="260"/>
            <ac:spMk id="7" creationId="{847D40CA-5E65-4AB4-BE77-1A5514AB1BAF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9" creationId="{FA515028-11E3-4E4D-9CF2-B9125375C1B9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10" creationId="{31989C87-A5A5-453C-A2FF-04BAC1777124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11" creationId="{9C11A24F-B02D-486E-9581-A05B002EC6E7}"/>
          </ac:spMkLst>
        </pc:spChg>
        <pc:spChg chg="mod">
          <ac:chgData name="Άριστος Αρέστη" userId="813aa191-2d4c-464f-9d05-0a7e494d859f" providerId="ADAL" clId="{49C7B61D-1ACF-4AFF-A04E-A3B433E32474}" dt="2026-09-24T06:22:52.926" v="299" actId="20577"/>
          <ac:spMkLst>
            <pc:docMk/>
            <pc:sldMk cId="1982216883" sldId="260"/>
            <ac:spMk id="12" creationId="{75F48419-8DA9-4753-B244-BA82B6ACD44C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13" creationId="{DC595B27-61A0-45F1-B6BB-F9E09F51D3A1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14" creationId="{490D6653-3664-42C1-B3FC-8EE439FAB71F}"/>
          </ac:spMkLst>
        </pc:spChg>
        <pc:spChg chg="mod">
          <ac:chgData name="Άριστος Αρέστη" userId="813aa191-2d4c-464f-9d05-0a7e494d859f" providerId="ADAL" clId="{49C7B61D-1ACF-4AFF-A04E-A3B433E32474}" dt="2026-09-24T06:23:07.822" v="304" actId="20577"/>
          <ac:spMkLst>
            <pc:docMk/>
            <pc:sldMk cId="1982216883" sldId="260"/>
            <ac:spMk id="17" creationId="{9C6FCA5B-2267-4733-9D18-2374DEBD1B8E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21" creationId="{3EA0C0A1-E33C-4725-8298-2F4765C52242}"/>
          </ac:spMkLst>
        </pc:spChg>
        <pc:spChg chg="mod">
          <ac:chgData name="Άριστος Αρέστη" userId="813aa191-2d4c-464f-9d05-0a7e494d859f" providerId="ADAL" clId="{49C7B61D-1ACF-4AFF-A04E-A3B433E32474}" dt="2026-09-19T13:24:03.148" v="60" actId="1076"/>
          <ac:spMkLst>
            <pc:docMk/>
            <pc:sldMk cId="1982216883" sldId="260"/>
            <ac:spMk id="22" creationId="{F03DC32A-117D-40E1-9291-B6FC05C2C78F}"/>
          </ac:spMkLst>
        </pc:spChg>
        <pc:spChg chg="add mod">
          <ac:chgData name="Άριστος Αρέστη" userId="813aa191-2d4c-464f-9d05-0a7e494d859f" providerId="ADAL" clId="{49C7B61D-1ACF-4AFF-A04E-A3B433E32474}" dt="2026-09-24T06:21:02.783" v="239" actId="20577"/>
          <ac:spMkLst>
            <pc:docMk/>
            <pc:sldMk cId="1982216883" sldId="260"/>
            <ac:spMk id="26" creationId="{2DD72E49-A045-2816-1CC3-09112B5AD8D9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09-24T06:26:29.050" v="371" actId="1076"/>
        <pc:sldMkLst>
          <pc:docMk/>
          <pc:sldMk cId="427266173" sldId="262"/>
        </pc:sldMkLst>
        <pc:spChg chg="mod">
          <ac:chgData name="Άριστος Αρέστη" userId="813aa191-2d4c-464f-9d05-0a7e494d859f" providerId="ADAL" clId="{49C7B61D-1ACF-4AFF-A04E-A3B433E32474}" dt="2026-09-22T18:06:38.275" v="148" actId="27636"/>
          <ac:spMkLst>
            <pc:docMk/>
            <pc:sldMk cId="427266173" sldId="262"/>
            <ac:spMk id="6" creationId="{8691512D-C4C3-4508-B6E2-3DD23F94F7CE}"/>
          </ac:spMkLst>
        </pc:spChg>
        <pc:spChg chg="mod">
          <ac:chgData name="Άριστος Αρέστη" userId="813aa191-2d4c-464f-9d05-0a7e494d859f" providerId="ADAL" clId="{49C7B61D-1ACF-4AFF-A04E-A3B433E32474}" dt="2026-09-22T18:06:38.273" v="146" actId="27636"/>
          <ac:spMkLst>
            <pc:docMk/>
            <pc:sldMk cId="427266173" sldId="262"/>
            <ac:spMk id="10" creationId="{A9964605-57EF-4044-814B-5D1BB5E854FE}"/>
          </ac:spMkLst>
        </pc:spChg>
        <pc:spChg chg="mod">
          <ac:chgData name="Άριστος Αρέστη" userId="813aa191-2d4c-464f-9d05-0a7e494d859f" providerId="ADAL" clId="{49C7B61D-1ACF-4AFF-A04E-A3B433E32474}" dt="2026-09-22T18:06:38.277" v="150" actId="27636"/>
          <ac:spMkLst>
            <pc:docMk/>
            <pc:sldMk cId="427266173" sldId="262"/>
            <ac:spMk id="14" creationId="{B4FCDDBF-C06F-46B8-A6FF-3FA1E2725073}"/>
          </ac:spMkLst>
        </pc:spChg>
        <pc:spChg chg="mod">
          <ac:chgData name="Άριστος Αρέστη" userId="813aa191-2d4c-464f-9d05-0a7e494d859f" providerId="ADAL" clId="{49C7B61D-1ACF-4AFF-A04E-A3B433E32474}" dt="2026-09-22T18:06:38.274" v="147" actId="27636"/>
          <ac:spMkLst>
            <pc:docMk/>
            <pc:sldMk cId="427266173" sldId="262"/>
            <ac:spMk id="18" creationId="{2741F5E8-C973-442A-A49C-E2AA5E788492}"/>
          </ac:spMkLst>
        </pc:spChg>
        <pc:spChg chg="mod">
          <ac:chgData name="Άριστος Αρέστη" userId="813aa191-2d4c-464f-9d05-0a7e494d859f" providerId="ADAL" clId="{49C7B61D-1ACF-4AFF-A04E-A3B433E32474}" dt="2026-09-24T06:24:41.468" v="309" actId="1036"/>
          <ac:spMkLst>
            <pc:docMk/>
            <pc:sldMk cId="427266173" sldId="262"/>
            <ac:spMk id="19" creationId="{D457208A-0B3B-4687-8FEB-0C00229E324A}"/>
          </ac:spMkLst>
        </pc:spChg>
        <pc:spChg chg="mod">
          <ac:chgData name="Άριστος Αρέστη" userId="813aa191-2d4c-464f-9d05-0a7e494d859f" providerId="ADAL" clId="{49C7B61D-1ACF-4AFF-A04E-A3B433E32474}" dt="2026-09-24T06:24:41.468" v="309" actId="1036"/>
          <ac:spMkLst>
            <pc:docMk/>
            <pc:sldMk cId="427266173" sldId="262"/>
            <ac:spMk id="20" creationId="{D1C9F1C9-C647-4135-A43A-040F1B6FF917}"/>
          </ac:spMkLst>
        </pc:spChg>
        <pc:spChg chg="mod">
          <ac:chgData name="Άριστος Αρέστη" userId="813aa191-2d4c-464f-9d05-0a7e494d859f" providerId="ADAL" clId="{49C7B61D-1ACF-4AFF-A04E-A3B433E32474}" dt="2026-09-24T06:24:41.468" v="309" actId="1036"/>
          <ac:spMkLst>
            <pc:docMk/>
            <pc:sldMk cId="427266173" sldId="262"/>
            <ac:spMk id="21" creationId="{95167E12-0F8C-4BF2-A10E-45B1FEEABC47}"/>
          </ac:spMkLst>
        </pc:spChg>
        <pc:spChg chg="mod">
          <ac:chgData name="Άριστος Αρέστη" userId="813aa191-2d4c-464f-9d05-0a7e494d859f" providerId="ADAL" clId="{49C7B61D-1ACF-4AFF-A04E-A3B433E32474}" dt="2026-09-24T06:24:41.468" v="309" actId="1036"/>
          <ac:spMkLst>
            <pc:docMk/>
            <pc:sldMk cId="427266173" sldId="262"/>
            <ac:spMk id="22" creationId="{E57DA2A7-0315-4C1F-82C3-88AA7AF03896}"/>
          </ac:spMkLst>
        </pc:spChg>
        <pc:spChg chg="mod">
          <ac:chgData name="Άριστος Αρέστη" userId="813aa191-2d4c-464f-9d05-0a7e494d859f" providerId="ADAL" clId="{49C7B61D-1ACF-4AFF-A04E-A3B433E32474}" dt="2026-09-22T18:06:38.276" v="149" actId="27636"/>
          <ac:spMkLst>
            <pc:docMk/>
            <pc:sldMk cId="427266173" sldId="262"/>
            <ac:spMk id="26" creationId="{F234D69A-2DB4-46BD-A932-BBB305C1CCAF}"/>
          </ac:spMkLst>
        </pc:spChg>
        <pc:spChg chg="add del mod">
          <ac:chgData name="Άριστος Αρέστη" userId="813aa191-2d4c-464f-9d05-0a7e494d859f" providerId="ADAL" clId="{49C7B61D-1ACF-4AFF-A04E-A3B433E32474}" dt="2026-09-24T06:24:33.604" v="308" actId="22"/>
          <ac:spMkLst>
            <pc:docMk/>
            <pc:sldMk cId="427266173" sldId="262"/>
            <ac:spMk id="30" creationId="{B428D4F1-EF63-B922-1E5F-CAF64F18C025}"/>
          </ac:spMkLst>
        </pc:spChg>
        <pc:spChg chg="add mod">
          <ac:chgData name="Άριστος Αρέστη" userId="813aa191-2d4c-464f-9d05-0a7e494d859f" providerId="ADAL" clId="{49C7B61D-1ACF-4AFF-A04E-A3B433E32474}" dt="2026-09-24T06:24:48.464" v="311" actId="1076"/>
          <ac:spMkLst>
            <pc:docMk/>
            <pc:sldMk cId="427266173" sldId="262"/>
            <ac:spMk id="34" creationId="{296D6578-8FF7-07D0-454A-8DFBB2DDF0EA}"/>
          </ac:spMkLst>
        </pc:spChg>
        <pc:spChg chg="add mod">
          <ac:chgData name="Άριστος Αρέστη" userId="813aa191-2d4c-464f-9d05-0a7e494d859f" providerId="ADAL" clId="{49C7B61D-1ACF-4AFF-A04E-A3B433E32474}" dt="2026-09-24T06:24:48.464" v="311" actId="1076"/>
          <ac:spMkLst>
            <pc:docMk/>
            <pc:sldMk cId="427266173" sldId="262"/>
            <ac:spMk id="36" creationId="{1FB163CD-D169-F51B-FB86-118372897CBF}"/>
          </ac:spMkLst>
        </pc:spChg>
        <pc:spChg chg="add mod">
          <ac:chgData name="Άριστος Αρέστη" userId="813aa191-2d4c-464f-9d05-0a7e494d859f" providerId="ADAL" clId="{49C7B61D-1ACF-4AFF-A04E-A3B433E32474}" dt="2026-09-24T06:25:12.752" v="344" actId="20577"/>
          <ac:spMkLst>
            <pc:docMk/>
            <pc:sldMk cId="427266173" sldId="262"/>
            <ac:spMk id="40" creationId="{6C8B0C7D-0DDC-5E16-A6A9-BBBEA328E6C8}"/>
          </ac:spMkLst>
        </pc:spChg>
        <pc:spChg chg="add mod">
          <ac:chgData name="Άριστος Αρέστη" userId="813aa191-2d4c-464f-9d05-0a7e494d859f" providerId="ADAL" clId="{49C7B61D-1ACF-4AFF-A04E-A3B433E32474}" dt="2026-09-24T06:25:31.147" v="366" actId="20577"/>
          <ac:spMkLst>
            <pc:docMk/>
            <pc:sldMk cId="427266173" sldId="262"/>
            <ac:spMk id="42" creationId="{FD4369A5-AA0B-8CFC-14B3-BB829D8E7513}"/>
          </ac:spMkLst>
        </pc:spChg>
        <pc:picChg chg="add mod">
          <ac:chgData name="Άριστος Αρέστη" userId="813aa191-2d4c-464f-9d05-0a7e494d859f" providerId="ADAL" clId="{49C7B61D-1ACF-4AFF-A04E-A3B433E32474}" dt="2026-09-22T18:08:52.984" v="197" actId="1076"/>
          <ac:picMkLst>
            <pc:docMk/>
            <pc:sldMk cId="427266173" sldId="262"/>
            <ac:picMk id="29" creationId="{5B60E502-22DB-B220-9CC1-FE02DEF79E66}"/>
          </ac:picMkLst>
        </pc:picChg>
        <pc:picChg chg="add mod">
          <ac:chgData name="Άριστος Αρέστη" userId="813aa191-2d4c-464f-9d05-0a7e494d859f" providerId="ADAL" clId="{49C7B61D-1ACF-4AFF-A04E-A3B433E32474}" dt="2026-09-22T18:09:19.910" v="199" actId="1076"/>
          <ac:picMkLst>
            <pc:docMk/>
            <pc:sldMk cId="427266173" sldId="262"/>
            <ac:picMk id="31" creationId="{326E3EF2-58D1-338E-D64B-F4902207ED32}"/>
          </ac:picMkLst>
        </pc:picChg>
        <pc:picChg chg="add mod">
          <ac:chgData name="Άριστος Αρέστη" userId="813aa191-2d4c-464f-9d05-0a7e494d859f" providerId="ADAL" clId="{49C7B61D-1ACF-4AFF-A04E-A3B433E32474}" dt="2026-09-24T06:24:41.468" v="309" actId="1036"/>
          <ac:picMkLst>
            <pc:docMk/>
            <pc:sldMk cId="427266173" sldId="262"/>
            <ac:picMk id="33" creationId="{B696C71D-2C2E-4F05-1201-3551D30CA57B}"/>
          </ac:picMkLst>
        </pc:picChg>
        <pc:picChg chg="add mod">
          <ac:chgData name="Άριστος Αρέστη" userId="813aa191-2d4c-464f-9d05-0a7e494d859f" providerId="ADAL" clId="{49C7B61D-1ACF-4AFF-A04E-A3B433E32474}" dt="2026-09-22T18:11:37.575" v="209" actId="1076"/>
          <ac:picMkLst>
            <pc:docMk/>
            <pc:sldMk cId="427266173" sldId="262"/>
            <ac:picMk id="37" creationId="{A23CF25A-042B-95E2-409C-F52B517163FA}"/>
          </ac:picMkLst>
        </pc:picChg>
        <pc:picChg chg="add mod">
          <ac:chgData name="Άριστος Αρέστη" userId="813aa191-2d4c-464f-9d05-0a7e494d859f" providerId="ADAL" clId="{49C7B61D-1ACF-4AFF-A04E-A3B433E32474}" dt="2026-09-22T18:12:29.513" v="213" actId="1076"/>
          <ac:picMkLst>
            <pc:docMk/>
            <pc:sldMk cId="427266173" sldId="262"/>
            <ac:picMk id="39" creationId="{2E2ABEFC-46A6-EB8D-B647-57B863AD2083}"/>
          </ac:picMkLst>
        </pc:picChg>
        <pc:picChg chg="add del mod">
          <ac:chgData name="Άριστος Αρέστη" userId="813aa191-2d4c-464f-9d05-0a7e494d859f" providerId="ADAL" clId="{49C7B61D-1ACF-4AFF-A04E-A3B433E32474}" dt="2026-09-24T06:25:34.420" v="367" actId="478"/>
          <ac:picMkLst>
            <pc:docMk/>
            <pc:sldMk cId="427266173" sldId="262"/>
            <ac:picMk id="44" creationId="{C1FC7A98-66D3-EC00-CA71-C90B25F386E5}"/>
          </ac:picMkLst>
        </pc:picChg>
        <pc:picChg chg="add mod">
          <ac:chgData name="Άριστος Αρέστη" userId="813aa191-2d4c-464f-9d05-0a7e494d859f" providerId="ADAL" clId="{49C7B61D-1ACF-4AFF-A04E-A3B433E32474}" dt="2026-09-22T18:13:45.670" v="220" actId="1076"/>
          <ac:picMkLst>
            <pc:docMk/>
            <pc:sldMk cId="427266173" sldId="262"/>
            <ac:picMk id="45" creationId="{D80213AE-A8F2-0FAF-E942-1D0C3EF824EF}"/>
          </ac:picMkLst>
        </pc:picChg>
        <pc:picChg chg="add mod">
          <ac:chgData name="Άριστος Αρέστη" userId="813aa191-2d4c-464f-9d05-0a7e494d859f" providerId="ADAL" clId="{49C7B61D-1ACF-4AFF-A04E-A3B433E32474}" dt="2026-09-24T06:26:29.050" v="371" actId="1076"/>
          <ac:picMkLst>
            <pc:docMk/>
            <pc:sldMk cId="427266173" sldId="262"/>
            <ac:picMk id="47" creationId="{51E6DC3D-7F7C-808E-1E48-91D09B6B30B7}"/>
          </ac:picMkLst>
        </pc:picChg>
      </pc:sldChg>
      <pc:sldChg chg="modSp mod modAnim">
        <pc:chgData name="Άριστος Αρέστη" userId="813aa191-2d4c-464f-9d05-0a7e494d859f" providerId="ADAL" clId="{49C7B61D-1ACF-4AFF-A04E-A3B433E32474}" dt="2026-09-24T06:26:51.558" v="372"/>
        <pc:sldMkLst>
          <pc:docMk/>
          <pc:sldMk cId="1124393700" sldId="263"/>
        </pc:sldMkLst>
        <pc:spChg chg="mod">
          <ac:chgData name="Άριστος Αρέστη" userId="813aa191-2d4c-464f-9d05-0a7e494d859f" providerId="ADAL" clId="{49C7B61D-1ACF-4AFF-A04E-A3B433E32474}" dt="2026-09-22T18:14:14.920" v="234" actId="20577"/>
          <ac:spMkLst>
            <pc:docMk/>
            <pc:sldMk cId="1124393700" sldId="263"/>
            <ac:spMk id="4" creationId="{3AACC0EB-51FA-47D5-8840-DCB00DD5FE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Α1Μ1 Εισαγωγή στις Βασικές Έννοιες.pptx και σχολικά βιβλία Πληροφορικής Α΄ Γυμνασίου, ενότητα Α.1.Μ1.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7529" b="7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8B789A-15E9-4893-921D-A1A89D18BC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B7ED7-0578-45B5-9D40-CA2B6E18435F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7239000" cy="1428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Βασικές έννοιες</a:t>
            </a:r>
          </a:p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Πληροφορικής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898DB3-E6FF-4CFF-BF05-1C45B684EE0C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Μέρος 2  •  Δεδομένα, πληροφορίες και Πληροφορική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85A68-C23E-4C2D-A5F5-35F9655DB5FD}"/>
              </a:ext>
            </a:extLst>
          </p:cNvPr>
          <p:cNvSpPr>
            <a:spLocks noGrp="1"/>
          </p:cNvSpPr>
          <p:nvPr/>
        </p:nvSpPr>
        <p:spPr>
          <a:xfrm>
            <a:off x="838200" y="4333875"/>
            <a:ext cx="952500" cy="66675"/>
          </a:xfrm>
          <a:prstGeom prst="rect">
            <a:avLst/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27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7E01F1-E2D3-4CC2-9EEC-20F50735C8C4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Δεδομένα και πληροφορίες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4A2F50-CB3E-4D21-93E2-A7D32F8A542F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EEA45A-C10F-4D4D-AFAB-DBC4064FDCB2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5048250" cy="3095625"/>
          </a:xfrm>
          <a:prstGeom prst="roundRect">
            <a:avLst>
              <a:gd name="adj" fmla="val 2462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9449F0-ADD1-4140-8481-F12AF5FDE50A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114300" cy="3095625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50094-93FF-4125-9943-E9C4B28D33C8}"/>
              </a:ext>
            </a:extLst>
          </p:cNvPr>
          <p:cNvSpPr>
            <a:spLocks noGrp="1"/>
          </p:cNvSpPr>
          <p:nvPr/>
        </p:nvSpPr>
        <p:spPr>
          <a:xfrm>
            <a:off x="1000125" y="1876425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Δεδομένα (Data)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E18A5-6048-4087-953A-E9843C7036A9}"/>
              </a:ext>
            </a:extLst>
          </p:cNvPr>
          <p:cNvSpPr>
            <a:spLocks noGrp="1"/>
          </p:cNvSpPr>
          <p:nvPr/>
        </p:nvSpPr>
        <p:spPr>
          <a:xfrm>
            <a:off x="1000125" y="2409825"/>
            <a:ext cx="4524375" cy="2190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αρχικά, «ακατέργαστα» στοιχεία που εισάγονται για επεξεργασία. Μπορεί να είναι αριθμοί, λέξεις, εικόνες ή ήχοι.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CB79A4-9742-4ECC-A090-4400AD4ACF46}"/>
              </a:ext>
            </a:extLst>
          </p:cNvPr>
          <p:cNvSpPr>
            <a:spLocks noGrp="1"/>
          </p:cNvSpPr>
          <p:nvPr/>
        </p:nvSpPr>
        <p:spPr>
          <a:xfrm>
            <a:off x="6429375" y="1666875"/>
            <a:ext cx="5048250" cy="3095625"/>
          </a:xfrm>
          <a:prstGeom prst="roundRect">
            <a:avLst>
              <a:gd name="adj" fmla="val 2462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E8BDA1-987D-4328-9E7C-F5709DCA507B}"/>
              </a:ext>
            </a:extLst>
          </p:cNvPr>
          <p:cNvSpPr>
            <a:spLocks noGrp="1"/>
          </p:cNvSpPr>
          <p:nvPr/>
        </p:nvSpPr>
        <p:spPr>
          <a:xfrm>
            <a:off x="6429375" y="1666875"/>
            <a:ext cx="114300" cy="309562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6472B-74C2-4ED1-B659-E5F07A9FAA35}"/>
              </a:ext>
            </a:extLst>
          </p:cNvPr>
          <p:cNvSpPr>
            <a:spLocks noGrp="1"/>
          </p:cNvSpPr>
          <p:nvPr/>
        </p:nvSpPr>
        <p:spPr>
          <a:xfrm>
            <a:off x="6715125" y="1876425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Πληροφορίες (Information)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1302B8-C21D-4CD1-AC5B-F0A8FE84A869}"/>
              </a:ext>
            </a:extLst>
          </p:cNvPr>
          <p:cNvSpPr>
            <a:spLocks noGrp="1"/>
          </p:cNvSpPr>
          <p:nvPr/>
        </p:nvSpPr>
        <p:spPr>
          <a:xfrm>
            <a:off x="6715125" y="2409825"/>
            <a:ext cx="4524375" cy="2190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αποτελέσματα που προκύπτουν από την επεξεργασία των δεδομένων και μας προσφέρουν χρήσιμη γνώση.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60624-ACE2-48A7-8D5C-719A85F852CE}"/>
              </a:ext>
            </a:extLst>
          </p:cNvPr>
          <p:cNvSpPr>
            <a:spLocks noGrp="1"/>
          </p:cNvSpPr>
          <p:nvPr/>
        </p:nvSpPr>
        <p:spPr>
          <a:xfrm>
            <a:off x="2238375" y="5191125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1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Δεδομένα  +  επεξεργασία  =  πληροφορίες</a:t>
            </a:r>
          </a:p>
        </p:txBody>
      </p:sp>
    </p:spTree>
    <p:extLst>
      <p:ext uri="{BB962C8B-B14F-4D97-AF65-F5344CB8AC3E}">
        <p14:creationId xmlns:p14="http://schemas.microsoft.com/office/powerpoint/2010/main" val="11876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4DD0DC1-43E9-4861-85BF-2C50C96AE4A4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επεξεργασία μετατρέπει δεδομένα σε πληροφορίες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19DAD1-C3EC-4F40-8CB2-07CC85E03CB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E3AC6-A537-4591-84E0-1231D7C25FBD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επεξεργασία δεν είναι μόνο υπολογισμός.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48729B-59EF-4F60-B0A2-1D0EBA728ED3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5143500" cy="1095375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5CC1F3-72E4-4AF7-AD14-78019069E2B6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114300" cy="1095375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D06B2-A326-443C-A343-C847F8733959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Υπολογισμός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76919-75EE-4658-A04E-2D1272D59CE1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4619625" cy="190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1667" lnSpcReduction="2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Πρόσθεση βαθμών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1E5AD7-A1EF-4BF5-A835-DA739C12582F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5143500" cy="1095375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D3E3EA-1F04-4EE5-882B-CBC378CB0D43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114300" cy="109537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2E8865-E5F5-4F99-99BD-C89222DA57A7}"/>
              </a:ext>
            </a:extLst>
          </p:cNvPr>
          <p:cNvSpPr>
            <a:spLocks noGrp="1"/>
          </p:cNvSpPr>
          <p:nvPr/>
        </p:nvSpPr>
        <p:spPr>
          <a:xfrm>
            <a:off x="6572250" y="26860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Ταξινόμηση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8728DF-884C-4205-91F2-2EFE78583E82}"/>
              </a:ext>
            </a:extLst>
          </p:cNvPr>
          <p:cNvSpPr>
            <a:spLocks noGrp="1"/>
          </p:cNvSpPr>
          <p:nvPr/>
        </p:nvSpPr>
        <p:spPr>
          <a:xfrm>
            <a:off x="6572250" y="3219450"/>
            <a:ext cx="4619625" cy="190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1667" lnSpcReduction="2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Ονόμ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ατα σε αλφαβητική σειρά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5D97BB-6CCF-4927-83BB-EDC5C9D99F42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5143500" cy="1095375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90FA519-87A2-4DCC-A971-D3F6BD20CA3E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114300" cy="1095375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19AE95-7316-4F0E-A9B0-FEDA4E8C82C8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Αναζήτηση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C18E46-5384-4755-BD28-B08F92645379}"/>
              </a:ext>
            </a:extLst>
          </p:cNvPr>
          <p:cNvSpPr>
            <a:spLocks noGrp="1"/>
          </p:cNvSpPr>
          <p:nvPr/>
        </p:nvSpPr>
        <p:spPr>
          <a:xfrm>
            <a:off x="1047750" y="4648200"/>
            <a:ext cx="4619625" cy="190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1667" lnSpcReduction="2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Εύρεση αριθμού τηλεφώνου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99808E-4EA1-47BF-B9CF-AD7F3B71C683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5143500" cy="1095375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AAEC038-2560-4FCD-ABBD-24A20A64FC14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114300" cy="1095375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F5C0AB-06BD-4896-A5CE-B64640ECDC1A}"/>
              </a:ext>
            </a:extLst>
          </p:cNvPr>
          <p:cNvSpPr>
            <a:spLocks noGrp="1"/>
          </p:cNvSpPr>
          <p:nvPr/>
        </p:nvSpPr>
        <p:spPr>
          <a:xfrm>
            <a:off x="6572250" y="411480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Μετατροπή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34602C-EF9B-4D69-B500-DF0ECB1723A6}"/>
              </a:ext>
            </a:extLst>
          </p:cNvPr>
          <p:cNvSpPr>
            <a:spLocks noGrp="1"/>
          </p:cNvSpPr>
          <p:nvPr/>
        </p:nvSpPr>
        <p:spPr>
          <a:xfrm>
            <a:off x="6572250" y="4648200"/>
            <a:ext cx="4619625" cy="190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1667" lnSpcReduction="2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Πλήκτρα σε γράμματα στην οθόνη</a:t>
            </a:r>
          </a:p>
        </p:txBody>
      </p:sp>
    </p:spTree>
    <p:extLst>
      <p:ext uri="{BB962C8B-B14F-4D97-AF65-F5344CB8AC3E}">
        <p14:creationId xmlns:p14="http://schemas.microsoft.com/office/powerpoint/2010/main" val="152528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F0AECF7-3A60-4FBE-8305-547E7719E6DC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</a:t>
            </a:r>
            <a:r>
              <a:rPr sz="3000" b="1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ράδειγμ</a:t>
            </a:r>
            <a:r>
              <a:rPr sz="300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α: η σχολική εκδρομή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7F063A-1345-4D67-B59C-B42757215E7A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0AAA13-A5C0-47D7-AD60-2B2BE732B02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238500" cy="3286125"/>
          </a:xfrm>
          <a:prstGeom prst="roundRect">
            <a:avLst>
              <a:gd name="adj" fmla="val 2353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DE1645-AF44-420E-83AF-50F2769B47CA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14300" cy="3286125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ACE2A-6207-4D0E-805D-98DD56A23E82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75" b="1" dirty="0" err="1">
                <a:solidFill>
                  <a:srgbClr val="F47C27"/>
                </a:solidFill>
                <a:latin typeface="Inter"/>
                <a:ea typeface="Inter"/>
                <a:cs typeface="Inter"/>
              </a:rPr>
              <a:t>Δεδομέν</a:t>
            </a:r>
            <a:r>
              <a:rPr sz="1875" b="1" dirty="0">
                <a:solidFill>
                  <a:srgbClr val="F47C27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815D6-8B4E-4F20-A9E1-E06E9840A41B}"/>
              </a:ext>
            </a:extLst>
          </p:cNvPr>
          <p:cNvSpPr>
            <a:spLocks noGrp="1"/>
          </p:cNvSpPr>
          <p:nvPr/>
        </p:nvSpPr>
        <p:spPr>
          <a:xfrm>
            <a:off x="952500" y="3124200"/>
            <a:ext cx="2714625" cy="2381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420 μα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θητές</a:t>
            </a:r>
            <a:endParaRPr sz="150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30 κα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θηγητές</a:t>
            </a:r>
            <a:endParaRPr sz="150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50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θέσεις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νά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λεωφορείο</a:t>
            </a:r>
            <a:endParaRPr sz="150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DC40BB-D572-47FF-BA83-76AD38ABB57B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3238500" cy="3286125"/>
          </a:xfrm>
          <a:prstGeom prst="roundRect">
            <a:avLst>
              <a:gd name="adj" fmla="val 2353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A2C127-D7DB-4D04-B1DF-EE29E92F425C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114300" cy="328612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39B897-D4FC-4305-A915-90F6AF581F9A}"/>
              </a:ext>
            </a:extLst>
          </p:cNvPr>
          <p:cNvSpPr>
            <a:spLocks noGrp="1"/>
          </p:cNvSpPr>
          <p:nvPr/>
        </p:nvSpPr>
        <p:spPr>
          <a:xfrm>
            <a:off x="4810125" y="25908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75" b="1" dirty="0">
                <a:solidFill>
                  <a:srgbClr val="4B76C5"/>
                </a:solidFill>
                <a:latin typeface="Inter"/>
                <a:ea typeface="Inter"/>
                <a:cs typeface="Inter"/>
              </a:rPr>
              <a:t>Επ</a:t>
            </a:r>
            <a:r>
              <a:rPr sz="1875" b="1" dirty="0" err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εξεργ</a:t>
            </a:r>
            <a:r>
              <a:rPr sz="1875" b="1" dirty="0">
                <a:solidFill>
                  <a:srgbClr val="4B76C5"/>
                </a:solidFill>
                <a:latin typeface="Inter"/>
                <a:ea typeface="Inter"/>
                <a:cs typeface="Inter"/>
              </a:rPr>
              <a:t>ασία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BAB9B3-8528-466C-865A-037385427F23}"/>
              </a:ext>
            </a:extLst>
          </p:cNvPr>
          <p:cNvSpPr>
            <a:spLocks noGrp="1"/>
          </p:cNvSpPr>
          <p:nvPr/>
        </p:nvSpPr>
        <p:spPr>
          <a:xfrm>
            <a:off x="4810125" y="3124200"/>
            <a:ext cx="2714625" cy="2381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420 + 30 = 450 άτομα</a:t>
            </a:r>
          </a:p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450 ÷ 50 = 9 λεωφορεία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A471D3-C2E5-4944-B95E-EA5EA2B9BAA6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3238500" cy="3286125"/>
          </a:xfrm>
          <a:prstGeom prst="roundRect">
            <a:avLst>
              <a:gd name="adj" fmla="val 2353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EA1E9A-B333-43FC-B7D8-423D3AD9D19C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114300" cy="3286125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6D0573-41D5-4493-BFB7-C95507D30357}"/>
              </a:ext>
            </a:extLst>
          </p:cNvPr>
          <p:cNvSpPr>
            <a:spLocks noGrp="1"/>
          </p:cNvSpPr>
          <p:nvPr/>
        </p:nvSpPr>
        <p:spPr>
          <a:xfrm>
            <a:off x="8667750" y="25908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75" b="1" dirty="0" err="1">
                <a:solidFill>
                  <a:srgbClr val="6A994E"/>
                </a:solidFill>
                <a:latin typeface="Inter"/>
                <a:ea typeface="Inter"/>
                <a:cs typeface="Inter"/>
              </a:rPr>
              <a:t>Πληροφορί</a:t>
            </a:r>
            <a:r>
              <a:rPr sz="1875" b="1" dirty="0">
                <a:solidFill>
                  <a:srgbClr val="6A994E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DFDF3-6F30-4612-A198-D6A76D278348}"/>
              </a:ext>
            </a:extLst>
          </p:cNvPr>
          <p:cNvSpPr>
            <a:spLocks noGrp="1"/>
          </p:cNvSpPr>
          <p:nvPr/>
        </p:nvSpPr>
        <p:spPr>
          <a:xfrm>
            <a:off x="8667750" y="3124200"/>
            <a:ext cx="2714625" cy="2381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σχολείο χρειάζεται 9 λεωφορεία.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156BD-A1C6-4235-87BC-5530411BC0CA}"/>
              </a:ext>
            </a:extLst>
          </p:cNvPr>
          <p:cNvSpPr>
            <a:spLocks noGrp="1"/>
          </p:cNvSpPr>
          <p:nvPr/>
        </p:nvSpPr>
        <p:spPr>
          <a:xfrm>
            <a:off x="2428875" y="6096000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Το αποτέλεσμα απαντά στο συγκεκριμένο ερώτημα.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37ED7F-FC8F-F1E6-DFF4-F9B47B7EE481}"/>
              </a:ext>
            </a:extLst>
          </p:cNvPr>
          <p:cNvSpPr txBox="1"/>
          <p:nvPr/>
        </p:nvSpPr>
        <p:spPr>
          <a:xfrm>
            <a:off x="666750" y="1414329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sz="1100" b="0" i="0" u="none" strike="noStrike" baseline="0" dirty="0">
                <a:latin typeface="Tahoma" panose="020B0604030504040204" pitchFamily="34" charset="0"/>
              </a:rPr>
              <a:t>Το σχολείο μας αποφάσισε να πραγματοποιήσει μία εκδρομή. Στην εκδρομή θα λάβουν</a:t>
            </a:r>
          </a:p>
          <a:p>
            <a:pPr algn="l"/>
            <a:r>
              <a:rPr lang="el-GR" sz="1100" b="0" i="0" u="none" strike="noStrike" baseline="0" dirty="0">
                <a:latin typeface="Tahoma" panose="020B0604030504040204" pitchFamily="34" charset="0"/>
              </a:rPr>
              <a:t>μέρος οι </a:t>
            </a:r>
            <a:r>
              <a:rPr lang="el-GR" sz="1100" b="1" i="0" u="none" strike="noStrike" baseline="0" dirty="0">
                <a:latin typeface="Tahoma-Bold"/>
              </a:rPr>
              <a:t>420 μαθητές </a:t>
            </a:r>
            <a:r>
              <a:rPr lang="el-GR" sz="1100" b="0" i="0" u="none" strike="noStrike" baseline="0" dirty="0">
                <a:latin typeface="Tahoma" panose="020B0604030504040204" pitchFamily="34" charset="0"/>
              </a:rPr>
              <a:t>του σχολείου μας και οι </a:t>
            </a:r>
            <a:r>
              <a:rPr lang="el-GR" sz="1100" b="1" i="0" u="none" strike="noStrike" baseline="0" dirty="0">
                <a:latin typeface="Tahoma-Bold"/>
              </a:rPr>
              <a:t>30 καθηγητές </a:t>
            </a:r>
            <a:r>
              <a:rPr lang="el-GR" sz="1100" b="0" i="0" u="none" strike="noStrike" baseline="0" dirty="0">
                <a:latin typeface="Tahoma" panose="020B0604030504040204" pitchFamily="34" charset="0"/>
              </a:rPr>
              <a:t>του. Κάθε λεωφορείο</a:t>
            </a:r>
          </a:p>
          <a:p>
            <a:pPr algn="l"/>
            <a:r>
              <a:rPr lang="el-GR" sz="1100" b="0" i="0" u="none" strike="noStrike" baseline="0" dirty="0">
                <a:latin typeface="Tahoma" panose="020B0604030504040204" pitchFamily="34" charset="0"/>
              </a:rPr>
              <a:t>μπορεί να μεταφέρει μόνο μέχρι </a:t>
            </a:r>
            <a:r>
              <a:rPr lang="el-GR" sz="1100" b="1" i="0" u="none" strike="noStrike" baseline="0" dirty="0">
                <a:latin typeface="Tahoma-Bold"/>
              </a:rPr>
              <a:t>50 επιβάτες</a:t>
            </a:r>
            <a:r>
              <a:rPr lang="el-GR" sz="1100" b="0" i="0" u="none" strike="noStrike" baseline="0" dirty="0">
                <a:latin typeface="Tahoma" panose="020B0604030504040204" pitchFamily="34" charset="0"/>
              </a:rPr>
              <a:t>.</a:t>
            </a:r>
            <a:r>
              <a:rPr lang="en-US" sz="11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l-GR" sz="1100" b="0" i="0" u="none" strike="noStrike" baseline="0" dirty="0">
                <a:latin typeface="Tahoma" panose="020B0604030504040204" pitchFamily="34" charset="0"/>
              </a:rPr>
              <a:t>Πόσα λεωφορεία</a:t>
            </a:r>
            <a:r>
              <a:rPr lang="el-GR" sz="1100" b="0" i="0" u="none" strike="noStrike" dirty="0">
                <a:latin typeface="Tahoma" panose="020B0604030504040204" pitchFamily="34" charset="0"/>
              </a:rPr>
              <a:t> θα χρεια</a:t>
            </a:r>
            <a:r>
              <a:rPr lang="el-GR" sz="1100" dirty="0">
                <a:latin typeface="Tahoma" panose="020B0604030504040204" pitchFamily="34" charset="0"/>
              </a:rPr>
              <a:t>στούν</a:t>
            </a:r>
            <a:r>
              <a:rPr lang="en-US" sz="1100" dirty="0">
                <a:latin typeface="Tahoma" panose="020B0604030504040204" pitchFamily="34" charset="0"/>
              </a:rPr>
              <a:t>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330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553C973-A710-4170-AD8A-A94B6DFE0FE2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Παράδειγμα: μέσος όρος βαθμολογιών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D86CC-BF44-4F51-8FD3-A39676C08796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65D96F-BAC7-46C0-AEFE-B6C5E2941EC8}"/>
              </a:ext>
            </a:extLst>
          </p:cNvPr>
          <p:cNvSpPr>
            <a:spLocks noGrp="1"/>
          </p:cNvSpPr>
          <p:nvPr/>
        </p:nvSpPr>
        <p:spPr>
          <a:xfrm>
            <a:off x="476250" y="2778799"/>
            <a:ext cx="2571750" cy="1571625"/>
          </a:xfrm>
          <a:prstGeom prst="roundRect">
            <a:avLst>
              <a:gd name="adj" fmla="val 4848"/>
            </a:avLst>
          </a:prstGeom>
          <a:solidFill>
            <a:srgbClr val="D9DAF2"/>
          </a:solidFill>
          <a:ln w="9525">
            <a:solidFill>
              <a:srgbClr val="C4C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43483E-0484-4576-A567-11A02C98F63D}"/>
              </a:ext>
            </a:extLst>
          </p:cNvPr>
          <p:cNvSpPr>
            <a:spLocks noGrp="1"/>
          </p:cNvSpPr>
          <p:nvPr/>
        </p:nvSpPr>
        <p:spPr>
          <a:xfrm>
            <a:off x="838200" y="2993112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FFF461-82A0-4B11-983D-0210F8045ABF}"/>
              </a:ext>
            </a:extLst>
          </p:cNvPr>
          <p:cNvSpPr>
            <a:spLocks noGrp="1"/>
          </p:cNvSpPr>
          <p:nvPr/>
        </p:nvSpPr>
        <p:spPr>
          <a:xfrm>
            <a:off x="800100" y="2955012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BF0876-D0D3-4A15-AFBE-67EF5F563722}"/>
              </a:ext>
            </a:extLst>
          </p:cNvPr>
          <p:cNvSpPr>
            <a:spLocks noGrp="1"/>
          </p:cNvSpPr>
          <p:nvPr/>
        </p:nvSpPr>
        <p:spPr>
          <a:xfrm>
            <a:off x="1428750" y="2993112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1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Δεδομέν</a:t>
            </a:r>
            <a:r>
              <a:rPr sz="165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D40CA-5E65-4AB4-BE77-1A5514AB1BAF}"/>
              </a:ext>
            </a:extLst>
          </p:cNvPr>
          <p:cNvSpPr>
            <a:spLocks noGrp="1"/>
          </p:cNvSpPr>
          <p:nvPr/>
        </p:nvSpPr>
        <p:spPr>
          <a:xfrm>
            <a:off x="857250" y="3640812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βα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θμοί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των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lang="el-GR" sz="135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3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μα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θημάτων</a:t>
            </a:r>
            <a:br>
              <a:rPr lang="el-GR"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</a:br>
            <a:r>
              <a:rPr lang="el-GR"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20, 15, 15</a:t>
            </a:r>
            <a:endParaRPr sz="135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27903C-BAD6-4DAE-8581-87F0ECA4BD3E}"/>
              </a:ext>
            </a:extLst>
          </p:cNvPr>
          <p:cNvSpPr>
            <a:spLocks noGrp="1"/>
          </p:cNvSpPr>
          <p:nvPr/>
        </p:nvSpPr>
        <p:spPr>
          <a:xfrm>
            <a:off x="3429000" y="2821662"/>
            <a:ext cx="2571750" cy="1571625"/>
          </a:xfrm>
          <a:prstGeom prst="roundRect">
            <a:avLst>
              <a:gd name="adj" fmla="val 4848"/>
            </a:avLst>
          </a:prstGeom>
          <a:solidFill>
            <a:srgbClr val="D9DAF2"/>
          </a:solidFill>
          <a:ln w="9525">
            <a:solidFill>
              <a:srgbClr val="C4C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515028-11E3-4E4D-9CF2-B9125375C1B9}"/>
              </a:ext>
            </a:extLst>
          </p:cNvPr>
          <p:cNvSpPr>
            <a:spLocks noGrp="1"/>
          </p:cNvSpPr>
          <p:nvPr/>
        </p:nvSpPr>
        <p:spPr>
          <a:xfrm>
            <a:off x="3600450" y="2993112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989C87-A5A5-453C-A2FF-04BAC1777124}"/>
              </a:ext>
            </a:extLst>
          </p:cNvPr>
          <p:cNvSpPr>
            <a:spLocks noGrp="1"/>
          </p:cNvSpPr>
          <p:nvPr/>
        </p:nvSpPr>
        <p:spPr>
          <a:xfrm>
            <a:off x="3562350" y="2955012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1A24F-B02D-486E-9581-A05B002EC6E7}"/>
              </a:ext>
            </a:extLst>
          </p:cNvPr>
          <p:cNvSpPr>
            <a:spLocks noGrp="1"/>
          </p:cNvSpPr>
          <p:nvPr/>
        </p:nvSpPr>
        <p:spPr>
          <a:xfrm>
            <a:off x="4191000" y="2993112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</a:t>
            </a:r>
            <a:r>
              <a:rPr sz="1650" b="1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εξεργ</a:t>
            </a:r>
            <a:r>
              <a:rPr sz="165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ασία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48419-8DA9-4753-B244-BA82B6ACD44C}"/>
              </a:ext>
            </a:extLst>
          </p:cNvPr>
          <p:cNvSpPr>
            <a:spLocks noGrp="1"/>
          </p:cNvSpPr>
          <p:nvPr/>
        </p:nvSpPr>
        <p:spPr>
          <a:xfrm>
            <a:off x="3619500" y="3640812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92500"/>
          </a:bodyPr>
          <a:lstStyle/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Άθροισμ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και διαίρεση με </a:t>
            </a:r>
            <a:r>
              <a:rPr lang="el-GR"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3</a:t>
            </a:r>
          </a:p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lang="el-GR" sz="135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20+15+15=50</a:t>
            </a:r>
          </a:p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lang="el-GR"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50/3=</a:t>
            </a:r>
            <a:r>
              <a:rPr lang="en-US"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16.6</a:t>
            </a:r>
            <a:endParaRPr sz="135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C595B27-61A0-45F1-B6BB-F9E09F51D3A1}"/>
              </a:ext>
            </a:extLst>
          </p:cNvPr>
          <p:cNvSpPr>
            <a:spLocks noGrp="1"/>
          </p:cNvSpPr>
          <p:nvPr/>
        </p:nvSpPr>
        <p:spPr>
          <a:xfrm>
            <a:off x="6191250" y="2821662"/>
            <a:ext cx="2571750" cy="1571625"/>
          </a:xfrm>
          <a:prstGeom prst="roundRect">
            <a:avLst>
              <a:gd name="adj" fmla="val 4848"/>
            </a:avLst>
          </a:prstGeom>
          <a:solidFill>
            <a:srgbClr val="D9DAF2"/>
          </a:solidFill>
          <a:ln w="9525">
            <a:solidFill>
              <a:srgbClr val="C4C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0D6653-3664-42C1-B3FC-8EE439FAB71F}"/>
              </a:ext>
            </a:extLst>
          </p:cNvPr>
          <p:cNvSpPr>
            <a:spLocks noGrp="1"/>
          </p:cNvSpPr>
          <p:nvPr/>
        </p:nvSpPr>
        <p:spPr>
          <a:xfrm>
            <a:off x="6362700" y="2993112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32ABDA-78F5-4CC6-B304-EA9F0EBA2A27}"/>
              </a:ext>
            </a:extLst>
          </p:cNvPr>
          <p:cNvSpPr>
            <a:spLocks noGrp="1"/>
          </p:cNvSpPr>
          <p:nvPr/>
        </p:nvSpPr>
        <p:spPr>
          <a:xfrm>
            <a:off x="6324600" y="2955012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A5110-3699-4D8F-8619-29FA311C06EE}"/>
              </a:ext>
            </a:extLst>
          </p:cNvPr>
          <p:cNvSpPr>
            <a:spLocks noGrp="1"/>
          </p:cNvSpPr>
          <p:nvPr/>
        </p:nvSpPr>
        <p:spPr>
          <a:xfrm>
            <a:off x="6953250" y="2993112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1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Πληροφορί</a:t>
            </a:r>
            <a:r>
              <a:rPr sz="1650" b="1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FCA5B-2267-4733-9D18-2374DEBD1B8E}"/>
              </a:ext>
            </a:extLst>
          </p:cNvPr>
          <p:cNvSpPr>
            <a:spLocks noGrp="1"/>
          </p:cNvSpPr>
          <p:nvPr/>
        </p:nvSpPr>
        <p:spPr>
          <a:xfrm>
            <a:off x="6381750" y="3640812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μέσος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όρος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του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μα</a:t>
            </a: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θητή</a:t>
            </a:r>
            <a:endParaRPr lang="en-US" sz="135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lang="en-US" sz="135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16.6</a:t>
            </a:r>
            <a:endParaRPr sz="135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09B6402-46DF-46C9-995A-2760C034D932}"/>
              </a:ext>
            </a:extLst>
          </p:cNvPr>
          <p:cNvSpPr>
            <a:spLocks noGrp="1"/>
          </p:cNvSpPr>
          <p:nvPr/>
        </p:nvSpPr>
        <p:spPr>
          <a:xfrm>
            <a:off x="8953500" y="2821662"/>
            <a:ext cx="2571750" cy="1571625"/>
          </a:xfrm>
          <a:prstGeom prst="roundRect">
            <a:avLst>
              <a:gd name="adj" fmla="val 4848"/>
            </a:avLst>
          </a:prstGeom>
          <a:solidFill>
            <a:srgbClr val="D9DAF2"/>
          </a:solidFill>
          <a:ln w="9525">
            <a:solidFill>
              <a:srgbClr val="C4C5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A70176-B60C-4059-A6D4-428326BFD3BA}"/>
              </a:ext>
            </a:extLst>
          </p:cNvPr>
          <p:cNvSpPr>
            <a:spLocks noGrp="1"/>
          </p:cNvSpPr>
          <p:nvPr/>
        </p:nvSpPr>
        <p:spPr>
          <a:xfrm>
            <a:off x="9124950" y="2993112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4B17DA-9A45-4987-956B-FCA7B2961D21}"/>
              </a:ext>
            </a:extLst>
          </p:cNvPr>
          <p:cNvSpPr>
            <a:spLocks noGrp="1"/>
          </p:cNvSpPr>
          <p:nvPr/>
        </p:nvSpPr>
        <p:spPr>
          <a:xfrm>
            <a:off x="9086850" y="2955012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A0C0A1-E33C-4725-8298-2F4765C52242}"/>
              </a:ext>
            </a:extLst>
          </p:cNvPr>
          <p:cNvSpPr>
            <a:spLocks noGrp="1"/>
          </p:cNvSpPr>
          <p:nvPr/>
        </p:nvSpPr>
        <p:spPr>
          <a:xfrm>
            <a:off x="9715500" y="2993112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1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Χρήση</a:t>
            </a:r>
            <a:endParaRPr sz="1650" b="1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3DC32A-117D-40E1-9291-B6FC05C2C78F}"/>
              </a:ext>
            </a:extLst>
          </p:cNvPr>
          <p:cNvSpPr>
            <a:spLocks noGrp="1"/>
          </p:cNvSpPr>
          <p:nvPr/>
        </p:nvSpPr>
        <p:spPr>
          <a:xfrm>
            <a:off x="9144000" y="3640812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Ερμηνεί</a:t>
            </a:r>
            <a:r>
              <a:rPr sz="13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της επίδοσης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92253D-4E7D-4686-9A8F-E85EB2084386}"/>
              </a:ext>
            </a:extLst>
          </p:cNvPr>
          <p:cNvSpPr>
            <a:spLocks noGrp="1"/>
          </p:cNvSpPr>
          <p:nvPr/>
        </p:nvSpPr>
        <p:spPr>
          <a:xfrm>
            <a:off x="1238250" y="5345787"/>
            <a:ext cx="9715500" cy="714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Τα ίδια δεδομένα μπορούν να υποστούν διαφορετική επεξεργασία και να δώσουν διαφορετικές πληροφορίες.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D72E49-A045-2816-1CC3-09112B5AD8D9}"/>
              </a:ext>
            </a:extLst>
          </p:cNvPr>
          <p:cNvSpPr txBox="1"/>
          <p:nvPr/>
        </p:nvSpPr>
        <p:spPr>
          <a:xfrm>
            <a:off x="666750" y="169908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sz="1100" b="0" i="0" u="none" strike="noStrike" baseline="0" dirty="0">
                <a:latin typeface="Tahoma" panose="020B0604030504040204" pitchFamily="34" charset="0"/>
              </a:rPr>
              <a:t>Αν θέλω να υπολογίσω τον </a:t>
            </a:r>
            <a:r>
              <a:rPr lang="el-GR" sz="1100" b="1" i="0" u="none" strike="noStrike" baseline="0" dirty="0">
                <a:latin typeface="Tahoma-Bold"/>
              </a:rPr>
              <a:t>μέσο όρο </a:t>
            </a:r>
            <a:r>
              <a:rPr lang="el-GR" sz="1100" b="0" i="0" u="none" strike="noStrike" baseline="0" dirty="0">
                <a:latin typeface="Tahoma" panose="020B0604030504040204" pitchFamily="34" charset="0"/>
              </a:rPr>
              <a:t>των βαθμολογιών των </a:t>
            </a:r>
            <a:r>
              <a:rPr lang="el-GR" sz="1100" b="1" dirty="0">
                <a:latin typeface="Tahoma-Bold"/>
              </a:rPr>
              <a:t>3</a:t>
            </a:r>
            <a:r>
              <a:rPr lang="el-GR" sz="1100" b="1" i="0" u="none" strike="noStrike" baseline="0" dirty="0">
                <a:latin typeface="Tahoma-Bold"/>
              </a:rPr>
              <a:t> μαθημάτων </a:t>
            </a:r>
            <a:r>
              <a:rPr lang="el-GR" sz="1100" b="0" i="0" u="none" strike="noStrike" baseline="0" dirty="0">
                <a:latin typeface="Tahoma" panose="020B0604030504040204" pitchFamily="34" charset="0"/>
              </a:rPr>
              <a:t>ενός</a:t>
            </a:r>
          </a:p>
          <a:p>
            <a:pPr algn="l"/>
            <a:r>
              <a:rPr lang="el-GR" sz="1100" b="0" i="0" u="none" strike="noStrike" baseline="0" dirty="0">
                <a:latin typeface="Tahoma" panose="020B0604030504040204" pitchFamily="34" charset="0"/>
              </a:rPr>
              <a:t>μαθητή</a:t>
            </a:r>
            <a:r>
              <a:rPr lang="en-US" sz="1100" b="0" i="0" u="none" strike="noStrike" baseline="0" dirty="0">
                <a:latin typeface="Tahoma" panose="020B0604030504040204" pitchFamily="34" charset="0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221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/>
      <p:bldP spid="8" grpId="0" animBg="1"/>
      <p:bldP spid="10" grpId="0" animBg="1"/>
      <p:bldP spid="11" grpId="0"/>
      <p:bldP spid="12" grpId="0"/>
      <p:bldP spid="13" grpId="0" animBg="1"/>
      <p:bldP spid="15" grpId="0" animBg="1"/>
      <p:bldP spid="16" grpId="0"/>
      <p:bldP spid="17" grpId="0"/>
      <p:bldP spid="18" grpId="0" animBg="1"/>
      <p:bldP spid="20" grpId="0" animBg="1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2ACBE5-1BE6-4A29-8157-B138330CB015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Τι είναι η Πληροφορική;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71263-7DF3-49C2-B90B-2DC4162ADB9B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B7625-A8A2-45EF-B39E-9554F4C0D18E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επιστήμη που ασχολείται με: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30200-4B7D-42CE-9CCA-92D33B7B1B20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4857750" cy="233362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 συλλογή πληροφοριών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την αποθήκευσή τους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την επεξεργασία τους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 μετάδοσή τους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618560"/>
            <a:ext cx="5286375" cy="143013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5FE91F-9401-4E7C-86F4-DC5DADD5C9DD}"/>
              </a:ext>
            </a:extLst>
          </p:cNvPr>
          <p:cNvSpPr>
            <a:spLocks noGrp="1"/>
          </p:cNvSpPr>
          <p:nvPr/>
        </p:nvSpPr>
        <p:spPr>
          <a:xfrm>
            <a:off x="6381750" y="3381375"/>
            <a:ext cx="4953000" cy="1809750"/>
          </a:xfrm>
          <a:prstGeom prst="roundRect">
            <a:avLst>
              <a:gd name="adj" fmla="val 4211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61425D-784C-4CC4-8906-74E65B9E0ABB}"/>
              </a:ext>
            </a:extLst>
          </p:cNvPr>
          <p:cNvSpPr>
            <a:spLocks noGrp="1"/>
          </p:cNvSpPr>
          <p:nvPr/>
        </p:nvSpPr>
        <p:spPr>
          <a:xfrm>
            <a:off x="6381750" y="3381375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A0CBD2-AB53-4ADF-845F-A057596A1C4A}"/>
              </a:ext>
            </a:extLst>
          </p:cNvPr>
          <p:cNvSpPr>
            <a:spLocks noGrp="1"/>
          </p:cNvSpPr>
          <p:nvPr/>
        </p:nvSpPr>
        <p:spPr>
          <a:xfrm>
            <a:off x="6667500" y="359092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Σχέση με τον υπολογιστή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12DCD-0A3D-49B4-9B2B-6E114DFE0F6C}"/>
              </a:ext>
            </a:extLst>
          </p:cNvPr>
          <p:cNvSpPr>
            <a:spLocks noGrp="1"/>
          </p:cNvSpPr>
          <p:nvPr/>
        </p:nvSpPr>
        <p:spPr>
          <a:xfrm>
            <a:off x="6667500" y="4124325"/>
            <a:ext cx="4429125" cy="904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Ηλεκτρονικός Υπολογιστής είναι το βασικό εργαλείο της Πληροφορικής, αλλά η Πληροφορική δεν περιορίζεται στην κατασκευή υπολογιστών.</a:t>
            </a:r>
          </a:p>
        </p:txBody>
      </p:sp>
    </p:spTree>
    <p:extLst>
      <p:ext uri="{BB962C8B-B14F-4D97-AF65-F5344CB8AC3E}">
        <p14:creationId xmlns:p14="http://schemas.microsoft.com/office/powerpoint/2010/main" val="186606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00AF2EB-ECEC-4FBB-AE32-F1BD638AAFAC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Πού χρησιμοποιούμε υπολογιστές;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1FCBA-E319-489E-8A9B-BD7420594238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E6EE34-5D0D-4AD1-A29C-82AF254A0BA7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C20D8A-4504-4658-BB66-611C7075EA62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F66F0-CD4B-4F5D-9A1A-B9364ACC0978}"/>
              </a:ext>
            </a:extLst>
          </p:cNvPr>
          <p:cNvSpPr>
            <a:spLocks noGrp="1"/>
          </p:cNvSpPr>
          <p:nvPr/>
        </p:nvSpPr>
        <p:spPr>
          <a:xfrm>
            <a:off x="952500" y="168592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Σπίτι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91512D-C4C3-4508-B6E2-3DD23F94F7CE}"/>
              </a:ext>
            </a:extLst>
          </p:cNvPr>
          <p:cNvSpPr>
            <a:spLocks noGrp="1"/>
          </p:cNvSpPr>
          <p:nvPr/>
        </p:nvSpPr>
        <p:spPr>
          <a:xfrm>
            <a:off x="952500" y="2219325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Επικοινωνία, ψυχαγωγία, πληροφορίες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875ECA-1962-4F79-862B-8E1EBCB7B2C3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296D99-3F8C-4B58-A2B6-0F3FF1A7D776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685EDF-D2A5-4454-89DF-701F63C61A81}"/>
              </a:ext>
            </a:extLst>
          </p:cNvPr>
          <p:cNvSpPr>
            <a:spLocks noGrp="1"/>
          </p:cNvSpPr>
          <p:nvPr/>
        </p:nvSpPr>
        <p:spPr>
          <a:xfrm>
            <a:off x="6477000" y="168592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Σχολείο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64605-57EF-4044-814B-5D1BB5E854FE}"/>
              </a:ext>
            </a:extLst>
          </p:cNvPr>
          <p:cNvSpPr>
            <a:spLocks noGrp="1"/>
          </p:cNvSpPr>
          <p:nvPr/>
        </p:nvSpPr>
        <p:spPr>
          <a:xfrm>
            <a:off x="6477000" y="2219325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Μάθηση, βαθμολογίες, απουσίες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1FA631-DE81-4936-8DFD-01174261DA87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D6D7E7-4A0B-4ECF-BA56-C7AF9E99CD7D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85814-CD18-4B87-9CE2-EEE52DB3B6B8}"/>
              </a:ext>
            </a:extLst>
          </p:cNvPr>
          <p:cNvSpPr>
            <a:spLocks noGrp="1"/>
          </p:cNvSpPr>
          <p:nvPr/>
        </p:nvSpPr>
        <p:spPr>
          <a:xfrm>
            <a:off x="952500" y="311467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Νοσοκομείο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FCDDBF-C06F-46B8-A6FF-3FA1E2725073}"/>
              </a:ext>
            </a:extLst>
          </p:cNvPr>
          <p:cNvSpPr>
            <a:spLocks noGrp="1"/>
          </p:cNvSpPr>
          <p:nvPr/>
        </p:nvSpPr>
        <p:spPr>
          <a:xfrm>
            <a:off x="952500" y="3648075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Ιατρικό ιστορικό και εξετάσεις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970269-21C5-4705-A8B6-E89F1F7B56D5}"/>
              </a:ext>
            </a:extLst>
          </p:cNvPr>
          <p:cNvSpPr>
            <a:spLocks noGrp="1"/>
          </p:cNvSpPr>
          <p:nvPr/>
        </p:nvSpPr>
        <p:spPr>
          <a:xfrm>
            <a:off x="6191250" y="2905125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BB84DF-7FD8-4616-9230-D3807B39FB7F}"/>
              </a:ext>
            </a:extLst>
          </p:cNvPr>
          <p:cNvSpPr>
            <a:spLocks noGrp="1"/>
          </p:cNvSpPr>
          <p:nvPr/>
        </p:nvSpPr>
        <p:spPr>
          <a:xfrm>
            <a:off x="6191250" y="2905125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167914-6A83-4B01-ABB6-2B64F578B226}"/>
              </a:ext>
            </a:extLst>
          </p:cNvPr>
          <p:cNvSpPr>
            <a:spLocks noGrp="1"/>
          </p:cNvSpPr>
          <p:nvPr/>
        </p:nvSpPr>
        <p:spPr>
          <a:xfrm>
            <a:off x="6477000" y="311467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Τράπεζα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41F5E8-C973-442A-A49C-E2AA5E788492}"/>
              </a:ext>
            </a:extLst>
          </p:cNvPr>
          <p:cNvSpPr>
            <a:spLocks noGrp="1"/>
          </p:cNvSpPr>
          <p:nvPr/>
        </p:nvSpPr>
        <p:spPr>
          <a:xfrm>
            <a:off x="6477000" y="3648075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Λογαριασμοί και συναλλαγές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57208A-0B3B-4687-8FEB-0C00229E324A}"/>
              </a:ext>
            </a:extLst>
          </p:cNvPr>
          <p:cNvSpPr>
            <a:spLocks noGrp="1"/>
          </p:cNvSpPr>
          <p:nvPr/>
        </p:nvSpPr>
        <p:spPr>
          <a:xfrm>
            <a:off x="666750" y="4340699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1C9F1C9-C647-4135-A43A-040F1B6FF917}"/>
              </a:ext>
            </a:extLst>
          </p:cNvPr>
          <p:cNvSpPr>
            <a:spLocks noGrp="1"/>
          </p:cNvSpPr>
          <p:nvPr/>
        </p:nvSpPr>
        <p:spPr>
          <a:xfrm>
            <a:off x="666750" y="4340699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167E12-0F8C-4BF2-A10E-45B1FEEABC47}"/>
              </a:ext>
            </a:extLst>
          </p:cNvPr>
          <p:cNvSpPr>
            <a:spLocks noGrp="1"/>
          </p:cNvSpPr>
          <p:nvPr/>
        </p:nvSpPr>
        <p:spPr>
          <a:xfrm>
            <a:off x="952500" y="4550249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Κατάστημα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7DA2A7-0315-4C1F-82C3-88AA7AF03896}"/>
              </a:ext>
            </a:extLst>
          </p:cNvPr>
          <p:cNvSpPr>
            <a:spLocks noGrp="1"/>
          </p:cNvSpPr>
          <p:nvPr/>
        </p:nvSpPr>
        <p:spPr>
          <a:xfrm>
            <a:off x="952500" y="5083649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Προϊόντα, αποθήκη και αποδείξεις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B4F061-8BE4-4994-912E-A064910B6C11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29CE7C9-37CF-4E62-B21D-75536A9B9A2B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A2BA8A-5671-4F7E-91C8-185A807517D3}"/>
              </a:ext>
            </a:extLst>
          </p:cNvPr>
          <p:cNvSpPr>
            <a:spLocks noGrp="1"/>
          </p:cNvSpPr>
          <p:nvPr/>
        </p:nvSpPr>
        <p:spPr>
          <a:xfrm>
            <a:off x="6477000" y="454342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Κυβερνητικές υπηρεσίες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34D69A-2DB4-46BD-A932-BBB305C1CCAF}"/>
              </a:ext>
            </a:extLst>
          </p:cNvPr>
          <p:cNvSpPr>
            <a:spLocks noGrp="1"/>
          </p:cNvSpPr>
          <p:nvPr/>
        </p:nvSpPr>
        <p:spPr>
          <a:xfrm>
            <a:off x="6477000" y="5076825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Στοιχεία πολιτών και έκδοση εγγράφων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60E502-22DB-B220-9CC1-FE02DEF7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926" y="1633534"/>
            <a:ext cx="1133483" cy="8096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26E3EF2-58D1-338E-D64B-F4902207E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925" y="3043229"/>
            <a:ext cx="1133483" cy="7905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696C71D-2C2E-4F05-1201-3551D30CA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63" y="4469284"/>
            <a:ext cx="1104908" cy="76200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23CF25A-042B-95E2-409C-F52B51716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6862" y="1652587"/>
            <a:ext cx="1717388" cy="6667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E2ABEFC-46A6-EB8D-B647-57B863AD2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4076" y="2843212"/>
            <a:ext cx="1057283" cy="12477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80213AE-A8F2-0FAF-E942-1D0C3EF824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4487" y="4605332"/>
            <a:ext cx="1762138" cy="514354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96D6578-8FF7-07D0-454A-8DFBB2DDF0EA}"/>
              </a:ext>
            </a:extLst>
          </p:cNvPr>
          <p:cNvSpPr>
            <a:spLocks noGrp="1"/>
          </p:cNvSpPr>
          <p:nvPr/>
        </p:nvSpPr>
        <p:spPr>
          <a:xfrm>
            <a:off x="666750" y="5572552"/>
            <a:ext cx="5143500" cy="1123950"/>
          </a:xfrm>
          <a:prstGeom prst="roundRect">
            <a:avLst>
              <a:gd name="adj" fmla="val 6780"/>
            </a:avLst>
          </a:prstGeom>
          <a:solidFill>
            <a:srgbClr val="F4F4F8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FB163CD-D169-F51B-FB86-118372897CBF}"/>
              </a:ext>
            </a:extLst>
          </p:cNvPr>
          <p:cNvSpPr>
            <a:spLocks noGrp="1"/>
          </p:cNvSpPr>
          <p:nvPr/>
        </p:nvSpPr>
        <p:spPr>
          <a:xfrm>
            <a:off x="666750" y="5572552"/>
            <a:ext cx="114300" cy="11239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8B0C7D-0DDC-5E16-A6A9-BBBEA328E6C8}"/>
              </a:ext>
            </a:extLst>
          </p:cNvPr>
          <p:cNvSpPr>
            <a:spLocks noGrp="1"/>
          </p:cNvSpPr>
          <p:nvPr/>
        </p:nvSpPr>
        <p:spPr>
          <a:xfrm>
            <a:off x="952500" y="5782102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lang="en-US" sz="1875" b="1" dirty="0">
                <a:solidFill>
                  <a:srgbClr val="4B76C5"/>
                </a:solidFill>
                <a:latin typeface="Inter"/>
                <a:ea typeface="Inter"/>
                <a:cs typeface="Inter"/>
              </a:rPr>
              <a:t>Online </a:t>
            </a:r>
            <a:r>
              <a:rPr lang="el-GR" sz="1875" b="1" dirty="0">
                <a:solidFill>
                  <a:srgbClr val="4B76C5"/>
                </a:solidFill>
                <a:latin typeface="Inter"/>
                <a:ea typeface="Inter"/>
                <a:cs typeface="Inter"/>
              </a:rPr>
              <a:t>αγορές</a:t>
            </a:r>
            <a:endParaRPr sz="1875" b="1" dirty="0">
              <a:solidFill>
                <a:srgbClr val="4B76C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4369A5-AA0B-8CFC-14B3-BB829D8E7513}"/>
              </a:ext>
            </a:extLst>
          </p:cNvPr>
          <p:cNvSpPr>
            <a:spLocks noGrp="1"/>
          </p:cNvSpPr>
          <p:nvPr/>
        </p:nvSpPr>
        <p:spPr>
          <a:xfrm>
            <a:off x="952500" y="6315502"/>
            <a:ext cx="4619625" cy="2190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6667" lnSpcReduction="10000"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lang="en-US"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Amazon, </a:t>
            </a:r>
            <a:r>
              <a:rPr lang="en-US"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temu</a:t>
            </a:r>
            <a:r>
              <a:rPr lang="en-US" sz="150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150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shein</a:t>
            </a:r>
            <a:endParaRPr sz="150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1E6DC3D-7F7C-808E-1E48-91D09B6B30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3174" y="5593234"/>
            <a:ext cx="1054886" cy="104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8C987B-4C35-443C-933B-98AD8F4E6D92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Χρήσεις του υπολογιστή στο σπίτι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FC1C34-385E-4EF4-A9A2-8042B4D56A0D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847612"/>
            <a:ext cx="3714750" cy="29722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ACC0EB-51FA-47D5-8840-DCB00DD5FE3E}"/>
              </a:ext>
            </a:extLst>
          </p:cNvPr>
          <p:cNvSpPr>
            <a:spLocks noGrp="1"/>
          </p:cNvSpPr>
          <p:nvPr/>
        </p:nvSpPr>
        <p:spPr>
          <a:xfrm>
            <a:off x="5191125" y="1714500"/>
            <a:ext cx="5905500" cy="3143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ικοινωνί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με άλλους ανθρώπους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ανα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ζήτηση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π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ληροφοριών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στο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αδίκτυο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μουσική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, τα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ινίες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και πα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ιχνίδι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δημιουργί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και επεξεργασία εγγράφων</a:t>
            </a: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</a:t>
            </a:r>
            <a:r>
              <a:rPr sz="18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εξεργ</a:t>
            </a:r>
            <a:r>
              <a:rPr sz="18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ασία φωτογραφιών και βίντεο</a:t>
            </a:r>
            <a:endParaRPr lang="en-US" sz="180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  <a:p>
            <a:pPr marL="279400" indent="-165100" algn="l">
              <a:spcAft>
                <a:spcPts val="520"/>
              </a:spcAft>
              <a:buChar char="•"/>
              <a:defRPr sz="18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lang="el-GR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Άλλο </a:t>
            </a:r>
            <a:r>
              <a:rPr lang="en-US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;;;</a:t>
            </a:r>
            <a:endParaRPr sz="1800" b="0" dirty="0">
              <a:solidFill>
                <a:srgbClr val="15151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B8009-EA4C-4C4C-802F-B91DA8E0EB4E}"/>
              </a:ext>
            </a:extLst>
          </p:cNvPr>
          <p:cNvSpPr>
            <a:spLocks noGrp="1"/>
          </p:cNvSpPr>
          <p:nvPr/>
        </p:nvSpPr>
        <p:spPr>
          <a:xfrm>
            <a:off x="4953000" y="5191125"/>
            <a:ext cx="6381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Ο υπολογιστής λειτουργεί ως εργαλείο επικοινωνίας, δημιουργίας και ψυχαγωγίας.</a:t>
            </a:r>
          </a:p>
        </p:txBody>
      </p:sp>
    </p:spTree>
    <p:extLst>
      <p:ext uri="{BB962C8B-B14F-4D97-AF65-F5344CB8AC3E}">
        <p14:creationId xmlns:p14="http://schemas.microsoft.com/office/powerpoint/2010/main" val="112439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F8E3DB-D1DE-4925-87F9-FCCACD0C43FE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Σύντομη ανακεφαλαίωση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19F80-7F44-4817-872C-440F657A92DE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1A1518-30FB-49BE-8177-AACD456EAB45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10287000" cy="3238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δεδομένα είναι τα αρχικά στοιχεία.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επεξεργασία μετατρέπει τα δεδομένα σε χρήσιμες πληροφορίες.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Η Πληροφορική μελετά τη συλλογή, αποθήκευση, επεξεργασία και μετάδοση πληροφοριών.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υπολογιστής αποτελεί βασικό εργαλείο της Πληροφορικής.</a:t>
            </a:r>
          </a:p>
          <a:p>
            <a:pPr marL="279400" indent="-165100" algn="l">
              <a:spcAft>
                <a:spcPts val="5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υπολογιστές χρησιμοποιούνται στο σπίτι, στο σχολείο και σε πολλούς επαγγελματικούς χώρους.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26917E-C782-4C63-8B02-83A7D2F5C333}"/>
              </a:ext>
            </a:extLst>
          </p:cNvPr>
          <p:cNvSpPr>
            <a:spLocks noGrp="1"/>
          </p:cNvSpPr>
          <p:nvPr/>
        </p:nvSpPr>
        <p:spPr>
          <a:xfrm>
            <a:off x="1762125" y="5191125"/>
            <a:ext cx="8667750" cy="571500"/>
          </a:xfrm>
          <a:prstGeom prst="roundRect">
            <a:avLst>
              <a:gd name="adj" fmla="val 13333"/>
            </a:avLst>
          </a:prstGeom>
          <a:solidFill>
            <a:srgbClr val="D9DA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1BD6A-2490-4D67-BA3A-5786EEBFC503}"/>
              </a:ext>
            </a:extLst>
          </p:cNvPr>
          <p:cNvSpPr>
            <a:spLocks noGrp="1"/>
          </p:cNvSpPr>
          <p:nvPr/>
        </p:nvSpPr>
        <p:spPr>
          <a:xfrm>
            <a:off x="1952625" y="528637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δεδομένα αποκτούν αξία όταν η επεξεργασία τα μετατρέπει σε πληροφορίες.</a:t>
            </a:r>
          </a:p>
        </p:txBody>
      </p:sp>
    </p:spTree>
    <p:extLst>
      <p:ext uri="{BB962C8B-B14F-4D97-AF65-F5344CB8AC3E}">
        <p14:creationId xmlns:p14="http://schemas.microsoft.com/office/powerpoint/2010/main" val="43028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9B0F8FB-BDE1-4F34-986D-52DAE66A4E3E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Ασκήσεις — Μέρος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7A944-83F0-4600-9DF9-B990DA5BA86B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10A07D-3818-48CB-B71F-4F0E162E6BA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9532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Να απαντήσετε στις ακόλουθες ερωτήσεις του Φύλλου Εργασίας Α.1.Μ1: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FA49AC-A3DE-4769-AD45-538814DB851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718DA3-A62B-4919-9375-9CB6776AD88E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8B2280-1455-45EF-8B4C-94D1FAE5ADCF}"/>
              </a:ext>
            </a:extLst>
          </p:cNvPr>
          <p:cNvSpPr>
            <a:spLocks noGrp="1"/>
          </p:cNvSpPr>
          <p:nvPr/>
        </p:nvSpPr>
        <p:spPr>
          <a:xfrm>
            <a:off x="1571625" y="23336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Δεδομένα, επεξεργασία και πληροφορία στην εκδρομή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928946-6E08-4FC3-A578-3AED2D99D03A}"/>
              </a:ext>
            </a:extLst>
          </p:cNvPr>
          <p:cNvSpPr>
            <a:spLocks noGrp="1"/>
          </p:cNvSpPr>
          <p:nvPr/>
        </p:nvSpPr>
        <p:spPr>
          <a:xfrm>
            <a:off x="762000" y="29813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2DB60-2DB4-4625-9E82-DB1F2C936479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9D8EC0-B662-4679-B5A0-CEA28CB5624C}"/>
              </a:ext>
            </a:extLst>
          </p:cNvPr>
          <p:cNvSpPr>
            <a:spLocks noGrp="1"/>
          </p:cNvSpPr>
          <p:nvPr/>
        </p:nvSpPr>
        <p:spPr>
          <a:xfrm>
            <a:off x="1571625" y="29813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Μέσος όρος βαθμολογιών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726A67-5893-4F38-85BD-279572E9F9D8}"/>
              </a:ext>
            </a:extLst>
          </p:cNvPr>
          <p:cNvSpPr>
            <a:spLocks noGrp="1"/>
          </p:cNvSpPr>
          <p:nvPr/>
        </p:nvSpPr>
        <p:spPr>
          <a:xfrm>
            <a:off x="762000" y="36290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CF11F2-E7A9-41EE-876B-1D29C310A004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FC199B-45D7-474D-990A-79F5AE653870}"/>
              </a:ext>
            </a:extLst>
          </p:cNvPr>
          <p:cNvSpPr>
            <a:spLocks noGrp="1"/>
          </p:cNvSpPr>
          <p:nvPr/>
        </p:nvSpPr>
        <p:spPr>
          <a:xfrm>
            <a:off x="1571625" y="36290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Προτάσεις γ, ε και στ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C64937-79A7-4439-92B4-38A4C7E1FE9E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8251C2-7851-45AE-B92A-C4095A7BC49D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226FE0-4F9A-43F3-A185-F8FB23BB9ED4}"/>
              </a:ext>
            </a:extLst>
          </p:cNvPr>
          <p:cNvSpPr>
            <a:spLocks noGrp="1"/>
          </p:cNvSpPr>
          <p:nvPr/>
        </p:nvSpPr>
        <p:spPr>
          <a:xfrm>
            <a:off x="1571625" y="42767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Χρήσεις του υπολογιστή στο σπίτι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71647E-9C75-4A73-B408-ADA83A87F107}"/>
              </a:ext>
            </a:extLst>
          </p:cNvPr>
          <p:cNvSpPr>
            <a:spLocks noGrp="1"/>
          </p:cNvSpPr>
          <p:nvPr/>
        </p:nvSpPr>
        <p:spPr>
          <a:xfrm>
            <a:off x="762000" y="4924425"/>
            <a:ext cx="590550" cy="457200"/>
          </a:xfrm>
          <a:prstGeom prst="roundRect">
            <a:avLst>
              <a:gd name="adj" fmla="val 16667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765683-45C3-4762-B8C3-2A65B7BC8E5F}"/>
              </a:ext>
            </a:extLst>
          </p:cNvPr>
          <p:cNvSpPr>
            <a:spLocks noGrp="1"/>
          </p:cNvSpPr>
          <p:nvPr/>
        </p:nvSpPr>
        <p:spPr>
          <a:xfrm>
            <a:off x="819150" y="49720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5FCA89-0759-4557-B579-BB6754C6D9C5}"/>
              </a:ext>
            </a:extLst>
          </p:cNvPr>
          <p:cNvSpPr>
            <a:spLocks noGrp="1"/>
          </p:cNvSpPr>
          <p:nvPr/>
        </p:nvSpPr>
        <p:spPr>
          <a:xfrm>
            <a:off x="1571625" y="492442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Χώροι και σκοποί χρήσης υπολογιστών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17479" y="1952625"/>
            <a:ext cx="2386542" cy="31432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B12FEAF-E93F-433A-9591-E0289B23C9F1}"/>
              </a:ext>
            </a:extLst>
          </p:cNvPr>
          <p:cNvSpPr>
            <a:spLocks noGrp="1"/>
          </p:cNvSpPr>
          <p:nvPr/>
        </p:nvSpPr>
        <p:spPr>
          <a:xfrm>
            <a:off x="8143875" y="528637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11–13</a:t>
            </a:r>
          </a:p>
        </p:txBody>
      </p:sp>
    </p:spTree>
    <p:extLst>
      <p:ext uri="{BB962C8B-B14F-4D97-AF65-F5344CB8AC3E}">
        <p14:creationId xmlns:p14="http://schemas.microsoft.com/office/powerpoint/2010/main" val="1759768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734</Words>
  <Application>Microsoft Office PowerPoint</Application>
  <DocSecurity>0</DocSecurity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Inter</vt:lpstr>
      <vt:lpstr>Tahoma</vt:lpstr>
      <vt:lpstr>Tahoma-Bold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2026-09-19T13:04:42Z</dcterms:created>
  <dcterms:modified xsi:type="dcterms:W3CDTF">2026-09-24T06:27:01Z</dcterms:modified>
</cp:coreProperties>
</file>