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01D2E-49D9-4C91-838D-8B05DBBFF3FC}" v="2" dt="2026-10-15T14:16:40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10-15T14:16:46.439" v="121" actId="47"/>
      <pc:docMkLst>
        <pc:docMk/>
      </pc:docMkLst>
      <pc:sldChg chg="add del setBg">
        <pc:chgData name="Άριστος Αρέστη" userId="813aa191-2d4c-464f-9d05-0a7e494d859f" providerId="ADAL" clId="{49C7B61D-1ACF-4AFF-A04E-A3B433E32474}" dt="2026-10-15T14:16:46.439" v="121" actId="47"/>
        <pc:sldMkLst>
          <pc:docMk/>
          <pc:sldMk cId="112519717" sldId="259"/>
        </pc:sldMkLst>
      </pc:sldChg>
      <pc:sldChg chg="add del setBg">
        <pc:chgData name="Άριστος Αρέστη" userId="813aa191-2d4c-464f-9d05-0a7e494d859f" providerId="ADAL" clId="{49C7B61D-1ACF-4AFF-A04E-A3B433E32474}" dt="2026-10-15T14:15:49.106" v="118" actId="47"/>
        <pc:sldMkLst>
          <pc:docMk/>
          <pc:sldMk cId="651155361" sldId="259"/>
        </pc:sldMkLst>
      </pc:sldChg>
      <pc:sldChg chg="del">
        <pc:chgData name="Άριστος Αρέστη" userId="813aa191-2d4c-464f-9d05-0a7e494d859f" providerId="ADAL" clId="{49C7B61D-1ACF-4AFF-A04E-A3B433E32474}" dt="2026-10-15T14:15:23.351" v="115" actId="47"/>
        <pc:sldMkLst>
          <pc:docMk/>
          <pc:sldMk cId="1753268848" sldId="259"/>
        </pc:sldMkLst>
      </pc:sldChg>
      <pc:sldChg chg="addSp delSp modSp del mod">
        <pc:chgData name="Άριστος Αρέστη" userId="813aa191-2d4c-464f-9d05-0a7e494d859f" providerId="ADAL" clId="{49C7B61D-1ACF-4AFF-A04E-A3B433E32474}" dt="2026-10-15T14:15:25.452" v="116" actId="47"/>
        <pc:sldMkLst>
          <pc:docMk/>
          <pc:sldMk cId="1255904766" sldId="260"/>
        </pc:sldMkLst>
        <pc:spChg chg="mod">
          <ac:chgData name="Άριστος Αρέστη" userId="813aa191-2d4c-464f-9d05-0a7e494d859f" providerId="ADAL" clId="{49C7B61D-1ACF-4AFF-A04E-A3B433E32474}" dt="2026-09-19T13:44:27.552" v="112" actId="27636"/>
          <ac:spMkLst>
            <pc:docMk/>
            <pc:sldMk cId="1255904766" sldId="260"/>
            <ac:spMk id="3" creationId="{DF7B1EB3-5CB8-4F97-A48D-538537179B6C}"/>
          </ac:spMkLst>
        </pc:spChg>
      </pc:sldChg>
      <pc:sldChg chg="add setBg">
        <pc:chgData name="Άριστος Αρέστη" userId="813aa191-2d4c-464f-9d05-0a7e494d859f" providerId="ADAL" clId="{49C7B61D-1ACF-4AFF-A04E-A3B433E32474}" dt="2026-10-15T14:16:40.078" v="120"/>
        <pc:sldMkLst>
          <pc:docMk/>
          <pc:sldMk cId="2092127118" sldId="260"/>
        </pc:sldMkLst>
      </pc:sldChg>
      <pc:sldChg chg="add del setBg">
        <pc:chgData name="Άριστος Αρέστη" userId="813aa191-2d4c-464f-9d05-0a7e494d859f" providerId="ADAL" clId="{49C7B61D-1ACF-4AFF-A04E-A3B433E32474}" dt="2026-10-15T14:16:22.876" v="119" actId="47"/>
        <pc:sldMkLst>
          <pc:docMk/>
          <pc:sldMk cId="2218099470" sldId="260"/>
        </pc:sldMkLst>
      </pc:sldChg>
      <pc:sldChg chg="add setBg">
        <pc:chgData name="Άριστος Αρέστη" userId="813aa191-2d4c-464f-9d05-0a7e494d859f" providerId="ADAL" clId="{49C7B61D-1ACF-4AFF-A04E-A3B433E32474}" dt="2026-10-15T14:16:40.078" v="120"/>
        <pc:sldMkLst>
          <pc:docMk/>
          <pc:sldMk cId="1361701461" sldId="261"/>
        </pc:sldMkLst>
      </pc:sldChg>
      <pc:sldChg chg="add del setBg">
        <pc:chgData name="Άριστος Αρέστη" userId="813aa191-2d4c-464f-9d05-0a7e494d859f" providerId="ADAL" clId="{49C7B61D-1ACF-4AFF-A04E-A3B433E32474}" dt="2026-10-15T14:16:22.876" v="119" actId="47"/>
        <pc:sldMkLst>
          <pc:docMk/>
          <pc:sldMk cId="1935242132" sldId="261"/>
        </pc:sldMkLst>
      </pc:sldChg>
      <pc:sldChg chg="add setBg">
        <pc:chgData name="Άριστος Αρέστη" userId="813aa191-2d4c-464f-9d05-0a7e494d859f" providerId="ADAL" clId="{49C7B61D-1ACF-4AFF-A04E-A3B433E32474}" dt="2026-10-15T14:16:40.078" v="120"/>
        <pc:sldMkLst>
          <pc:docMk/>
          <pc:sldMk cId="593713437" sldId="262"/>
        </pc:sldMkLst>
      </pc:sldChg>
      <pc:sldChg chg="add del setBg">
        <pc:chgData name="Άριστος Αρέστη" userId="813aa191-2d4c-464f-9d05-0a7e494d859f" providerId="ADAL" clId="{49C7B61D-1ACF-4AFF-A04E-A3B433E32474}" dt="2026-10-15T14:16:22.876" v="119" actId="47"/>
        <pc:sldMkLst>
          <pc:docMk/>
          <pc:sldMk cId="1753268848" sldId="262"/>
        </pc:sldMkLst>
      </pc:sldChg>
      <pc:sldChg chg="add del setBg">
        <pc:chgData name="Άριστος Αρέστη" userId="813aa191-2d4c-464f-9d05-0a7e494d859f" providerId="ADAL" clId="{49C7B61D-1ACF-4AFF-A04E-A3B433E32474}" dt="2026-10-15T14:16:22.876" v="119" actId="47"/>
        <pc:sldMkLst>
          <pc:docMk/>
          <pc:sldMk cId="1255904766" sldId="263"/>
        </pc:sldMkLst>
      </pc:sldChg>
      <pc:sldChg chg="add setBg">
        <pc:chgData name="Άριστος Αρέστη" userId="813aa191-2d4c-464f-9d05-0a7e494d859f" providerId="ADAL" clId="{49C7B61D-1ACF-4AFF-A04E-A3B433E32474}" dt="2026-10-15T14:16:40.078" v="120"/>
        <pc:sldMkLst>
          <pc:docMk/>
          <pc:sldMk cId="1751851059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Α.5.1.Μ3.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86F846-00D5-4C1B-87ED-17182C74BF9D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552061-18DF-4032-AC85-7D4FC5DCF92C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714750" cy="3619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Α5.1 Μ2</a:t>
            </a:r>
          </a:p>
          <a:p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Πλοήγηση στο</a:t>
            </a:r>
          </a:p>
          <a:p>
            <a:pPr algn="l"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Διαδίκτυο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66128A-7431-4A0E-8026-C53E8ED830F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Μετάβαση σε ιστοσελίδα με γνωστή διεύθυνση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9284C5-B909-4F74-8226-295BF555C618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6191250" cy="2857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Κάνουμε κλικ στη γραμμή διευθύνσεων.</a:t>
            </a:r>
          </a:p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Πληκτρολογούμε τη διεύθυνση (URL), π.χ. www.schools.ac.cy.</a:t>
            </a:r>
          </a:p>
          <a:p>
            <a:pPr marL="254000" indent="-152400" algn="l">
              <a:spcAft>
                <a:spcPts val="550"/>
              </a:spcAft>
              <a:buChar char="•"/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Πατούμε Enter και περιμένουμε να εμφανιστεί η ιστοσελίδα.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2CA1C-9FAE-4FF6-AB90-90A13E0F5115}"/>
              </a:ext>
            </a:extLst>
          </p:cNvPr>
          <p:cNvSpPr>
            <a:spLocks noGrp="1"/>
          </p:cNvSpPr>
          <p:nvPr/>
        </p:nvSpPr>
        <p:spPr>
          <a:xfrm>
            <a:off x="7096125" y="1333500"/>
            <a:ext cx="4333875" cy="2095500"/>
          </a:xfrm>
          <a:prstGeom prst="rect">
            <a:avLst/>
          </a:prstGeom>
          <a:solidFill>
            <a:srgbClr val="F1F1F1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0" y="2104576"/>
            <a:ext cx="3667125" cy="2866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F6F38F-761E-4B0A-99B3-B6F573660137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4048125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75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Η γραμμή διευθύνσεων δείχνει πάντα τη διεύθυνση της τρέχουσας ιστοσελίδας.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2D314-8F6C-459F-8CC2-27CD7F6E787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8EA6ED-B86A-490A-A903-E9CF006B4301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6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43ACEC6-D5EA-44CB-B4AF-5E4B4BAB8CC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Βασικές εντολές πλοήγησης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D0A247-9179-46E5-8DDD-19E9336E4C4A}"/>
              </a:ext>
            </a:extLst>
          </p:cNvPr>
          <p:cNvSpPr>
            <a:spLocks noGrp="1"/>
          </p:cNvSpPr>
          <p:nvPr/>
        </p:nvSpPr>
        <p:spPr>
          <a:xfrm>
            <a:off x="590550" y="121920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384729"/>
            <a:ext cx="476250" cy="4118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1BF4FB-8EAF-4279-990F-973E3826E59F}"/>
              </a:ext>
            </a:extLst>
          </p:cNvPr>
          <p:cNvSpPr>
            <a:spLocks noGrp="1"/>
          </p:cNvSpPr>
          <p:nvPr/>
        </p:nvSpPr>
        <p:spPr>
          <a:xfrm>
            <a:off x="1476375" y="13335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Αρχική (Home)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61DC26-3E7C-4689-9520-D44F745C1892}"/>
              </a:ext>
            </a:extLst>
          </p:cNvPr>
          <p:cNvSpPr>
            <a:spLocks noGrp="1"/>
          </p:cNvSpPr>
          <p:nvPr/>
        </p:nvSpPr>
        <p:spPr>
          <a:xfrm>
            <a:off x="4762500" y="133350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Επιστροφή στην αρχική ιστοσελίδα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F2796C-D651-4BC8-9034-38BA96A450A2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B4B4B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2286000"/>
            <a:ext cx="476250" cy="476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B8BE35-D104-415C-B813-847823353121}"/>
              </a:ext>
            </a:extLst>
          </p:cNvPr>
          <p:cNvSpPr>
            <a:spLocks noGrp="1"/>
          </p:cNvSpPr>
          <p:nvPr/>
        </p:nvSpPr>
        <p:spPr>
          <a:xfrm>
            <a:off x="1476375" y="226695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Προηγούμενη (Back)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546B06-2C34-4BA4-BD6F-7CFC4FAE96B5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Μετάβαση στην προηγούμενη ιστοσελίδα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3B4107-2DFB-4438-A049-234A58EA2B33}"/>
              </a:ext>
            </a:extLst>
          </p:cNvPr>
          <p:cNvSpPr>
            <a:spLocks noGrp="1"/>
          </p:cNvSpPr>
          <p:nvPr/>
        </p:nvSpPr>
        <p:spPr>
          <a:xfrm>
            <a:off x="590550" y="308610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F4BE1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81050" y="3219450"/>
            <a:ext cx="476250" cy="4762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F50C27-E657-44BD-A14E-ADE1028C2028}"/>
              </a:ext>
            </a:extLst>
          </p:cNvPr>
          <p:cNvSpPr>
            <a:spLocks noGrp="1"/>
          </p:cNvSpPr>
          <p:nvPr/>
        </p:nvSpPr>
        <p:spPr>
          <a:xfrm>
            <a:off x="1476375" y="32004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Επόμενη (Forward)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97CFA1-6562-43EC-8F85-591CE38FE627}"/>
              </a:ext>
            </a:extLst>
          </p:cNvPr>
          <p:cNvSpPr>
            <a:spLocks noGrp="1"/>
          </p:cNvSpPr>
          <p:nvPr/>
        </p:nvSpPr>
        <p:spPr>
          <a:xfrm>
            <a:off x="4762500" y="320040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Μετάβαση στην επόμενη ιστοσελίδα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B3936E-A589-45E6-BE63-CA45EECC954C}"/>
              </a:ext>
            </a:extLst>
          </p:cNvPr>
          <p:cNvSpPr>
            <a:spLocks noGrp="1"/>
          </p:cNvSpPr>
          <p:nvPr/>
        </p:nvSpPr>
        <p:spPr>
          <a:xfrm>
            <a:off x="590550" y="401955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81050" y="4152900"/>
            <a:ext cx="476250" cy="4762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8FD0F97-9A13-4123-AF9E-A3F3E2CC6DA1}"/>
              </a:ext>
            </a:extLst>
          </p:cNvPr>
          <p:cNvSpPr>
            <a:spLocks noGrp="1"/>
          </p:cNvSpPr>
          <p:nvPr/>
        </p:nvSpPr>
        <p:spPr>
          <a:xfrm>
            <a:off x="1476375" y="413385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Διακοπή (Stop)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02E1A-644A-4270-8FA5-E0F0E40D3E19}"/>
              </a:ext>
            </a:extLst>
          </p:cNvPr>
          <p:cNvSpPr>
            <a:spLocks noGrp="1"/>
          </p:cNvSpPr>
          <p:nvPr/>
        </p:nvSpPr>
        <p:spPr>
          <a:xfrm>
            <a:off x="4762500" y="413385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Διακοπή της φόρτωσης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989766-8B9D-4856-8B6D-4A88F906322A}"/>
              </a:ext>
            </a:extLst>
          </p:cNvPr>
          <p:cNvSpPr>
            <a:spLocks noGrp="1"/>
          </p:cNvSpPr>
          <p:nvPr/>
        </p:nvSpPr>
        <p:spPr>
          <a:xfrm>
            <a:off x="590550" y="4953000"/>
            <a:ext cx="10953750" cy="742950"/>
          </a:xfrm>
          <a:prstGeom prst="roundRect">
            <a:avLst>
              <a:gd name="adj" fmla="val 10256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81050" y="5095169"/>
            <a:ext cx="476250" cy="45861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A5003B4-6C10-4D2D-8340-38D19B3E8EFC}"/>
              </a:ext>
            </a:extLst>
          </p:cNvPr>
          <p:cNvSpPr>
            <a:spLocks noGrp="1"/>
          </p:cNvSpPr>
          <p:nvPr/>
        </p:nvSpPr>
        <p:spPr>
          <a:xfrm>
            <a:off x="1476375" y="50673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Ανανέωση (Refresh)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DB2458-28DD-4C51-86C9-F52DEE55741D}"/>
              </a:ext>
            </a:extLst>
          </p:cNvPr>
          <p:cNvSpPr>
            <a:spLocks noGrp="1"/>
          </p:cNvSpPr>
          <p:nvPr/>
        </p:nvSpPr>
        <p:spPr>
          <a:xfrm>
            <a:off x="4762500" y="5067300"/>
            <a:ext cx="6524625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Επαναφόρτωση της ιστοσελίδας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5D9883-BB47-4ABA-987F-FDEA418EBF4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B7E07A-6D87-45CB-B2D7-9CAEE1629621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401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55C53AA-6C36-4BC4-B2D4-0A15931975B0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Μηχανές αναζήτησης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828A8-C842-4F83-8CED-7506DEA86C8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057275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Μια μηχανή αναζήτησης μάς βοηθά να βρίσκουμε κείμενα και αρχεία στο Διαδίκτυο.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A92798-AB2A-405E-A22D-D0A4E93D5F3E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D8E01-EC1F-4A19-983D-95BC07564963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3333750" cy="133350"/>
          </a:xfrm>
          <a:prstGeom prst="rect">
            <a:avLst/>
          </a:prstGeom>
          <a:solidFill>
            <a:srgbClr val="4285F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0CADE-F1A5-4F7B-B7BA-A61D6B4FE86E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28765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4285F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4285F4"/>
                </a:solidFill>
                <a:latin typeface="Tahoma"/>
                <a:ea typeface="Tahoma"/>
                <a:cs typeface="Tahoma"/>
              </a:rPr>
              <a:t>Google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9E491D-FE13-45E1-B5D8-9DE48FC957D6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www.google.com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45735A-A9EB-4FED-A086-1B33EEDA7DB5}"/>
              </a:ext>
            </a:extLst>
          </p:cNvPr>
          <p:cNvSpPr>
            <a:spLocks noGrp="1"/>
          </p:cNvSpPr>
          <p:nvPr/>
        </p:nvSpPr>
        <p:spPr>
          <a:xfrm>
            <a:off x="4324350" y="24574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25FBF-DE40-42B4-89B0-F62B469E51DB}"/>
              </a:ext>
            </a:extLst>
          </p:cNvPr>
          <p:cNvSpPr>
            <a:spLocks noGrp="1"/>
          </p:cNvSpPr>
          <p:nvPr/>
        </p:nvSpPr>
        <p:spPr>
          <a:xfrm>
            <a:off x="4324350" y="2457450"/>
            <a:ext cx="3333750" cy="133350"/>
          </a:xfrm>
          <a:prstGeom prst="rect">
            <a:avLst/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CA5DC-2C78-4A60-9D2C-42D4CBB286E1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765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Yahoo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F93D3-2F8F-4B45-8315-E289CB0F2123}"/>
              </a:ext>
            </a:extLst>
          </p:cNvPr>
          <p:cNvSpPr>
            <a:spLocks noGrp="1"/>
          </p:cNvSpPr>
          <p:nvPr/>
        </p:nvSpPr>
        <p:spPr>
          <a:xfrm>
            <a:off x="4552950" y="3457575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search.yahoo.com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95170A-82B7-4752-B56E-59F16B1DF06C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3333750" cy="180975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9525">
            <a:solidFill>
              <a:srgbClr val="D5DCE3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2E8A8-21AA-4570-8FC5-2559BD3B31DB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3333750" cy="133350"/>
          </a:xfrm>
          <a:prstGeom prst="rect">
            <a:avLst/>
          </a:prstGeom>
          <a:solidFill>
            <a:srgbClr val="1A9F8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3FBFAD-1DB7-4916-A6EA-0247EC80DB6A}"/>
              </a:ext>
            </a:extLst>
          </p:cNvPr>
          <p:cNvSpPr>
            <a:spLocks noGrp="1"/>
          </p:cNvSpPr>
          <p:nvPr/>
        </p:nvSpPr>
        <p:spPr>
          <a:xfrm>
            <a:off x="8267700" y="2838450"/>
            <a:ext cx="28765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1A9F8A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A9F8A"/>
                </a:solidFill>
                <a:latin typeface="Tahoma"/>
                <a:ea typeface="Tahoma"/>
                <a:cs typeface="Tahoma"/>
              </a:rPr>
              <a:t>Bing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58598F-CD51-4C83-A8D3-99424CBAD91D}"/>
              </a:ext>
            </a:extLst>
          </p:cNvPr>
          <p:cNvSpPr>
            <a:spLocks noGrp="1"/>
          </p:cNvSpPr>
          <p:nvPr/>
        </p:nvSpPr>
        <p:spPr>
          <a:xfrm>
            <a:off x="8267700" y="3457575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www.bing.com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36A690-5617-4C71-A4D7-7E30CEAC5C23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Χρησιμοποιούμε κατάλληλες λέξεις-κλειδιά για πιο χρήσιμα αποτελέσματα.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1E5B48-EF70-4445-90DE-BEB694D01459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B06DC3-57A7-4E35-8663-51EFD594222A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127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2A71E2-5252-49BD-A189-DBCA0CDC7FC3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Αναζήτηση πληροφοριών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3EAE8A-3220-4392-A1EC-91261A17416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0998C-FF41-43EA-AF19-50304F4BD1D5}"/>
              </a:ext>
            </a:extLst>
          </p:cNvPr>
          <p:cNvSpPr>
            <a:spLocks noGrp="1"/>
          </p:cNvSpPr>
          <p:nvPr/>
        </p:nvSpPr>
        <p:spPr>
          <a:xfrm>
            <a:off x="638175" y="12858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C5094-2138-42F5-A0C3-08D1B1C903C1}"/>
              </a:ext>
            </a:extLst>
          </p:cNvPr>
          <p:cNvSpPr>
            <a:spLocks noGrp="1"/>
          </p:cNvSpPr>
          <p:nvPr/>
        </p:nvSpPr>
        <p:spPr>
          <a:xfrm>
            <a:off x="1257300" y="121920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μια μηχανή αναζήτησης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A79BE2-1C95-4075-9A3C-2AD964AC3E23}"/>
              </a:ext>
            </a:extLst>
          </p:cNvPr>
          <p:cNvSpPr>
            <a:spLocks noGrp="1"/>
          </p:cNvSpPr>
          <p:nvPr/>
        </p:nvSpPr>
        <p:spPr>
          <a:xfrm>
            <a:off x="1257300" y="1609725"/>
            <a:ext cx="4429125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Πληκτρολογούμε τη διεύθυνσή της και πατούμε Enter.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BA4766-0623-4849-84E6-5D4F02D487AE}"/>
              </a:ext>
            </a:extLst>
          </p:cNvPr>
          <p:cNvSpPr>
            <a:spLocks noGrp="1"/>
          </p:cNvSpPr>
          <p:nvPr/>
        </p:nvSpPr>
        <p:spPr>
          <a:xfrm>
            <a:off x="590550" y="25241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F80F18-9078-4BD9-9703-004A05E677B9}"/>
              </a:ext>
            </a:extLst>
          </p:cNvPr>
          <p:cNvSpPr>
            <a:spLocks noGrp="1"/>
          </p:cNvSpPr>
          <p:nvPr/>
        </p:nvSpPr>
        <p:spPr>
          <a:xfrm>
            <a:off x="638175" y="25717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97C87-682E-4151-9D9D-D45500D1FA36}"/>
              </a:ext>
            </a:extLst>
          </p:cNvPr>
          <p:cNvSpPr>
            <a:spLocks noGrp="1"/>
          </p:cNvSpPr>
          <p:nvPr/>
        </p:nvSpPr>
        <p:spPr>
          <a:xfrm>
            <a:off x="1257300" y="2505075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Γράφουμε λέξεις-κλειδιά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6AA159-7DEB-451D-9879-054C49CDBF2E}"/>
              </a:ext>
            </a:extLst>
          </p:cNvPr>
          <p:cNvSpPr>
            <a:spLocks noGrp="1"/>
          </p:cNvSpPr>
          <p:nvPr/>
        </p:nvSpPr>
        <p:spPr>
          <a:xfrm>
            <a:off x="1257300" y="2895600"/>
            <a:ext cx="4429125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Παράδειγμα: Υπουργείο Παιδείας Κύπρου.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AB73E4-0A27-4129-B302-A9D5603B9FCD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A88CB2-4E5A-47AA-9CD4-E8B0ABD3FEE1}"/>
              </a:ext>
            </a:extLst>
          </p:cNvPr>
          <p:cNvSpPr>
            <a:spLocks noGrp="1"/>
          </p:cNvSpPr>
          <p:nvPr/>
        </p:nvSpPr>
        <p:spPr>
          <a:xfrm>
            <a:off x="638175" y="385762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432703-33D1-4772-B0CB-50746169E21D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αποτέλεσμα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BD7A57-E785-46C7-A7E9-205FFC558098}"/>
              </a:ext>
            </a:extLst>
          </p:cNvPr>
          <p:cNvSpPr>
            <a:spLocks noGrp="1"/>
          </p:cNvSpPr>
          <p:nvPr/>
        </p:nvSpPr>
        <p:spPr>
          <a:xfrm>
            <a:off x="1257300" y="4181475"/>
            <a:ext cx="4429125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Ανοίγουμε το αποτέλεσμα που ταιριάζει καλύτερα σε αυτό που ζητούμε.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1520598"/>
            <a:ext cx="4762500" cy="27214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858D13-4991-4AFE-9E8A-DEFB3864B9BC}"/>
              </a:ext>
            </a:extLst>
          </p:cNvPr>
          <p:cNvSpPr>
            <a:spLocks noGrp="1"/>
          </p:cNvSpPr>
          <p:nvPr/>
        </p:nvSpPr>
        <p:spPr>
          <a:xfrm>
            <a:off x="6667500" y="4686300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Ελέγχουμε τον τίτλο και τη διεύθυνση της ιστοσελίδας πριν την ανοίξουμε.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C5FC05-2F5A-4D1C-B3D5-6583D57F48AA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574032-C560-4EA8-B7E6-1D43DEAC6193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0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1121DC-FD36-445E-B433-8342CA53619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Αρχική σελίδα και Αγαπημένα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CF1939-0D60-4B99-B47A-2D078CF99A1D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5095875" cy="38100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628FB2-BD33-4802-B6CC-F712F9536C2E}"/>
              </a:ext>
            </a:extLst>
          </p:cNvPr>
          <p:cNvSpPr>
            <a:spLocks noGrp="1"/>
          </p:cNvSpPr>
          <p:nvPr/>
        </p:nvSpPr>
        <p:spPr>
          <a:xfrm>
            <a:off x="857250" y="1562100"/>
            <a:ext cx="4524375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Αλλαγή αρχικής σελίδας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B9327-7C92-4618-9780-9F71DF7A6B09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4429125" cy="2095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τις ρυθμίσεις του φυλλομετρητή.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Ορίζουμε τη διεύθυνση που θέλουμε ως αρχική σελίδα.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Αποθηκεύουμε την αλλαγή.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622425"/>
            <a:ext cx="400050" cy="3556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3316F25-9E90-4545-88D2-FE5AF6B89A6C}"/>
              </a:ext>
            </a:extLst>
          </p:cNvPr>
          <p:cNvSpPr>
            <a:spLocks noGrp="1"/>
          </p:cNvSpPr>
          <p:nvPr/>
        </p:nvSpPr>
        <p:spPr>
          <a:xfrm>
            <a:off x="6000750" y="1285875"/>
            <a:ext cx="5095875" cy="3810000"/>
          </a:xfrm>
          <a:prstGeom prst="roundRect">
            <a:avLst>
              <a:gd name="adj" fmla="val 2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68C33-3206-4D1C-8D79-DF7AD5A877DF}"/>
              </a:ext>
            </a:extLst>
          </p:cNvPr>
          <p:cNvSpPr>
            <a:spLocks noGrp="1"/>
          </p:cNvSpPr>
          <p:nvPr/>
        </p:nvSpPr>
        <p:spPr>
          <a:xfrm>
            <a:off x="6267450" y="1562100"/>
            <a:ext cx="4524375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Αγαπημένα / Σελιδοδείκτες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FFBF0F-2F2C-44EA-AD5F-6957E8695B19}"/>
              </a:ext>
            </a:extLst>
          </p:cNvPr>
          <p:cNvSpPr>
            <a:spLocks noGrp="1"/>
          </p:cNvSpPr>
          <p:nvPr/>
        </p:nvSpPr>
        <p:spPr>
          <a:xfrm>
            <a:off x="6267450" y="2190750"/>
            <a:ext cx="4429125" cy="209550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την ιστοσελίδα που θέλουμε.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το εικονίδιο Αγαπημένων.</a:t>
            </a:r>
          </a:p>
          <a:p>
            <a:pPr marL="254000" indent="-152400" algn="l">
              <a:spcAft>
                <a:spcPts val="550"/>
              </a:spcAft>
              <a:buChar char="•"/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Δίνουμε όνομα, επιλέγουμε φάκελο και πατάμε Προσθήκη.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88681" y="1619250"/>
            <a:ext cx="358588" cy="381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2BC598-BE69-4CB4-9045-6EE85E590B7E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7D726B-F8FB-4861-B193-9CBC8F7544F7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1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5825D1-DFC0-455A-8539-C2D2B637F2EF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Λήψη και αποθήκευση εικόνας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E293B-CC71-4C59-AC6C-1AD3D5C69AD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4171950" cy="3333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Βρίσκουμε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την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εικόν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 με μια μηχανή αναζήτησης.</a:t>
            </a:r>
          </a:p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Κάνουμε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δεξί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κλικ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και επ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ιλέγουμε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Απ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οθήκευση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εικόν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ας ως…</a:t>
            </a:r>
          </a:p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ιλέγουμε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τον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σωστό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φάκελο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και 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όνομ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 αρχείου.</a:t>
            </a:r>
          </a:p>
          <a:p>
            <a:pPr marL="254000" indent="-152400" algn="l">
              <a:spcAft>
                <a:spcPts val="550"/>
              </a:spcAft>
              <a:buChar char="•"/>
              <a:defRPr sz="18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τάμε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Απ</a:t>
            </a:r>
            <a:r>
              <a:rPr sz="180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οθήκευση</a:t>
            </a:r>
            <a:r>
              <a:rPr sz="180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A7001D-3F8C-48A1-ACF8-7BE440913A63}"/>
              </a:ext>
            </a:extLst>
          </p:cNvPr>
          <p:cNvSpPr>
            <a:spLocks noGrp="1"/>
          </p:cNvSpPr>
          <p:nvPr/>
        </p:nvSpPr>
        <p:spPr>
          <a:xfrm>
            <a:off x="6905625" y="1333500"/>
            <a:ext cx="4476750" cy="857250"/>
          </a:xfrm>
          <a:prstGeom prst="roundRect">
            <a:avLst>
              <a:gd name="adj" fmla="val 8889"/>
            </a:avLst>
          </a:prstGeom>
          <a:solidFill>
            <a:srgbClr val="EEF5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06397-BA43-4A1E-A93C-89AC90419960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45AFB-BA11-4B24-90AA-1E15EA8BE883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47B794-9E8B-DC10-F2EA-2213E6395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863599"/>
            <a:ext cx="6718539" cy="488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10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</Words>
  <Application>Microsoft Office PowerPoint</Application>
  <DocSecurity>0</DocSecurity>
  <PresentationFormat>Widescreen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2026-09-12T05:07:13Z</dcterms:created>
  <dcterms:modified xsi:type="dcterms:W3CDTF">2026-10-15T14:16:51Z</dcterms:modified>
</cp:coreProperties>
</file>