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68ACD-6D0E-4064-9F3B-5F0E32B5A205}" v="5" dt="2026-10-26T14:40:16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">
      <pc:chgData name="Άριστος Αρέστη" userId="813aa191-2d4c-464f-9d05-0a7e494d859f" providerId="ADAL" clId="{49C7B61D-1ACF-4AFF-A04E-A3B433E32474}" dt="2026-10-26T14:43:58.585" v="17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2007830412" sldId="256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2007384165" sldId="257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2047862003" sldId="258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460180013" sldId="259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121036748" sldId="260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690790879" sldId="262"/>
        </pc:sldMkLst>
      </pc:sldChg>
      <pc:sldChg chg="modAnim">
        <pc:chgData name="Άριστος Αρέστη" userId="813aa191-2d4c-464f-9d05-0a7e494d859f" providerId="ADAL" clId="{49C7B61D-1ACF-4AFF-A04E-A3B433E32474}" dt="2026-10-26T14:40:16.513" v="15"/>
        <pc:sldMkLst>
          <pc:docMk/>
          <pc:sldMk cId="292727152" sldId="264"/>
        </pc:sldMkLst>
      </pc:sldChg>
      <pc:sldChg chg="modSp del mod">
        <pc:chgData name="Άριστος Αρέστη" userId="813aa191-2d4c-464f-9d05-0a7e494d859f" providerId="ADAL" clId="{49C7B61D-1ACF-4AFF-A04E-A3B433E32474}" dt="2026-10-26T14:43:58.585" v="17" actId="47"/>
        <pc:sldMkLst>
          <pc:docMk/>
          <pc:sldMk cId="776132989" sldId="265"/>
        </pc:sldMkLst>
      </pc:sldChg>
      <pc:sldChg chg="add del setBg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1459875993" sldId="266"/>
        </pc:sldMkLst>
      </pc:sldChg>
      <pc:sldChg chg="addSp modSp new del mod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4290348720" sldId="267"/>
        </pc:sldMkLst>
      </pc:sldChg>
      <pc:sldMasterChg chg="delSldLayout">
        <pc:chgData name="Άριστος Αρέστη" userId="813aa191-2d4c-464f-9d05-0a7e494d859f" providerId="ADAL" clId="{49C7B61D-1ACF-4AFF-A04E-A3B433E32474}" dt="2026-10-26T14:43:55.858" v="16" actId="2696"/>
        <pc:sldMasterMkLst>
          <pc:docMk/>
          <pc:sldMasterMk cId="0" sldId="2147483648"/>
        </pc:sldMasterMkLst>
        <pc:sldLayoutChg chg="del">
          <pc:chgData name="Άριστος Αρέστη" userId="813aa191-2d4c-464f-9d05-0a7e494d859f" providerId="ADAL" clId="{49C7B61D-1ACF-4AFF-A04E-A3B433E32474}" dt="2026-10-26T14:43:55.858" v="16" actId="2696"/>
          <pc:sldLayoutMkLst>
            <pc:docMk/>
            <pc:sldMasterMk cId="0" sldId="2147483648"/>
            <pc:sldLayoutMk cId="4121195374" sldId="21474836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65E740E6-E13E-473B-A081-73FE3453142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27A8EB-9F25-44B5-8C3F-3B66FA1A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5BFB5A1-9487-4ABB-AC1D-68C471443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B273C24D-2461-497A-9D95-4AD847244185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B0BC538-1A2A-44B5-B358-20F3CD86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83B7223-094D-4C19-967B-A83C65305A1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D562E19-1EB6-45D6-9C50-1A196F03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922428D-2C11-42A3-B11E-7401A0562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1074656-3348-40C9-9420-CD171E55E9A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C1DE56B-9E3A-475C-A149-A35478CC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CE014BC-161E-4994-81F0-D050A13A6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A2AFAA3F-66F3-43BF-B5BC-CAE674ACCA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91233CA-57F3-46F0-B8E9-62AAFF97A49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089AAF3-09F2-4800-BD82-250335FA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A2F66D88-0390-48E2-8BAC-000A37BF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5F402D3-6D75-458D-A619-206705506E8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Γρήγορη ανακεφαλαίωση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E6A0AD-3544-4454-9982-BB0A99C538D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C0EA89-1C3A-462B-B78A-5219A382DA29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61B32E-FA9B-4CDA-8F01-0A6564E87577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4BECC-B600-4A66-B216-41ED8B80D8DD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Virus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2BBCF-42FB-4199-B129-B2948741492F}"/>
              </a:ext>
            </a:extLst>
          </p:cNvPr>
          <p:cNvSpPr>
            <a:spLocks noGrp="1"/>
          </p:cNvSpPr>
          <p:nvPr/>
        </p:nvSpPr>
        <p:spPr>
          <a:xfrm>
            <a:off x="3286125" y="16668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Antivirus,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ενημερώσεις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, backup, π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ροσοχή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συνημμένα.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43E453-3E63-48EA-8628-84DFAA63420B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4C6EBE-3247-42F1-AB71-44DC35D7405B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524960-427F-4448-A502-69E5C1A472E4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Spam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71FE3E-1404-4576-8092-6707A3F66F41}"/>
              </a:ext>
            </a:extLst>
          </p:cNvPr>
          <p:cNvSpPr>
            <a:spLocks noGrp="1"/>
          </p:cNvSpPr>
          <p:nvPr/>
        </p:nvSpPr>
        <p:spPr>
          <a:xfrm>
            <a:off x="3286125" y="271462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απα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ντώ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,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δίνω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εύκολ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το e-mail μου, ενεργοποιώ φίλτρα.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58827B-4DAA-44DC-B1C1-5D59D6760B6B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005A85-4201-4551-B224-1DF707CBDF0A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423C47-A95A-4A3C-B474-CAADEE86B0B5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Phishing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326774-2AF9-4205-B14B-11B824156C3C}"/>
              </a:ext>
            </a:extLst>
          </p:cNvPr>
          <p:cNvSpPr>
            <a:spLocks noGrp="1"/>
          </p:cNvSpPr>
          <p:nvPr/>
        </p:nvSpPr>
        <p:spPr>
          <a:xfrm>
            <a:off x="3286125" y="37623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Ελέγχω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τον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απ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οστολέ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και δεν δίνω προσωπικά στοιχεία.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A2EC96F-233B-4D1C-AA99-D3626FF8C638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ADF5778-DBB6-4654-A2D1-151718F276CD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CC3ADF-24AD-4D63-84A3-36D388F0C480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Ύποπτο μήνυμα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2B6F8F-8B93-49D8-9A06-DFBBCADCF2D6}"/>
              </a:ext>
            </a:extLst>
          </p:cNvPr>
          <p:cNvSpPr>
            <a:spLocks noGrp="1"/>
          </p:cNvSpPr>
          <p:nvPr/>
        </p:nvSpPr>
        <p:spPr>
          <a:xfrm>
            <a:off x="3286125" y="481012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νοίγω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συνδέσμους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/α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ρχεί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και ενημερώνω ενήλικα.</a:t>
            </a:r>
          </a:p>
        </p:txBody>
      </p:sp>
    </p:spTree>
    <p:extLst>
      <p:ext uri="{BB962C8B-B14F-4D97-AF65-F5344CB8AC3E}">
        <p14:creationId xmlns:p14="http://schemas.microsoft.com/office/powerpoint/2010/main" val="29272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8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79</Words>
  <Application>Microsoft Office PowerPoint</Application>
  <DocSecurity>0</DocSecurity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Inter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2026-10-03T07:25:42Z</dcterms:created>
  <dcterms:modified xsi:type="dcterms:W3CDTF">2026-10-26T14:44:04Z</dcterms:modified>
</cp:coreProperties>
</file>