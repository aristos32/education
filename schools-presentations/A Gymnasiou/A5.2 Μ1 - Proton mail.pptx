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1" r:id="rId6"/>
    <p:sldId id="262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030C11A-D564-4390-9635-C6D185447B3F}" v="4" dt="2026-09-26T06:44:04.24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Άριστος Αρέστη" userId="813aa191-2d4c-464f-9d05-0a7e494d859f" providerId="ADAL" clId="{49C7B61D-1ACF-4AFF-A04E-A3B433E32474}"/>
    <pc:docChg chg="undo custSel addSld delSld modSld">
      <pc:chgData name="Άριστος Αρέστη" userId="813aa191-2d4c-464f-9d05-0a7e494d859f" providerId="ADAL" clId="{49C7B61D-1ACF-4AFF-A04E-A3B433E32474}" dt="2026-09-26T06:46:17.990" v="311" actId="20577"/>
      <pc:docMkLst>
        <pc:docMk/>
      </pc:docMkLst>
      <pc:sldChg chg="modSp mod">
        <pc:chgData name="Άριστος Αρέστη" userId="813aa191-2d4c-464f-9d05-0a7e494d859f" providerId="ADAL" clId="{49C7B61D-1ACF-4AFF-A04E-A3B433E32474}" dt="2026-09-26T06:39:15.757" v="31" actId="20577"/>
        <pc:sldMkLst>
          <pc:docMk/>
          <pc:sldMk cId="1250795194" sldId="256"/>
        </pc:sldMkLst>
        <pc:spChg chg="mod">
          <ac:chgData name="Άριστος Αρέστη" userId="813aa191-2d4c-464f-9d05-0a7e494d859f" providerId="ADAL" clId="{49C7B61D-1ACF-4AFF-A04E-A3B433E32474}" dt="2026-09-26T06:39:15.757" v="31" actId="20577"/>
          <ac:spMkLst>
            <pc:docMk/>
            <pc:sldMk cId="1250795194" sldId="256"/>
            <ac:spMk id="2" creationId="{0E97EF6D-F639-4B6D-ABC0-C862A8C5502E}"/>
          </ac:spMkLst>
        </pc:spChg>
      </pc:sldChg>
      <pc:sldChg chg="addSp delSp modSp mod">
        <pc:chgData name="Άριστος Αρέστη" userId="813aa191-2d4c-464f-9d05-0a7e494d859f" providerId="ADAL" clId="{49C7B61D-1ACF-4AFF-A04E-A3B433E32474}" dt="2026-09-26T06:40:01.581" v="61" actId="20577"/>
        <pc:sldMkLst>
          <pc:docMk/>
          <pc:sldMk cId="231245869" sldId="257"/>
        </pc:sldMkLst>
        <pc:spChg chg="del">
          <ac:chgData name="Άριστος Αρέστη" userId="813aa191-2d4c-464f-9d05-0a7e494d859f" providerId="ADAL" clId="{49C7B61D-1ACF-4AFF-A04E-A3B433E32474}" dt="2026-09-26T06:36:19.559" v="4" actId="478"/>
          <ac:spMkLst>
            <pc:docMk/>
            <pc:sldMk cId="231245869" sldId="257"/>
            <ac:spMk id="3" creationId="{2AFAFDC5-723E-4296-9102-94863774BAF3}"/>
          </ac:spMkLst>
        </pc:spChg>
        <pc:spChg chg="del">
          <ac:chgData name="Άριστος Αρέστη" userId="813aa191-2d4c-464f-9d05-0a7e494d859f" providerId="ADAL" clId="{49C7B61D-1ACF-4AFF-A04E-A3B433E32474}" dt="2026-09-26T06:36:19.559" v="4" actId="478"/>
          <ac:spMkLst>
            <pc:docMk/>
            <pc:sldMk cId="231245869" sldId="257"/>
            <ac:spMk id="4" creationId="{A1BB159F-6456-42AE-8AD4-11174ACE8267}"/>
          </ac:spMkLst>
        </pc:spChg>
        <pc:spChg chg="del">
          <ac:chgData name="Άριστος Αρέστη" userId="813aa191-2d4c-464f-9d05-0a7e494d859f" providerId="ADAL" clId="{49C7B61D-1ACF-4AFF-A04E-A3B433E32474}" dt="2026-09-26T06:36:19.559" v="4" actId="478"/>
          <ac:spMkLst>
            <pc:docMk/>
            <pc:sldMk cId="231245869" sldId="257"/>
            <ac:spMk id="5" creationId="{D8752431-CC11-47A3-80AF-69A58C9F215F}"/>
          </ac:spMkLst>
        </pc:spChg>
        <pc:spChg chg="del">
          <ac:chgData name="Άριστος Αρέστη" userId="813aa191-2d4c-464f-9d05-0a7e494d859f" providerId="ADAL" clId="{49C7B61D-1ACF-4AFF-A04E-A3B433E32474}" dt="2026-09-26T06:36:19.559" v="4" actId="478"/>
          <ac:spMkLst>
            <pc:docMk/>
            <pc:sldMk cId="231245869" sldId="257"/>
            <ac:spMk id="6" creationId="{2EE9A4E8-C633-47A4-A643-22546C6A51D2}"/>
          </ac:spMkLst>
        </pc:spChg>
        <pc:spChg chg="del">
          <ac:chgData name="Άριστος Αρέστη" userId="813aa191-2d4c-464f-9d05-0a7e494d859f" providerId="ADAL" clId="{49C7B61D-1ACF-4AFF-A04E-A3B433E32474}" dt="2026-09-26T06:36:19.559" v="4" actId="478"/>
          <ac:spMkLst>
            <pc:docMk/>
            <pc:sldMk cId="231245869" sldId="257"/>
            <ac:spMk id="8" creationId="{A807BBEB-BB96-4CCC-A4C8-5A42E00E97B9}"/>
          </ac:spMkLst>
        </pc:spChg>
        <pc:spChg chg="del">
          <ac:chgData name="Άριστος Αρέστη" userId="813aa191-2d4c-464f-9d05-0a7e494d859f" providerId="ADAL" clId="{49C7B61D-1ACF-4AFF-A04E-A3B433E32474}" dt="2026-09-26T06:36:19.559" v="4" actId="478"/>
          <ac:spMkLst>
            <pc:docMk/>
            <pc:sldMk cId="231245869" sldId="257"/>
            <ac:spMk id="10" creationId="{2F60C8A6-0607-4E66-AE7B-11CD5C126854}"/>
          </ac:spMkLst>
        </pc:spChg>
        <pc:spChg chg="del">
          <ac:chgData name="Άριστος Αρέστη" userId="813aa191-2d4c-464f-9d05-0a7e494d859f" providerId="ADAL" clId="{49C7B61D-1ACF-4AFF-A04E-A3B433E32474}" dt="2026-09-26T06:36:19.559" v="4" actId="478"/>
          <ac:spMkLst>
            <pc:docMk/>
            <pc:sldMk cId="231245869" sldId="257"/>
            <ac:spMk id="11" creationId="{3AED196E-F05B-4A4A-A7FA-00D7255431C2}"/>
          </ac:spMkLst>
        </pc:spChg>
        <pc:spChg chg="del">
          <ac:chgData name="Άριστος Αρέστη" userId="813aa191-2d4c-464f-9d05-0a7e494d859f" providerId="ADAL" clId="{49C7B61D-1ACF-4AFF-A04E-A3B433E32474}" dt="2026-09-26T06:36:19.559" v="4" actId="478"/>
          <ac:spMkLst>
            <pc:docMk/>
            <pc:sldMk cId="231245869" sldId="257"/>
            <ac:spMk id="12" creationId="{960067B2-4870-4C63-BE24-C99A25CB48A1}"/>
          </ac:spMkLst>
        </pc:spChg>
        <pc:spChg chg="del">
          <ac:chgData name="Άριστος Αρέστη" userId="813aa191-2d4c-464f-9d05-0a7e494d859f" providerId="ADAL" clId="{49C7B61D-1ACF-4AFF-A04E-A3B433E32474}" dt="2026-09-26T06:36:19.559" v="4" actId="478"/>
          <ac:spMkLst>
            <pc:docMk/>
            <pc:sldMk cId="231245869" sldId="257"/>
            <ac:spMk id="13" creationId="{75033F08-F796-42FF-8955-AACC96F643EC}"/>
          </ac:spMkLst>
        </pc:spChg>
        <pc:spChg chg="del">
          <ac:chgData name="Άριστος Αρέστη" userId="813aa191-2d4c-464f-9d05-0a7e494d859f" providerId="ADAL" clId="{49C7B61D-1ACF-4AFF-A04E-A3B433E32474}" dt="2026-09-26T06:36:19.559" v="4" actId="478"/>
          <ac:spMkLst>
            <pc:docMk/>
            <pc:sldMk cId="231245869" sldId="257"/>
            <ac:spMk id="14" creationId="{8C0D2883-9674-4E53-B38D-243776D4547E}"/>
          </ac:spMkLst>
        </pc:spChg>
        <pc:spChg chg="del">
          <ac:chgData name="Άριστος Αρέστη" userId="813aa191-2d4c-464f-9d05-0a7e494d859f" providerId="ADAL" clId="{49C7B61D-1ACF-4AFF-A04E-A3B433E32474}" dt="2026-09-26T06:36:14.658" v="3" actId="478"/>
          <ac:spMkLst>
            <pc:docMk/>
            <pc:sldMk cId="231245869" sldId="257"/>
            <ac:spMk id="15" creationId="{0A7C48C4-AE46-4B18-8126-0573DB3D3E36}"/>
          </ac:spMkLst>
        </pc:spChg>
        <pc:spChg chg="add mod">
          <ac:chgData name="Άριστος Αρέστη" userId="813aa191-2d4c-464f-9d05-0a7e494d859f" providerId="ADAL" clId="{49C7B61D-1ACF-4AFF-A04E-A3B433E32474}" dt="2026-09-26T06:40:01.581" v="61" actId="20577"/>
          <ac:spMkLst>
            <pc:docMk/>
            <pc:sldMk cId="231245869" sldId="257"/>
            <ac:spMk id="19" creationId="{8CFF3520-5269-E891-A119-CA2E9BA76B80}"/>
          </ac:spMkLst>
        </pc:spChg>
        <pc:picChg chg="add mod">
          <ac:chgData name="Άριστος Αρέστη" userId="813aa191-2d4c-464f-9d05-0a7e494d859f" providerId="ADAL" clId="{49C7B61D-1ACF-4AFF-A04E-A3B433E32474}" dt="2026-09-26T06:36:35.493" v="7" actId="14100"/>
          <ac:picMkLst>
            <pc:docMk/>
            <pc:sldMk cId="231245869" sldId="257"/>
            <ac:picMk id="17" creationId="{3870ADBD-8190-7654-18A6-18A45D7D4C7B}"/>
          </ac:picMkLst>
        </pc:picChg>
      </pc:sldChg>
      <pc:sldChg chg="addSp delSp modSp mod">
        <pc:chgData name="Άριστος Αρέστη" userId="813aa191-2d4c-464f-9d05-0a7e494d859f" providerId="ADAL" clId="{49C7B61D-1ACF-4AFF-A04E-A3B433E32474}" dt="2026-09-26T06:40:19.540" v="80" actId="20577"/>
        <pc:sldMkLst>
          <pc:docMk/>
          <pc:sldMk cId="214842774" sldId="258"/>
        </pc:sldMkLst>
        <pc:spChg chg="del">
          <ac:chgData name="Άριστος Αρέστη" userId="813aa191-2d4c-464f-9d05-0a7e494d859f" providerId="ADAL" clId="{49C7B61D-1ACF-4AFF-A04E-A3B433E32474}" dt="2026-09-26T06:37:25.128" v="8" actId="478"/>
          <ac:spMkLst>
            <pc:docMk/>
            <pc:sldMk cId="214842774" sldId="258"/>
            <ac:spMk id="2" creationId="{65DDE9F1-5DE4-4B4E-9A66-912FF49B3ED0}"/>
          </ac:spMkLst>
        </pc:spChg>
        <pc:spChg chg="del">
          <ac:chgData name="Άριστος Αρέστη" userId="813aa191-2d4c-464f-9d05-0a7e494d859f" providerId="ADAL" clId="{49C7B61D-1ACF-4AFF-A04E-A3B433E32474}" dt="2026-09-26T06:37:25.128" v="8" actId="478"/>
          <ac:spMkLst>
            <pc:docMk/>
            <pc:sldMk cId="214842774" sldId="258"/>
            <ac:spMk id="3" creationId="{9D73C22F-5547-441A-B6F7-3EFA5AE0D253}"/>
          </ac:spMkLst>
        </pc:spChg>
        <pc:spChg chg="del">
          <ac:chgData name="Άριστος Αρέστη" userId="813aa191-2d4c-464f-9d05-0a7e494d859f" providerId="ADAL" clId="{49C7B61D-1ACF-4AFF-A04E-A3B433E32474}" dt="2026-09-26T06:37:25.128" v="8" actId="478"/>
          <ac:spMkLst>
            <pc:docMk/>
            <pc:sldMk cId="214842774" sldId="258"/>
            <ac:spMk id="8" creationId="{AB47DB43-FC2A-4942-96C5-C7E59B9BD154}"/>
          </ac:spMkLst>
        </pc:spChg>
        <pc:spChg chg="del">
          <ac:chgData name="Άριστος Αρέστη" userId="813aa191-2d4c-464f-9d05-0a7e494d859f" providerId="ADAL" clId="{49C7B61D-1ACF-4AFF-A04E-A3B433E32474}" dt="2026-09-26T06:37:25.128" v="8" actId="478"/>
          <ac:spMkLst>
            <pc:docMk/>
            <pc:sldMk cId="214842774" sldId="258"/>
            <ac:spMk id="10" creationId="{0570049C-A705-4A31-A7E5-681E245F41F8}"/>
          </ac:spMkLst>
        </pc:spChg>
        <pc:spChg chg="del">
          <ac:chgData name="Άριστος Αρέστη" userId="813aa191-2d4c-464f-9d05-0a7e494d859f" providerId="ADAL" clId="{49C7B61D-1ACF-4AFF-A04E-A3B433E32474}" dt="2026-09-26T06:37:25.128" v="8" actId="478"/>
          <ac:spMkLst>
            <pc:docMk/>
            <pc:sldMk cId="214842774" sldId="258"/>
            <ac:spMk id="11" creationId="{A9B2541B-954E-4748-95F0-331BA48011DE}"/>
          </ac:spMkLst>
        </pc:spChg>
        <pc:spChg chg="del">
          <ac:chgData name="Άριστος Αρέστη" userId="813aa191-2d4c-464f-9d05-0a7e494d859f" providerId="ADAL" clId="{49C7B61D-1ACF-4AFF-A04E-A3B433E32474}" dt="2026-09-26T06:37:25.128" v="8" actId="478"/>
          <ac:spMkLst>
            <pc:docMk/>
            <pc:sldMk cId="214842774" sldId="258"/>
            <ac:spMk id="12" creationId="{DCE8BBD4-F96F-46FD-B8F3-FDB382C47706}"/>
          </ac:spMkLst>
        </pc:spChg>
        <pc:spChg chg="del">
          <ac:chgData name="Άριστος Αρέστη" userId="813aa191-2d4c-464f-9d05-0a7e494d859f" providerId="ADAL" clId="{49C7B61D-1ACF-4AFF-A04E-A3B433E32474}" dt="2026-09-26T06:37:25.128" v="8" actId="478"/>
          <ac:spMkLst>
            <pc:docMk/>
            <pc:sldMk cId="214842774" sldId="258"/>
            <ac:spMk id="13" creationId="{67CA1DEF-8C5D-43FC-8312-DDB1A882072D}"/>
          </ac:spMkLst>
        </pc:spChg>
        <pc:spChg chg="del">
          <ac:chgData name="Άριστος Αρέστη" userId="813aa191-2d4c-464f-9d05-0a7e494d859f" providerId="ADAL" clId="{49C7B61D-1ACF-4AFF-A04E-A3B433E32474}" dt="2026-09-26T06:37:25.128" v="8" actId="478"/>
          <ac:spMkLst>
            <pc:docMk/>
            <pc:sldMk cId="214842774" sldId="258"/>
            <ac:spMk id="15" creationId="{E0DBA2FC-DF97-46B0-8A99-2FF9E768E57E}"/>
          </ac:spMkLst>
        </pc:spChg>
        <pc:spChg chg="del">
          <ac:chgData name="Άριστος Αρέστη" userId="813aa191-2d4c-464f-9d05-0a7e494d859f" providerId="ADAL" clId="{49C7B61D-1ACF-4AFF-A04E-A3B433E32474}" dt="2026-09-26T06:37:25.128" v="8" actId="478"/>
          <ac:spMkLst>
            <pc:docMk/>
            <pc:sldMk cId="214842774" sldId="258"/>
            <ac:spMk id="16" creationId="{A62E14DC-A81C-479C-8434-91C3F6F4BB98}"/>
          </ac:spMkLst>
        </pc:spChg>
        <pc:spChg chg="del">
          <ac:chgData name="Άριστος Αρέστη" userId="813aa191-2d4c-464f-9d05-0a7e494d859f" providerId="ADAL" clId="{49C7B61D-1ACF-4AFF-A04E-A3B433E32474}" dt="2026-09-26T06:37:25.128" v="8" actId="478"/>
          <ac:spMkLst>
            <pc:docMk/>
            <pc:sldMk cId="214842774" sldId="258"/>
            <ac:spMk id="17" creationId="{E00E347E-3935-47F3-B4F1-54A38962A848}"/>
          </ac:spMkLst>
        </pc:spChg>
        <pc:spChg chg="mod">
          <ac:chgData name="Άριστος Αρέστη" userId="813aa191-2d4c-464f-9d05-0a7e494d859f" providerId="ADAL" clId="{49C7B61D-1ACF-4AFF-A04E-A3B433E32474}" dt="2026-09-26T06:40:19.540" v="80" actId="20577"/>
          <ac:spMkLst>
            <pc:docMk/>
            <pc:sldMk cId="214842774" sldId="258"/>
            <ac:spMk id="18" creationId="{D97F47C4-8953-4668-8368-20701821BE82}"/>
          </ac:spMkLst>
        </pc:spChg>
        <pc:picChg chg="add mod">
          <ac:chgData name="Άριστος Αρέστη" userId="813aa191-2d4c-464f-9d05-0a7e494d859f" providerId="ADAL" clId="{49C7B61D-1ACF-4AFF-A04E-A3B433E32474}" dt="2026-09-26T06:37:28.286" v="10" actId="1076"/>
          <ac:picMkLst>
            <pc:docMk/>
            <pc:sldMk cId="214842774" sldId="258"/>
            <ac:picMk id="19" creationId="{46FB753B-D41A-AEC4-4C52-1FCB764D4125}"/>
          </ac:picMkLst>
        </pc:picChg>
      </pc:sldChg>
      <pc:sldChg chg="addSp delSp modSp mod">
        <pc:chgData name="Άριστος Αρέστη" userId="813aa191-2d4c-464f-9d05-0a7e494d859f" providerId="ADAL" clId="{49C7B61D-1ACF-4AFF-A04E-A3B433E32474}" dt="2026-09-26T06:40:37.444" v="106" actId="20577"/>
        <pc:sldMkLst>
          <pc:docMk/>
          <pc:sldMk cId="693619792" sldId="259"/>
        </pc:sldMkLst>
        <pc:spChg chg="del">
          <ac:chgData name="Άριστος Αρέστη" userId="813aa191-2d4c-464f-9d05-0a7e494d859f" providerId="ADAL" clId="{49C7B61D-1ACF-4AFF-A04E-A3B433E32474}" dt="2026-09-26T06:38:09.886" v="11" actId="478"/>
          <ac:spMkLst>
            <pc:docMk/>
            <pc:sldMk cId="693619792" sldId="259"/>
            <ac:spMk id="3" creationId="{7046E713-DA05-4745-80B2-6CF6A4AEBDDE}"/>
          </ac:spMkLst>
        </pc:spChg>
        <pc:spChg chg="del">
          <ac:chgData name="Άριστος Αρέστη" userId="813aa191-2d4c-464f-9d05-0a7e494d859f" providerId="ADAL" clId="{49C7B61D-1ACF-4AFF-A04E-A3B433E32474}" dt="2026-09-26T06:38:09.886" v="11" actId="478"/>
          <ac:spMkLst>
            <pc:docMk/>
            <pc:sldMk cId="693619792" sldId="259"/>
            <ac:spMk id="4" creationId="{4C4F25CF-7622-49A0-8834-087675EB8390}"/>
          </ac:spMkLst>
        </pc:spChg>
        <pc:spChg chg="del">
          <ac:chgData name="Άριστος Αρέστη" userId="813aa191-2d4c-464f-9d05-0a7e494d859f" providerId="ADAL" clId="{49C7B61D-1ACF-4AFF-A04E-A3B433E32474}" dt="2026-09-26T06:38:09.886" v="11" actId="478"/>
          <ac:spMkLst>
            <pc:docMk/>
            <pc:sldMk cId="693619792" sldId="259"/>
            <ac:spMk id="5" creationId="{D46E0A7D-A237-44C9-AEAA-E03BD5F22A6A}"/>
          </ac:spMkLst>
        </pc:spChg>
        <pc:spChg chg="del">
          <ac:chgData name="Άριστος Αρέστη" userId="813aa191-2d4c-464f-9d05-0a7e494d859f" providerId="ADAL" clId="{49C7B61D-1ACF-4AFF-A04E-A3B433E32474}" dt="2026-09-26T06:38:09.886" v="11" actId="478"/>
          <ac:spMkLst>
            <pc:docMk/>
            <pc:sldMk cId="693619792" sldId="259"/>
            <ac:spMk id="6" creationId="{5B9E22D7-3A61-465B-ACDF-0A6101C7446E}"/>
          </ac:spMkLst>
        </pc:spChg>
        <pc:spChg chg="del">
          <ac:chgData name="Άριστος Αρέστη" userId="813aa191-2d4c-464f-9d05-0a7e494d859f" providerId="ADAL" clId="{49C7B61D-1ACF-4AFF-A04E-A3B433E32474}" dt="2026-09-26T06:38:09.886" v="11" actId="478"/>
          <ac:spMkLst>
            <pc:docMk/>
            <pc:sldMk cId="693619792" sldId="259"/>
            <ac:spMk id="8" creationId="{C590E0B4-4262-4B57-AE1F-A7EF94A867B9}"/>
          </ac:spMkLst>
        </pc:spChg>
        <pc:spChg chg="del">
          <ac:chgData name="Άριστος Αρέστη" userId="813aa191-2d4c-464f-9d05-0a7e494d859f" providerId="ADAL" clId="{49C7B61D-1ACF-4AFF-A04E-A3B433E32474}" dt="2026-09-26T06:38:09.886" v="11" actId="478"/>
          <ac:spMkLst>
            <pc:docMk/>
            <pc:sldMk cId="693619792" sldId="259"/>
            <ac:spMk id="9" creationId="{D0F644DB-58C1-4B23-8DB5-3EA8746866ED}"/>
          </ac:spMkLst>
        </pc:spChg>
        <pc:spChg chg="del">
          <ac:chgData name="Άριστος Αρέστη" userId="813aa191-2d4c-464f-9d05-0a7e494d859f" providerId="ADAL" clId="{49C7B61D-1ACF-4AFF-A04E-A3B433E32474}" dt="2026-09-26T06:38:09.886" v="11" actId="478"/>
          <ac:spMkLst>
            <pc:docMk/>
            <pc:sldMk cId="693619792" sldId="259"/>
            <ac:spMk id="11" creationId="{6D803563-D616-4756-B19B-0ADCC301421E}"/>
          </ac:spMkLst>
        </pc:spChg>
        <pc:spChg chg="del">
          <ac:chgData name="Άριστος Αρέστη" userId="813aa191-2d4c-464f-9d05-0a7e494d859f" providerId="ADAL" clId="{49C7B61D-1ACF-4AFF-A04E-A3B433E32474}" dt="2026-09-26T06:38:09.886" v="11" actId="478"/>
          <ac:spMkLst>
            <pc:docMk/>
            <pc:sldMk cId="693619792" sldId="259"/>
            <ac:spMk id="12" creationId="{6B5E3AAC-971F-4717-A930-EE1ADB7D3BA6}"/>
          </ac:spMkLst>
        </pc:spChg>
        <pc:spChg chg="del">
          <ac:chgData name="Άριστος Αρέστη" userId="813aa191-2d4c-464f-9d05-0a7e494d859f" providerId="ADAL" clId="{49C7B61D-1ACF-4AFF-A04E-A3B433E32474}" dt="2026-09-26T06:38:09.886" v="11" actId="478"/>
          <ac:spMkLst>
            <pc:docMk/>
            <pc:sldMk cId="693619792" sldId="259"/>
            <ac:spMk id="13" creationId="{8B355FA4-732C-4A0C-871E-1829FC7713D8}"/>
          </ac:spMkLst>
        </pc:spChg>
        <pc:spChg chg="del">
          <ac:chgData name="Άριστος Αρέστη" userId="813aa191-2d4c-464f-9d05-0a7e494d859f" providerId="ADAL" clId="{49C7B61D-1ACF-4AFF-A04E-A3B433E32474}" dt="2026-09-26T06:38:09.886" v="11" actId="478"/>
          <ac:spMkLst>
            <pc:docMk/>
            <pc:sldMk cId="693619792" sldId="259"/>
            <ac:spMk id="14" creationId="{7E0A9388-2507-40A7-B08F-E9F354EABF77}"/>
          </ac:spMkLst>
        </pc:spChg>
        <pc:spChg chg="mod">
          <ac:chgData name="Άριστος Αρέστη" userId="813aa191-2d4c-464f-9d05-0a7e494d859f" providerId="ADAL" clId="{49C7B61D-1ACF-4AFF-A04E-A3B433E32474}" dt="2026-09-26T06:40:37.444" v="106" actId="20577"/>
          <ac:spMkLst>
            <pc:docMk/>
            <pc:sldMk cId="693619792" sldId="259"/>
            <ac:spMk id="15" creationId="{847B5C22-D017-4315-9A5A-2544B586AFD2}"/>
          </ac:spMkLst>
        </pc:spChg>
        <pc:picChg chg="add">
          <ac:chgData name="Άριστος Αρέστη" userId="813aa191-2d4c-464f-9d05-0a7e494d859f" providerId="ADAL" clId="{49C7B61D-1ACF-4AFF-A04E-A3B433E32474}" dt="2026-09-26T06:38:11.178" v="12" actId="22"/>
          <ac:picMkLst>
            <pc:docMk/>
            <pc:sldMk cId="693619792" sldId="259"/>
            <ac:picMk id="17" creationId="{17847CCE-F524-E4DD-A2BA-50EB09E92D22}"/>
          </ac:picMkLst>
        </pc:picChg>
      </pc:sldChg>
      <pc:sldChg chg="delSp del mod">
        <pc:chgData name="Άριστος Αρέστη" userId="813aa191-2d4c-464f-9d05-0a7e494d859f" providerId="ADAL" clId="{49C7B61D-1ACF-4AFF-A04E-A3B433E32474}" dt="2026-09-26T06:41:16.204" v="141" actId="47"/>
        <pc:sldMkLst>
          <pc:docMk/>
          <pc:sldMk cId="657705733" sldId="260"/>
        </pc:sldMkLst>
        <pc:picChg chg="del">
          <ac:chgData name="Άριστος Αρέστη" userId="813aa191-2d4c-464f-9d05-0a7e494d859f" providerId="ADAL" clId="{49C7B61D-1ACF-4AFF-A04E-A3B433E32474}" dt="2026-09-26T06:32:45.712" v="0" actId="478"/>
          <ac:picMkLst>
            <pc:docMk/>
            <pc:sldMk cId="657705733" sldId="260"/>
            <ac:picMk id="14" creationId="{00000000-0000-0000-0000-000000000000}"/>
          </ac:picMkLst>
        </pc:picChg>
        <pc:picChg chg="del">
          <ac:chgData name="Άριστος Αρέστη" userId="813aa191-2d4c-464f-9d05-0a7e494d859f" providerId="ADAL" clId="{49C7B61D-1ACF-4AFF-A04E-A3B433E32474}" dt="2026-09-26T06:32:48.169" v="1" actId="478"/>
          <ac:picMkLst>
            <pc:docMk/>
            <pc:sldMk cId="657705733" sldId="260"/>
            <ac:picMk id="15" creationId="{00000000-0000-0000-0000-000000000000}"/>
          </ac:picMkLst>
        </pc:picChg>
        <pc:picChg chg="del">
          <ac:chgData name="Άριστος Αρέστη" userId="813aa191-2d4c-464f-9d05-0a7e494d859f" providerId="ADAL" clId="{49C7B61D-1ACF-4AFF-A04E-A3B433E32474}" dt="2026-09-26T06:32:49.985" v="2" actId="478"/>
          <ac:picMkLst>
            <pc:docMk/>
            <pc:sldMk cId="657705733" sldId="260"/>
            <ac:picMk id="16" creationId="{00000000-0000-0000-0000-000000000000}"/>
          </ac:picMkLst>
        </pc:picChg>
      </pc:sldChg>
      <pc:sldChg chg="addSp delSp modSp add mod">
        <pc:chgData name="Άριστος Αρέστη" userId="813aa191-2d4c-464f-9d05-0a7e494d859f" providerId="ADAL" clId="{49C7B61D-1ACF-4AFF-A04E-A3B433E32474}" dt="2026-09-26T06:41:10.021" v="140" actId="20577"/>
        <pc:sldMkLst>
          <pc:docMk/>
          <pc:sldMk cId="160759481" sldId="261"/>
        </pc:sldMkLst>
        <pc:spChg chg="mod">
          <ac:chgData name="Άριστος Αρέστη" userId="813aa191-2d4c-464f-9d05-0a7e494d859f" providerId="ADAL" clId="{49C7B61D-1ACF-4AFF-A04E-A3B433E32474}" dt="2026-09-26T06:41:10.021" v="140" actId="20577"/>
          <ac:spMkLst>
            <pc:docMk/>
            <pc:sldMk cId="160759481" sldId="261"/>
            <ac:spMk id="15" creationId="{DF05C775-75F5-C75C-4A77-3D192F8DE335}"/>
          </ac:spMkLst>
        </pc:spChg>
        <pc:picChg chg="add mod">
          <ac:chgData name="Άριστος Αρέστη" userId="813aa191-2d4c-464f-9d05-0a7e494d859f" providerId="ADAL" clId="{49C7B61D-1ACF-4AFF-A04E-A3B433E32474}" dt="2026-09-26T06:38:45.725" v="17" actId="14100"/>
          <ac:picMkLst>
            <pc:docMk/>
            <pc:sldMk cId="160759481" sldId="261"/>
            <ac:picMk id="3" creationId="{CE3472D9-AAA9-E91E-92DB-9382B1042787}"/>
          </ac:picMkLst>
        </pc:picChg>
        <pc:picChg chg="del">
          <ac:chgData name="Άριστος Αρέστη" userId="813aa191-2d4c-464f-9d05-0a7e494d859f" providerId="ADAL" clId="{49C7B61D-1ACF-4AFF-A04E-A3B433E32474}" dt="2026-09-26T06:38:39.837" v="14" actId="478"/>
          <ac:picMkLst>
            <pc:docMk/>
            <pc:sldMk cId="160759481" sldId="261"/>
            <ac:picMk id="17" creationId="{066B4CB5-2AF2-BDD8-E006-8DA2732DDFA5}"/>
          </ac:picMkLst>
        </pc:picChg>
      </pc:sldChg>
      <pc:sldChg chg="addSp delSp modSp add mod setBg">
        <pc:chgData name="Άριστος Αρέστη" userId="813aa191-2d4c-464f-9d05-0a7e494d859f" providerId="ADAL" clId="{49C7B61D-1ACF-4AFF-A04E-A3B433E32474}" dt="2026-09-26T06:46:17.990" v="311" actId="20577"/>
        <pc:sldMkLst>
          <pc:docMk/>
          <pc:sldMk cId="696305741" sldId="262"/>
        </pc:sldMkLst>
        <pc:spChg chg="add del mod">
          <ac:chgData name="Άριστος Αρέστη" userId="813aa191-2d4c-464f-9d05-0a7e494d859f" providerId="ADAL" clId="{49C7B61D-1ACF-4AFF-A04E-A3B433E32474}" dt="2026-09-26T06:44:12.006" v="231" actId="478"/>
          <ac:spMkLst>
            <pc:docMk/>
            <pc:sldMk cId="696305741" sldId="262"/>
            <ac:spMk id="2" creationId="{6CF89A1E-2748-4FBB-46D5-492FB9773455}"/>
          </ac:spMkLst>
        </pc:spChg>
        <pc:spChg chg="add del mod">
          <ac:chgData name="Άριστος Αρέστη" userId="813aa191-2d4c-464f-9d05-0a7e494d859f" providerId="ADAL" clId="{49C7B61D-1ACF-4AFF-A04E-A3B433E32474}" dt="2026-09-26T06:43:38.719" v="210"/>
          <ac:spMkLst>
            <pc:docMk/>
            <pc:sldMk cId="696305741" sldId="262"/>
            <ac:spMk id="4" creationId="{E23EDE70-A06A-5A13-65E6-E418C1A08FE4}"/>
          </ac:spMkLst>
        </pc:spChg>
        <pc:spChg chg="add mod">
          <ac:chgData name="Άριστος Αρέστη" userId="813aa191-2d4c-464f-9d05-0a7e494d859f" providerId="ADAL" clId="{49C7B61D-1ACF-4AFF-A04E-A3B433E32474}" dt="2026-09-26T06:46:11.007" v="309" actId="122"/>
          <ac:spMkLst>
            <pc:docMk/>
            <pc:sldMk cId="696305741" sldId="262"/>
            <ac:spMk id="6" creationId="{DB293C5D-1726-9BB1-D107-92524E2A425C}"/>
          </ac:spMkLst>
        </pc:spChg>
        <pc:spChg chg="mod">
          <ac:chgData name="Άριστος Αρέστη" userId="813aa191-2d4c-464f-9d05-0a7e494d859f" providerId="ADAL" clId="{49C7B61D-1ACF-4AFF-A04E-A3B433E32474}" dt="2026-09-26T06:46:17.990" v="311" actId="20577"/>
          <ac:spMkLst>
            <pc:docMk/>
            <pc:sldMk cId="696305741" sldId="262"/>
            <ac:spMk id="15" creationId="{46E7245C-DE32-0A26-DD17-0A2D07818853}"/>
          </ac:spMkLst>
        </pc:spChg>
        <pc:picChg chg="del">
          <ac:chgData name="Άριστος Αρέστη" userId="813aa191-2d4c-464f-9d05-0a7e494d859f" providerId="ADAL" clId="{49C7B61D-1ACF-4AFF-A04E-A3B433E32474}" dt="2026-09-26T06:42:08.695" v="176" actId="478"/>
          <ac:picMkLst>
            <pc:docMk/>
            <pc:sldMk cId="696305741" sldId="262"/>
            <ac:picMk id="3" creationId="{477AF40B-7C26-DA2A-D87D-0EC16A86553D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Πηγή: Σημειώσεις και Τετράδιο Εργασιών Πληροφορικής Α΄ Γυμνασίου, ενότητα Α.5.2.Μ1.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Πηγή: Σημειώσεις και Τετράδιο Εργασιών Πληροφορικής Α΄ Γυμνασίου, ενότητα Α.5.2.Μ1.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Πηγή: Σημειώσεις και Τετράδιο Εργασιών Πληροφορικής Α΄ Γυμνασίου, ενότητα Α.5.2.Μ1.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Πηγή: Σημειώσεις και Τετράδιο Εργασιών Πληροφορικής Α΄ Γυμνασίου, ενότητα Α.5.2.Μ1.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4231EA-567A-0D1C-9477-F0117034F5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A2ECFB-3B97-0E5B-AFA5-F15CD4A384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40A7CB3-6D9F-7073-2D70-D83835D09D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Πηγή: Σημειώσεις και Τετράδιο Εργασιών Πληροφορικής Α΄ Γυμνασίου, ενότητα Α.5.2.Μ1.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80B5E1-C6E3-7CE8-549B-2398F0B48881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1699537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F86C9B-409F-8E66-750F-5097BDD301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9B1FCE-EF84-F0A5-5183-DBEBA4BEA8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3FFFD9-C221-3DB4-AA9F-8C1EE4C9C0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Πηγή: Σημειώσεις και Τετράδιο Εργασιών Πληροφορικής Α΄ Γυμνασίου, ενότητα Α.5.2.Μ1.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184AEC-E3E7-5574-80CF-CFD698DEE502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090435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E7F0DA4-10A7-4E35-9EBC-4E01171676F2}"/>
              </a:ext>
            </a:extLst>
          </p:cNvPr>
          <p:cNvSpPr>
            <a:spLocks noGrp="1"/>
          </p:cNvSpPr>
          <p:nvPr/>
        </p:nvSpPr>
        <p:spPr>
          <a:xfrm>
            <a:off x="533400" y="704850"/>
            <a:ext cx="552450" cy="76200"/>
          </a:xfrm>
          <a:prstGeom prst="rect">
            <a:avLst/>
          </a:prstGeom>
          <a:solidFill>
            <a:srgbClr val="F57C24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E97EF6D-F639-4B6D-ABC0-C862A8C5502E}"/>
              </a:ext>
            </a:extLst>
          </p:cNvPr>
          <p:cNvSpPr>
            <a:spLocks noGrp="1"/>
          </p:cNvSpPr>
          <p:nvPr/>
        </p:nvSpPr>
        <p:spPr>
          <a:xfrm>
            <a:off x="590550" y="1028700"/>
            <a:ext cx="3905250" cy="38100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2925" b="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2925" b="0" dirty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Α5.2 Μ1</a:t>
            </a:r>
          </a:p>
          <a:p>
            <a:pPr algn="l">
              <a:defRPr sz="2925" b="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lang="el-GR" sz="2925" b="0" dirty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Δημιουργία</a:t>
            </a:r>
            <a:endParaRPr sz="2925" b="0" dirty="0">
              <a:solidFill>
                <a:srgbClr val="FFFFFF"/>
              </a:solidFill>
              <a:latin typeface="Tahoma"/>
              <a:ea typeface="Tahoma"/>
              <a:cs typeface="Tahoma"/>
            </a:endParaRPr>
          </a:p>
          <a:p>
            <a:pPr algn="l">
              <a:defRPr sz="2925" b="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2925" b="0" dirty="0" err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Ηλεκτρονικού</a:t>
            </a:r>
            <a:endParaRPr sz="2925" b="0" dirty="0">
              <a:solidFill>
                <a:srgbClr val="FFFFFF"/>
              </a:solidFill>
              <a:latin typeface="Tahoma"/>
              <a:ea typeface="Tahoma"/>
              <a:cs typeface="Tahoma"/>
            </a:endParaRPr>
          </a:p>
          <a:p>
            <a:pPr algn="l">
              <a:defRPr sz="2925" b="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2925" b="0" dirty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Τα</a:t>
            </a:r>
            <a:r>
              <a:rPr sz="2925" b="0" dirty="0" err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χυδρομείου</a:t>
            </a:r>
            <a:endParaRPr sz="2925" b="0" dirty="0">
              <a:solidFill>
                <a:srgbClr val="FFFFFF"/>
              </a:solidFill>
              <a:latin typeface="Tahoma"/>
              <a:ea typeface="Tahoma"/>
              <a:cs typeface="Tahoma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rcRect l="16667" r="16667"/>
          <a:stretch>
            <a:fillRect/>
          </a:stretch>
        </p:blipFill>
        <p:spPr>
          <a:xfrm>
            <a:off x="4762500" y="0"/>
            <a:ext cx="74295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07951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3870ADBD-8190-7654-18A6-18A45D7D4C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5648" y="2085965"/>
            <a:ext cx="8055864" cy="4124806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8CFF3520-5269-E891-A119-CA2E9BA76B80}"/>
              </a:ext>
            </a:extLst>
          </p:cNvPr>
          <p:cNvSpPr>
            <a:spLocks noGrp="1"/>
          </p:cNvSpPr>
          <p:nvPr/>
        </p:nvSpPr>
        <p:spPr>
          <a:xfrm>
            <a:off x="552450" y="333375"/>
            <a:ext cx="11087100" cy="7048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2550" b="0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lang="el-GR" sz="2550" b="0" dirty="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Αναζήτηση για </a:t>
            </a:r>
            <a:r>
              <a:rPr lang="en-US" sz="2550" b="0" dirty="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proton email </a:t>
            </a:r>
            <a:endParaRPr sz="2550" b="0" dirty="0">
              <a:solidFill>
                <a:srgbClr val="111111"/>
              </a:solidFill>
              <a:latin typeface="Tahoma"/>
              <a:ea typeface="Tahoma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2312458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D97F47C4-8953-4668-8368-20701821BE82}"/>
              </a:ext>
            </a:extLst>
          </p:cNvPr>
          <p:cNvSpPr>
            <a:spLocks noGrp="1"/>
          </p:cNvSpPr>
          <p:nvPr/>
        </p:nvSpPr>
        <p:spPr>
          <a:xfrm>
            <a:off x="552450" y="333375"/>
            <a:ext cx="11087100" cy="7048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2550" b="0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lang="en-US" sz="2550" b="0" dirty="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Get Proton for free</a:t>
            </a:r>
            <a:endParaRPr sz="2550" b="0" dirty="0">
              <a:solidFill>
                <a:srgbClr val="111111"/>
              </a:solidFill>
              <a:latin typeface="Tahoma"/>
              <a:ea typeface="Tahoma"/>
              <a:cs typeface="Tahoma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46FB753B-D41A-AEC4-4C52-1FCB764D41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9828" y="1038225"/>
            <a:ext cx="8791639" cy="5343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8427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847B5C22-D017-4315-9A5A-2544B586AFD2}"/>
              </a:ext>
            </a:extLst>
          </p:cNvPr>
          <p:cNvSpPr>
            <a:spLocks noGrp="1"/>
          </p:cNvSpPr>
          <p:nvPr/>
        </p:nvSpPr>
        <p:spPr>
          <a:xfrm>
            <a:off x="552450" y="333375"/>
            <a:ext cx="11087100" cy="7048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2550" b="0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lang="en-US" sz="2550" b="0" dirty="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Continue with Proton Free</a:t>
            </a:r>
            <a:endParaRPr sz="2550" b="0" dirty="0">
              <a:solidFill>
                <a:srgbClr val="111111"/>
              </a:solidFill>
              <a:latin typeface="Tahoma"/>
              <a:ea typeface="Tahoma"/>
              <a:cs typeface="Tahoma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17847CCE-F524-E4DD-A2BA-50EB09E92D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3109" y="1281097"/>
            <a:ext cx="7705781" cy="4295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36197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9009CDF-5E25-E30D-02AD-621B012835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DF05C775-75F5-C75C-4A77-3D192F8DE335}"/>
              </a:ext>
            </a:extLst>
          </p:cNvPr>
          <p:cNvSpPr>
            <a:spLocks noGrp="1"/>
          </p:cNvSpPr>
          <p:nvPr/>
        </p:nvSpPr>
        <p:spPr>
          <a:xfrm>
            <a:off x="552450" y="333375"/>
            <a:ext cx="11087100" cy="7048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2550" b="0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lang="el-GR" sz="2550" dirty="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Εισαγωγή </a:t>
            </a:r>
            <a:r>
              <a:rPr lang="en-US" sz="2550" dirty="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Username</a:t>
            </a:r>
            <a:r>
              <a:rPr lang="el-GR" sz="2550" dirty="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 και</a:t>
            </a:r>
            <a:r>
              <a:rPr lang="en-US" sz="2550" dirty="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 password</a:t>
            </a:r>
            <a:endParaRPr sz="2550" b="0" dirty="0">
              <a:solidFill>
                <a:srgbClr val="111111"/>
              </a:solidFill>
              <a:latin typeface="Tahoma"/>
              <a:ea typeface="Tahoma"/>
              <a:cs typeface="Tahoma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E3472D9-AAA9-E91E-92DB-9382B10427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8176" y="1438260"/>
            <a:ext cx="7788234" cy="4633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7594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777291-58E5-13A7-164F-8D63951409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46E7245C-DE32-0A26-DD17-0A2D07818853}"/>
              </a:ext>
            </a:extLst>
          </p:cNvPr>
          <p:cNvSpPr>
            <a:spLocks noGrp="1"/>
          </p:cNvSpPr>
          <p:nvPr/>
        </p:nvSpPr>
        <p:spPr>
          <a:xfrm>
            <a:off x="397002" y="2719958"/>
            <a:ext cx="11087100" cy="4229481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ctr">
              <a:defRPr sz="2550" b="0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endParaRPr lang="en-US" sz="2550" b="0" dirty="0">
              <a:solidFill>
                <a:srgbClr val="111111"/>
              </a:solidFill>
              <a:latin typeface="Tahoma"/>
              <a:ea typeface="Tahoma"/>
              <a:cs typeface="Tahoma"/>
            </a:endParaRPr>
          </a:p>
          <a:p>
            <a:pPr algn="ctr">
              <a:defRPr sz="2550" b="0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endParaRPr lang="en-US" sz="2550" dirty="0">
              <a:solidFill>
                <a:srgbClr val="111111"/>
              </a:solidFill>
              <a:latin typeface="Tahoma"/>
              <a:ea typeface="Tahoma"/>
              <a:cs typeface="Tahoma"/>
            </a:endParaRPr>
          </a:p>
          <a:p>
            <a:pPr algn="ctr">
              <a:defRPr sz="2550" b="0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endParaRPr lang="en-US" sz="2550" b="0" dirty="0">
              <a:solidFill>
                <a:srgbClr val="111111"/>
              </a:solidFill>
              <a:latin typeface="Tahoma"/>
              <a:ea typeface="Tahoma"/>
              <a:cs typeface="Tahoma"/>
            </a:endParaRPr>
          </a:p>
          <a:p>
            <a:pPr algn="ctr">
              <a:defRPr sz="2550" b="0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lang="en-US" sz="2550" b="0" dirty="0" err="1">
                <a:solidFill>
                  <a:srgbClr val="111111"/>
                </a:solidFill>
                <a:latin typeface="Tahoma"/>
                <a:ea typeface="Tahoma"/>
                <a:cs typeface="Tahoma"/>
              </a:rPr>
              <a:t>To:</a:t>
            </a:r>
            <a:r>
              <a:rPr lang="en-US" sz="2800" dirty="0" err="1">
                <a:solidFill>
                  <a:srgbClr val="FF0000"/>
                </a:solidFill>
              </a:rPr>
              <a:t>Aristos.Aresti@gmail.com</a:t>
            </a:r>
            <a:endParaRPr lang="en-US" sz="2800" dirty="0">
              <a:solidFill>
                <a:srgbClr val="FF0000"/>
              </a:solidFill>
            </a:endParaRPr>
          </a:p>
          <a:p>
            <a:pPr algn="ctr">
              <a:defRPr sz="2550" b="0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endParaRPr lang="en-GB" sz="2800" dirty="0">
              <a:solidFill>
                <a:srgbClr val="FF0000"/>
              </a:solidFill>
            </a:endParaRPr>
          </a:p>
          <a:p>
            <a:pPr algn="ctr">
              <a:defRPr sz="2550" b="0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lang="en-US" sz="2550" b="0" dirty="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Subject: hello from Giorgos Andreou B2</a:t>
            </a:r>
          </a:p>
          <a:p>
            <a:pPr algn="ctr">
              <a:defRPr sz="2550" b="0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endParaRPr lang="en-US" sz="2550" b="0" dirty="0">
              <a:solidFill>
                <a:srgbClr val="111111"/>
              </a:solidFill>
              <a:latin typeface="Tahoma"/>
              <a:ea typeface="Tahoma"/>
              <a:cs typeface="Tahoma"/>
            </a:endParaRPr>
          </a:p>
          <a:p>
            <a:pPr algn="ctr">
              <a:defRPr sz="2550" b="0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lang="en-US" sz="2550" dirty="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Message: Hello, how are you?</a:t>
            </a:r>
            <a:endParaRPr sz="2550" b="0" dirty="0">
              <a:solidFill>
                <a:srgbClr val="111111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B293C5D-1726-9BB1-D107-92524E2A425C}"/>
              </a:ext>
            </a:extLst>
          </p:cNvPr>
          <p:cNvSpPr txBox="1"/>
          <p:nvPr/>
        </p:nvSpPr>
        <p:spPr>
          <a:xfrm>
            <a:off x="3048762" y="754322"/>
            <a:ext cx="609447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550" b="0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lang="el-GR" sz="4000" dirty="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Αποστολή νέου </a:t>
            </a:r>
            <a:r>
              <a:rPr lang="en-US" sz="4000" dirty="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email</a:t>
            </a:r>
          </a:p>
        </p:txBody>
      </p:sp>
    </p:spTree>
    <p:extLst>
      <p:ext uri="{BB962C8B-B14F-4D97-AF65-F5344CB8AC3E}">
        <p14:creationId xmlns:p14="http://schemas.microsoft.com/office/powerpoint/2010/main" val="696305741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156</Words>
  <Application>Microsoft Office PowerPoint</Application>
  <DocSecurity>0</DocSecurity>
  <PresentationFormat>Widescreen</PresentationFormat>
  <Paragraphs>23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Calibri</vt:lpstr>
      <vt:lpstr>Tahoma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Άριστος Αρέστη</cp:lastModifiedBy>
  <cp:revision>1</cp:revision>
  <dcterms:created xsi:type="dcterms:W3CDTF">2026-09-12T05:23:25Z</dcterms:created>
  <dcterms:modified xsi:type="dcterms:W3CDTF">2026-09-26T06:46:26Z</dcterms:modified>
</cp:coreProperties>
</file>