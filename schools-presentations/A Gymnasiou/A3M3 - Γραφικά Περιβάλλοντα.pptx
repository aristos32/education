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0" r:id="rId7"/>
    <p:sldId id="261" r:id="rId8"/>
    <p:sldId id="262" r:id="rId9"/>
    <p:sldId id="263" r:id="rId10"/>
    <p:sldId id="264" r:id="rId11"/>
  </p:sldIdLst>
  <p:sldSz cx="12192000" cy="6858000"/>
  <p:notesSz cx="6858000" cy="9144000"/>
  <p:defaultTextStyle>
    <a:defPPr>
      <a:defRPr lang="en-C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00B7D-F63E-4C4D-863C-A4FAD5C1C5CA}" v="30" dt="2026-09-04T13:02:35.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Άριστος Αρέστη" userId="813aa191-2d4c-464f-9d05-0a7e494d859f" providerId="ADAL" clId="{7EE00B7D-F63E-4C4D-863C-A4FAD5C1C5CA}"/>
    <pc:docChg chg="undo custSel addSld modSld">
      <pc:chgData name="Άριστος Αρέστη" userId="813aa191-2d4c-464f-9d05-0a7e494d859f" providerId="ADAL" clId="{7EE00B7D-F63E-4C4D-863C-A4FAD5C1C5CA}" dt="2026-09-04T13:02:44.208" v="85" actId="1076"/>
      <pc:docMkLst>
        <pc:docMk/>
      </pc:docMkLst>
      <pc:sldChg chg="modSp mod">
        <pc:chgData name="Άριστος Αρέστη" userId="813aa191-2d4c-464f-9d05-0a7e494d859f" providerId="ADAL" clId="{7EE00B7D-F63E-4C4D-863C-A4FAD5C1C5CA}" dt="2026-09-04T12:58:42.398" v="2" actId="1036"/>
        <pc:sldMkLst>
          <pc:docMk/>
          <pc:sldMk cId="2114818842" sldId="257"/>
        </pc:sldMkLst>
        <pc:picChg chg="mod">
          <ac:chgData name="Άριστος Αρέστη" userId="813aa191-2d4c-464f-9d05-0a7e494d859f" providerId="ADAL" clId="{7EE00B7D-F63E-4C4D-863C-A4FAD5C1C5CA}" dt="2026-09-04T12:58:42.398" v="2" actId="1036"/>
          <ac:picMkLst>
            <pc:docMk/>
            <pc:sldMk cId="2114818842" sldId="257"/>
            <ac:picMk id="5" creationId="{A16061DC-8BBE-6A33-0210-FA51D4C66CE2}"/>
          </ac:picMkLst>
        </pc:picChg>
      </pc:sldChg>
      <pc:sldChg chg="addSp delSp modSp add mod setBg addAnim delAnim setClrOvrMap delDesignElem">
        <pc:chgData name="Άριστος Αρέστη" userId="813aa191-2d4c-464f-9d05-0a7e494d859f" providerId="ADAL" clId="{7EE00B7D-F63E-4C4D-863C-A4FAD5C1C5CA}" dt="2026-09-04T13:02:44.208" v="85" actId="1076"/>
        <pc:sldMkLst>
          <pc:docMk/>
          <pc:sldMk cId="1829724809" sldId="265"/>
        </pc:sldMkLst>
        <pc:spChg chg="mod ord">
          <ac:chgData name="Άριστος Αρέστη" userId="813aa191-2d4c-464f-9d05-0a7e494d859f" providerId="ADAL" clId="{7EE00B7D-F63E-4C4D-863C-A4FAD5C1C5CA}" dt="2026-09-04T13:02:44.208" v="85" actId="1076"/>
          <ac:spMkLst>
            <pc:docMk/>
            <pc:sldMk cId="1829724809" sldId="265"/>
            <ac:spMk id="2" creationId="{1A0F1156-E59B-7C4A-92B8-596730361FC0}"/>
          </ac:spMkLst>
        </pc:spChg>
        <pc:spChg chg="del mod">
          <ac:chgData name="Άριστος Αρέστη" userId="813aa191-2d4c-464f-9d05-0a7e494d859f" providerId="ADAL" clId="{7EE00B7D-F63E-4C4D-863C-A4FAD5C1C5CA}" dt="2026-09-04T13:00:44.018" v="23" actId="478"/>
          <ac:spMkLst>
            <pc:docMk/>
            <pc:sldMk cId="1829724809" sldId="265"/>
            <ac:spMk id="3" creationId="{A1DEA39F-4916-3AE7-D192-FC60E2C517E3}"/>
          </ac:spMkLst>
        </pc:spChg>
        <pc:spChg chg="add del">
          <ac:chgData name="Άριστος Αρέστη" userId="813aa191-2d4c-464f-9d05-0a7e494d859f" providerId="ADAL" clId="{7EE00B7D-F63E-4C4D-863C-A4FAD5C1C5CA}" dt="2026-09-04T13:02:05.258" v="48" actId="26606"/>
          <ac:spMkLst>
            <pc:docMk/>
            <pc:sldMk cId="1829724809" sldId="265"/>
            <ac:spMk id="8" creationId="{A4AC5506-6312-4701-8D3C-40187889A947}"/>
          </ac:spMkLst>
        </pc:spChg>
        <pc:spChg chg="add del">
          <ac:chgData name="Άριστος Αρέστη" userId="813aa191-2d4c-464f-9d05-0a7e494d859f" providerId="ADAL" clId="{7EE00B7D-F63E-4C4D-863C-A4FAD5C1C5CA}" dt="2026-09-04T13:02:06.705" v="50" actId="26606"/>
          <ac:spMkLst>
            <pc:docMk/>
            <pc:sldMk cId="1829724809" sldId="265"/>
            <ac:spMk id="10" creationId="{71B2258F-86CA-4D4D-8270-BC05FCDEBFB3}"/>
          </ac:spMkLst>
        </pc:spChg>
        <pc:spChg chg="add del">
          <ac:chgData name="Άριστος Αρέστη" userId="813aa191-2d4c-464f-9d05-0a7e494d859f" providerId="ADAL" clId="{7EE00B7D-F63E-4C4D-863C-A4FAD5C1C5CA}" dt="2026-09-04T13:01:11.370" v="31" actId="26606"/>
          <ac:spMkLst>
            <pc:docMk/>
            <pc:sldMk cId="1829724809" sldId="265"/>
            <ac:spMk id="11" creationId="{D4771268-CB57-404A-9271-370EB28F6090}"/>
          </ac:spMkLst>
        </pc:spChg>
        <pc:spChg chg="add del">
          <ac:chgData name="Άριστος Αρέστη" userId="813aa191-2d4c-464f-9d05-0a7e494d859f" providerId="ADAL" clId="{7EE00B7D-F63E-4C4D-863C-A4FAD5C1C5CA}" dt="2026-09-04T13:02:12.450" v="52" actId="26606"/>
          <ac:spMkLst>
            <pc:docMk/>
            <pc:sldMk cId="1829724809" sldId="265"/>
            <ac:spMk id="12" creationId="{A4AC5506-6312-4701-8D3C-40187889A947}"/>
          </ac:spMkLst>
        </pc:spChg>
        <pc:spChg chg="add del">
          <ac:chgData name="Άριστος Αρέστη" userId="813aa191-2d4c-464f-9d05-0a7e494d859f" providerId="ADAL" clId="{7EE00B7D-F63E-4C4D-863C-A4FAD5C1C5CA}" dt="2026-09-04T13:01:12.510" v="33" actId="26606"/>
          <ac:spMkLst>
            <pc:docMk/>
            <pc:sldMk cId="1829724809" sldId="265"/>
            <ac:spMk id="13" creationId="{91E5A9A7-95C6-4F4F-B00E-C82E07FE62EF}"/>
          </ac:spMkLst>
        </pc:spChg>
        <pc:spChg chg="add del">
          <ac:chgData name="Άριστος Αρέστη" userId="813aa191-2d4c-464f-9d05-0a7e494d859f" providerId="ADAL" clId="{7EE00B7D-F63E-4C4D-863C-A4FAD5C1C5CA}" dt="2026-09-04T13:01:12.510" v="33" actId="26606"/>
          <ac:spMkLst>
            <pc:docMk/>
            <pc:sldMk cId="1829724809" sldId="265"/>
            <ac:spMk id="14" creationId="{A8384FB5-9ADC-4DDC-881B-597D56F5B15D}"/>
          </ac:spMkLst>
        </pc:spChg>
        <pc:spChg chg="add del">
          <ac:chgData name="Άριστος Αρέστη" userId="813aa191-2d4c-464f-9d05-0a7e494d859f" providerId="ADAL" clId="{7EE00B7D-F63E-4C4D-863C-A4FAD5C1C5CA}" dt="2026-09-04T13:01:12.510" v="33" actId="26606"/>
          <ac:spMkLst>
            <pc:docMk/>
            <pc:sldMk cId="1829724809" sldId="265"/>
            <ac:spMk id="15" creationId="{D07DD2DE-F619-49DD-B5E7-03A290FF4ED1}"/>
          </ac:spMkLst>
        </pc:spChg>
        <pc:spChg chg="del">
          <ac:chgData name="Άριστος Αρέστη" userId="813aa191-2d4c-464f-9d05-0a7e494d859f" providerId="ADAL" clId="{7EE00B7D-F63E-4C4D-863C-A4FAD5C1C5CA}" dt="2026-09-04T12:59:30.913" v="4"/>
          <ac:spMkLst>
            <pc:docMk/>
            <pc:sldMk cId="1829724809" sldId="265"/>
            <ac:spMk id="16" creationId="{2A865FE3-5FC9-4049-87CF-30019C46C0F5}"/>
          </ac:spMkLst>
        </pc:spChg>
        <pc:spChg chg="del">
          <ac:chgData name="Άριστος Αρέστη" userId="813aa191-2d4c-464f-9d05-0a7e494d859f" providerId="ADAL" clId="{7EE00B7D-F63E-4C4D-863C-A4FAD5C1C5CA}" dt="2026-09-04T12:59:30.913" v="4"/>
          <ac:spMkLst>
            <pc:docMk/>
            <pc:sldMk cId="1829724809" sldId="265"/>
            <ac:spMk id="17" creationId="{2C9A9DA9-7DC8-488B-A882-123947B0F3D9}"/>
          </ac:spMkLst>
        </pc:spChg>
        <pc:spChg chg="del">
          <ac:chgData name="Άριστος Αρέστη" userId="813aa191-2d4c-464f-9d05-0a7e494d859f" providerId="ADAL" clId="{7EE00B7D-F63E-4C4D-863C-A4FAD5C1C5CA}" dt="2026-09-04T12:59:30.913" v="4"/>
          <ac:spMkLst>
            <pc:docMk/>
            <pc:sldMk cId="1829724809" sldId="265"/>
            <ac:spMk id="18" creationId="{57F6BDD4-E066-4008-8011-6CC31AEB4556}"/>
          </ac:spMkLst>
        </pc:spChg>
        <pc:spChg chg="del">
          <ac:chgData name="Άριστος Αρέστη" userId="813aa191-2d4c-464f-9d05-0a7e494d859f" providerId="ADAL" clId="{7EE00B7D-F63E-4C4D-863C-A4FAD5C1C5CA}" dt="2026-09-04T12:59:30.913" v="4"/>
          <ac:spMkLst>
            <pc:docMk/>
            <pc:sldMk cId="1829724809" sldId="265"/>
            <ac:spMk id="19" creationId="{2711A8FB-68FC-45FC-B01E-38F809E2D439}"/>
          </ac:spMkLst>
        </pc:spChg>
        <pc:spChg chg="add del">
          <ac:chgData name="Άριστος Αρέστη" userId="813aa191-2d4c-464f-9d05-0a7e494d859f" providerId="ADAL" clId="{7EE00B7D-F63E-4C4D-863C-A4FAD5C1C5CA}" dt="2026-09-04T13:01:12.510" v="33" actId="26606"/>
          <ac:spMkLst>
            <pc:docMk/>
            <pc:sldMk cId="1829724809" sldId="265"/>
            <ac:spMk id="20" creationId="{85149191-5F60-4A28-AAFF-039F96B0F3EC}"/>
          </ac:spMkLst>
        </pc:spChg>
        <pc:spChg chg="add del">
          <ac:chgData name="Άριστος Αρέστη" userId="813aa191-2d4c-464f-9d05-0a7e494d859f" providerId="ADAL" clId="{7EE00B7D-F63E-4C4D-863C-A4FAD5C1C5CA}" dt="2026-09-04T13:01:12.510" v="33" actId="26606"/>
          <ac:spMkLst>
            <pc:docMk/>
            <pc:sldMk cId="1829724809" sldId="265"/>
            <ac:spMk id="21" creationId="{F8260ED5-17F7-4158-B241-D51DD4CF1B7E}"/>
          </ac:spMkLst>
        </pc:spChg>
        <pc:spChg chg="add del">
          <ac:chgData name="Άριστος Αρέστη" userId="813aa191-2d4c-464f-9d05-0a7e494d859f" providerId="ADAL" clId="{7EE00B7D-F63E-4C4D-863C-A4FAD5C1C5CA}" dt="2026-09-04T13:01:14.417" v="36" actId="26606"/>
          <ac:spMkLst>
            <pc:docMk/>
            <pc:sldMk cId="1829724809" sldId="265"/>
            <ac:spMk id="23" creationId="{0671A8AE-40A1-4631-A6B8-581AFF065482}"/>
          </ac:spMkLst>
        </pc:spChg>
        <pc:spChg chg="add del">
          <ac:chgData name="Άριστος Αρέστη" userId="813aa191-2d4c-464f-9d05-0a7e494d859f" providerId="ADAL" clId="{7EE00B7D-F63E-4C4D-863C-A4FAD5C1C5CA}" dt="2026-09-04T13:01:14.417" v="36" actId="26606"/>
          <ac:spMkLst>
            <pc:docMk/>
            <pc:sldMk cId="1829724809" sldId="265"/>
            <ac:spMk id="24" creationId="{AB58EF07-17C2-48CF-ABB0-EEF1F17CB8F0}"/>
          </ac:spMkLst>
        </pc:spChg>
        <pc:spChg chg="add del">
          <ac:chgData name="Άριστος Αρέστη" userId="813aa191-2d4c-464f-9d05-0a7e494d859f" providerId="ADAL" clId="{7EE00B7D-F63E-4C4D-863C-A4FAD5C1C5CA}" dt="2026-09-04T13:01:14.417" v="36" actId="26606"/>
          <ac:spMkLst>
            <pc:docMk/>
            <pc:sldMk cId="1829724809" sldId="265"/>
            <ac:spMk id="25" creationId="{AF2F604E-43BE-4DC3-B983-E071523364F8}"/>
          </ac:spMkLst>
        </pc:spChg>
        <pc:spChg chg="add del">
          <ac:chgData name="Άριστος Αρέστη" userId="813aa191-2d4c-464f-9d05-0a7e494d859f" providerId="ADAL" clId="{7EE00B7D-F63E-4C4D-863C-A4FAD5C1C5CA}" dt="2026-09-04T13:01:14.417" v="36" actId="26606"/>
          <ac:spMkLst>
            <pc:docMk/>
            <pc:sldMk cId="1829724809" sldId="265"/>
            <ac:spMk id="26" creationId="{08C9B587-E65E-4B52-B37C-ABEBB6E87928}"/>
          </ac:spMkLst>
        </pc:spChg>
        <pc:spChg chg="add del">
          <ac:chgData name="Άριστος Αρέστη" userId="813aa191-2d4c-464f-9d05-0a7e494d859f" providerId="ADAL" clId="{7EE00B7D-F63E-4C4D-863C-A4FAD5C1C5CA}" dt="2026-09-04T13:01:26.317" v="38" actId="26606"/>
          <ac:spMkLst>
            <pc:docMk/>
            <pc:sldMk cId="1829724809" sldId="265"/>
            <ac:spMk id="28" creationId="{16C5FA50-8D52-4617-AF91-5C7B1C8352F1}"/>
          </ac:spMkLst>
        </pc:spChg>
        <pc:spChg chg="add del">
          <ac:chgData name="Άριστος Αρέστη" userId="813aa191-2d4c-464f-9d05-0a7e494d859f" providerId="ADAL" clId="{7EE00B7D-F63E-4C4D-863C-A4FAD5C1C5CA}" dt="2026-09-04T13:01:26.317" v="38" actId="26606"/>
          <ac:spMkLst>
            <pc:docMk/>
            <pc:sldMk cId="1829724809" sldId="265"/>
            <ac:spMk id="29" creationId="{E223798C-12AD-4B0C-A50C-D676347D67CF}"/>
          </ac:spMkLst>
        </pc:spChg>
        <pc:spChg chg="add del">
          <ac:chgData name="Άριστος Αρέστη" userId="813aa191-2d4c-464f-9d05-0a7e494d859f" providerId="ADAL" clId="{7EE00B7D-F63E-4C4D-863C-A4FAD5C1C5CA}" dt="2026-09-04T13:01:35.361" v="41" actId="26606"/>
          <ac:spMkLst>
            <pc:docMk/>
            <pc:sldMk cId="1829724809" sldId="265"/>
            <ac:spMk id="31" creationId="{71B2258F-86CA-4D4D-8270-BC05FCDEBFB3}"/>
          </ac:spMkLst>
        </pc:spChg>
        <pc:spChg chg="add del">
          <ac:chgData name="Άριστος Αρέστη" userId="813aa191-2d4c-464f-9d05-0a7e494d859f" providerId="ADAL" clId="{7EE00B7D-F63E-4C4D-863C-A4FAD5C1C5CA}" dt="2026-09-04T13:01:38.441" v="44" actId="26606"/>
          <ac:spMkLst>
            <pc:docMk/>
            <pc:sldMk cId="1829724809" sldId="265"/>
            <ac:spMk id="33" creationId="{0671A8AE-40A1-4631-A6B8-581AFF065482}"/>
          </ac:spMkLst>
        </pc:spChg>
        <pc:spChg chg="add del">
          <ac:chgData name="Άριστος Αρέστη" userId="813aa191-2d4c-464f-9d05-0a7e494d859f" providerId="ADAL" clId="{7EE00B7D-F63E-4C4D-863C-A4FAD5C1C5CA}" dt="2026-09-04T13:01:38.441" v="44" actId="26606"/>
          <ac:spMkLst>
            <pc:docMk/>
            <pc:sldMk cId="1829724809" sldId="265"/>
            <ac:spMk id="34" creationId="{AB58EF07-17C2-48CF-ABB0-EEF1F17CB8F0}"/>
          </ac:spMkLst>
        </pc:spChg>
        <pc:spChg chg="add del">
          <ac:chgData name="Άριστος Αρέστη" userId="813aa191-2d4c-464f-9d05-0a7e494d859f" providerId="ADAL" clId="{7EE00B7D-F63E-4C4D-863C-A4FAD5C1C5CA}" dt="2026-09-04T13:01:38.441" v="44" actId="26606"/>
          <ac:spMkLst>
            <pc:docMk/>
            <pc:sldMk cId="1829724809" sldId="265"/>
            <ac:spMk id="35" creationId="{AF2F604E-43BE-4DC3-B983-E071523364F8}"/>
          </ac:spMkLst>
        </pc:spChg>
        <pc:spChg chg="add del">
          <ac:chgData name="Άριστος Αρέστη" userId="813aa191-2d4c-464f-9d05-0a7e494d859f" providerId="ADAL" clId="{7EE00B7D-F63E-4C4D-863C-A4FAD5C1C5CA}" dt="2026-09-04T13:01:38.441" v="44" actId="26606"/>
          <ac:spMkLst>
            <pc:docMk/>
            <pc:sldMk cId="1829724809" sldId="265"/>
            <ac:spMk id="36" creationId="{08C9B587-E65E-4B52-B37C-ABEBB6E87928}"/>
          </ac:spMkLst>
        </pc:spChg>
        <pc:spChg chg="add del">
          <ac:chgData name="Άριστος Αρέστη" userId="813aa191-2d4c-464f-9d05-0a7e494d859f" providerId="ADAL" clId="{7EE00B7D-F63E-4C4D-863C-A4FAD5C1C5CA}" dt="2026-09-04T13:01:54.834" v="46" actId="26606"/>
          <ac:spMkLst>
            <pc:docMk/>
            <pc:sldMk cId="1829724809" sldId="265"/>
            <ac:spMk id="38" creationId="{16C5FA50-8D52-4617-AF91-5C7B1C8352F1}"/>
          </ac:spMkLst>
        </pc:spChg>
        <pc:spChg chg="add del">
          <ac:chgData name="Άριστος Αρέστη" userId="813aa191-2d4c-464f-9d05-0a7e494d859f" providerId="ADAL" clId="{7EE00B7D-F63E-4C4D-863C-A4FAD5C1C5CA}" dt="2026-09-04T13:01:54.834" v="46" actId="26606"/>
          <ac:spMkLst>
            <pc:docMk/>
            <pc:sldMk cId="1829724809" sldId="265"/>
            <ac:spMk id="39" creationId="{E223798C-12AD-4B0C-A50C-D676347D67CF}"/>
          </ac:spMkLst>
        </pc:spChg>
        <pc:picChg chg="del">
          <ac:chgData name="Άριστος Αρέστη" userId="813aa191-2d4c-464f-9d05-0a7e494d859f" providerId="ADAL" clId="{7EE00B7D-F63E-4C4D-863C-A4FAD5C1C5CA}" dt="2026-09-04T12:59:46.021" v="21" actId="478"/>
          <ac:picMkLst>
            <pc:docMk/>
            <pc:sldMk cId="1829724809" sldId="265"/>
            <ac:picMk id="5" creationId="{A16061DC-8BBE-6A33-0210-FA51D4C66CE2}"/>
          </ac:picMkLst>
        </pc:picChg>
        <pc:picChg chg="add mod">
          <ac:chgData name="Άριστος Αρέστη" userId="813aa191-2d4c-464f-9d05-0a7e494d859f" providerId="ADAL" clId="{7EE00B7D-F63E-4C4D-863C-A4FAD5C1C5CA}" dt="2026-09-04T13:02:19.890" v="54" actId="14100"/>
          <ac:picMkLst>
            <pc:docMk/>
            <pc:sldMk cId="1829724809" sldId="265"/>
            <ac:picMk id="6" creationId="{C3E55498-40A8-C2ED-DB96-9F659B3ABB0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AF145-49F6-29CE-FC69-82D618E5FE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Y"/>
          </a:p>
        </p:txBody>
      </p:sp>
      <p:sp>
        <p:nvSpPr>
          <p:cNvPr id="3" name="Subtitle 2">
            <a:extLst>
              <a:ext uri="{FF2B5EF4-FFF2-40B4-BE49-F238E27FC236}">
                <a16:creationId xmlns:a16="http://schemas.microsoft.com/office/drawing/2014/main" id="{588B906E-BB03-8406-C2FB-0B36522F92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Y"/>
          </a:p>
        </p:txBody>
      </p:sp>
      <p:sp>
        <p:nvSpPr>
          <p:cNvPr id="4" name="Date Placeholder 3">
            <a:extLst>
              <a:ext uri="{FF2B5EF4-FFF2-40B4-BE49-F238E27FC236}">
                <a16:creationId xmlns:a16="http://schemas.microsoft.com/office/drawing/2014/main" id="{D11C9A5A-823C-D908-0793-B5A9525CDF20}"/>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0BCAF14A-6CCA-8BA0-79CB-54A4C3609C84}"/>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6F8554E2-1097-FE11-125B-4EF74FB4B4AC}"/>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1301081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D8116-E874-698D-DE55-581FA8A944B0}"/>
              </a:ext>
            </a:extLst>
          </p:cNvPr>
          <p:cNvSpPr>
            <a:spLocks noGrp="1"/>
          </p:cNvSpPr>
          <p:nvPr>
            <p:ph type="title"/>
          </p:nvPr>
        </p:nvSpPr>
        <p:spPr/>
        <p:txBody>
          <a:bodyPr/>
          <a:lstStyle/>
          <a:p>
            <a:r>
              <a:rPr lang="en-US"/>
              <a:t>Click to edit Master title style</a:t>
            </a:r>
            <a:endParaRPr lang="en-CY"/>
          </a:p>
        </p:txBody>
      </p:sp>
      <p:sp>
        <p:nvSpPr>
          <p:cNvPr id="3" name="Content Placeholder 2">
            <a:extLst>
              <a:ext uri="{FF2B5EF4-FFF2-40B4-BE49-F238E27FC236}">
                <a16:creationId xmlns:a16="http://schemas.microsoft.com/office/drawing/2014/main" id="{03C87614-FF54-8F14-DB6B-9C142F14F3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F9A651FB-95BC-E39A-FFA8-734852A5D87D}"/>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A5B84F15-CB8C-F506-AA13-A9FA367C16A0}"/>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6057A555-9E07-BCE9-EA6D-466B62D35A87}"/>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423551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13A1-681F-CF87-DB22-2D15F41CE4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Y"/>
          </a:p>
        </p:txBody>
      </p:sp>
      <p:sp>
        <p:nvSpPr>
          <p:cNvPr id="3" name="Text Placeholder 2">
            <a:extLst>
              <a:ext uri="{FF2B5EF4-FFF2-40B4-BE49-F238E27FC236}">
                <a16:creationId xmlns:a16="http://schemas.microsoft.com/office/drawing/2014/main" id="{F4123448-3108-0AC6-9F4C-4B40C0BDA3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A617DE-575D-9B7F-E67F-B104E55B2607}"/>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9B0B4BBE-E33B-83B6-48F3-E2051C500D1C}"/>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17EA24A7-D497-19CC-702B-71F83137D9B2}"/>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2006756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7195F-35C4-FCA6-39BD-70DD820637E2}"/>
              </a:ext>
            </a:extLst>
          </p:cNvPr>
          <p:cNvSpPr>
            <a:spLocks noGrp="1"/>
          </p:cNvSpPr>
          <p:nvPr>
            <p:ph type="title"/>
          </p:nvPr>
        </p:nvSpPr>
        <p:spPr/>
        <p:txBody>
          <a:bodyPr/>
          <a:lstStyle/>
          <a:p>
            <a:r>
              <a:rPr lang="en-US"/>
              <a:t>Click to edit Master title style</a:t>
            </a:r>
            <a:endParaRPr lang="en-CY"/>
          </a:p>
        </p:txBody>
      </p:sp>
      <p:sp>
        <p:nvSpPr>
          <p:cNvPr id="3" name="Content Placeholder 2">
            <a:extLst>
              <a:ext uri="{FF2B5EF4-FFF2-40B4-BE49-F238E27FC236}">
                <a16:creationId xmlns:a16="http://schemas.microsoft.com/office/drawing/2014/main" id="{23117809-45CF-FFD6-0D48-15E1ABBF4D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Content Placeholder 3">
            <a:extLst>
              <a:ext uri="{FF2B5EF4-FFF2-40B4-BE49-F238E27FC236}">
                <a16:creationId xmlns:a16="http://schemas.microsoft.com/office/drawing/2014/main" id="{575EFEE5-FAAF-6C9D-29C0-A6818F3CFA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5" name="Date Placeholder 4">
            <a:extLst>
              <a:ext uri="{FF2B5EF4-FFF2-40B4-BE49-F238E27FC236}">
                <a16:creationId xmlns:a16="http://schemas.microsoft.com/office/drawing/2014/main" id="{8EDA5CDA-495E-8A89-9AD8-A311FE16D35B}"/>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6" name="Footer Placeholder 5">
            <a:extLst>
              <a:ext uri="{FF2B5EF4-FFF2-40B4-BE49-F238E27FC236}">
                <a16:creationId xmlns:a16="http://schemas.microsoft.com/office/drawing/2014/main" id="{5782C74B-7D60-495C-FA6F-6DE7980BB0D5}"/>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4314FB14-166B-3C35-3152-1F0ECC107E38}"/>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396266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51D3A-51E3-6D63-EFED-B3B27A44A4E6}"/>
              </a:ext>
            </a:extLst>
          </p:cNvPr>
          <p:cNvSpPr>
            <a:spLocks noGrp="1"/>
          </p:cNvSpPr>
          <p:nvPr>
            <p:ph type="title"/>
          </p:nvPr>
        </p:nvSpPr>
        <p:spPr>
          <a:xfrm>
            <a:off x="839788" y="365125"/>
            <a:ext cx="10515600" cy="1325563"/>
          </a:xfrm>
        </p:spPr>
        <p:txBody>
          <a:bodyPr/>
          <a:lstStyle/>
          <a:p>
            <a:r>
              <a:rPr lang="en-US"/>
              <a:t>Click to edit Master title style</a:t>
            </a:r>
            <a:endParaRPr lang="en-CY"/>
          </a:p>
        </p:txBody>
      </p:sp>
      <p:sp>
        <p:nvSpPr>
          <p:cNvPr id="3" name="Text Placeholder 2">
            <a:extLst>
              <a:ext uri="{FF2B5EF4-FFF2-40B4-BE49-F238E27FC236}">
                <a16:creationId xmlns:a16="http://schemas.microsoft.com/office/drawing/2014/main" id="{0D3B5591-1394-C0A5-72E0-846166872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F68E5-5D5C-F36F-CD2B-47142C1AD3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5" name="Text Placeholder 4">
            <a:extLst>
              <a:ext uri="{FF2B5EF4-FFF2-40B4-BE49-F238E27FC236}">
                <a16:creationId xmlns:a16="http://schemas.microsoft.com/office/drawing/2014/main" id="{810AECEC-E7CB-5E51-D9DC-A4610EDEF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78FFBD-4E30-9CD4-6037-C009BE94A4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7" name="Date Placeholder 6">
            <a:extLst>
              <a:ext uri="{FF2B5EF4-FFF2-40B4-BE49-F238E27FC236}">
                <a16:creationId xmlns:a16="http://schemas.microsoft.com/office/drawing/2014/main" id="{CC1183E9-3F12-53D5-EBCB-001962276D68}"/>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8" name="Footer Placeholder 7">
            <a:extLst>
              <a:ext uri="{FF2B5EF4-FFF2-40B4-BE49-F238E27FC236}">
                <a16:creationId xmlns:a16="http://schemas.microsoft.com/office/drawing/2014/main" id="{75917381-CB16-D911-8822-07DA211F0ABA}"/>
              </a:ext>
            </a:extLst>
          </p:cNvPr>
          <p:cNvSpPr>
            <a:spLocks noGrp="1"/>
          </p:cNvSpPr>
          <p:nvPr>
            <p:ph type="ftr" sz="quarter" idx="11"/>
          </p:nvPr>
        </p:nvSpPr>
        <p:spPr/>
        <p:txBody>
          <a:bodyPr/>
          <a:lstStyle/>
          <a:p>
            <a:endParaRPr lang="en-CY"/>
          </a:p>
        </p:txBody>
      </p:sp>
      <p:sp>
        <p:nvSpPr>
          <p:cNvPr id="9" name="Slide Number Placeholder 8">
            <a:extLst>
              <a:ext uri="{FF2B5EF4-FFF2-40B4-BE49-F238E27FC236}">
                <a16:creationId xmlns:a16="http://schemas.microsoft.com/office/drawing/2014/main" id="{A6970BFB-6593-7924-006A-7E101D629FD4}"/>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233329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03D0-911B-1C14-0F0A-0E663A42340E}"/>
              </a:ext>
            </a:extLst>
          </p:cNvPr>
          <p:cNvSpPr>
            <a:spLocks noGrp="1"/>
          </p:cNvSpPr>
          <p:nvPr>
            <p:ph type="title"/>
          </p:nvPr>
        </p:nvSpPr>
        <p:spPr/>
        <p:txBody>
          <a:bodyPr/>
          <a:lstStyle/>
          <a:p>
            <a:r>
              <a:rPr lang="en-US"/>
              <a:t>Click to edit Master title style</a:t>
            </a:r>
            <a:endParaRPr lang="en-CY"/>
          </a:p>
        </p:txBody>
      </p:sp>
      <p:sp>
        <p:nvSpPr>
          <p:cNvPr id="3" name="Date Placeholder 2">
            <a:extLst>
              <a:ext uri="{FF2B5EF4-FFF2-40B4-BE49-F238E27FC236}">
                <a16:creationId xmlns:a16="http://schemas.microsoft.com/office/drawing/2014/main" id="{52F7AFB8-752B-0600-5997-DDD8E0944FD5}"/>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4" name="Footer Placeholder 3">
            <a:extLst>
              <a:ext uri="{FF2B5EF4-FFF2-40B4-BE49-F238E27FC236}">
                <a16:creationId xmlns:a16="http://schemas.microsoft.com/office/drawing/2014/main" id="{E37AEA1A-18A4-8E3A-1C33-F836C8268F9B}"/>
              </a:ext>
            </a:extLst>
          </p:cNvPr>
          <p:cNvSpPr>
            <a:spLocks noGrp="1"/>
          </p:cNvSpPr>
          <p:nvPr>
            <p:ph type="ftr" sz="quarter" idx="11"/>
          </p:nvPr>
        </p:nvSpPr>
        <p:spPr/>
        <p:txBody>
          <a:bodyPr/>
          <a:lstStyle/>
          <a:p>
            <a:endParaRPr lang="en-CY"/>
          </a:p>
        </p:txBody>
      </p:sp>
      <p:sp>
        <p:nvSpPr>
          <p:cNvPr id="5" name="Slide Number Placeholder 4">
            <a:extLst>
              <a:ext uri="{FF2B5EF4-FFF2-40B4-BE49-F238E27FC236}">
                <a16:creationId xmlns:a16="http://schemas.microsoft.com/office/drawing/2014/main" id="{806DEF37-BDA0-7BEB-7CC5-CFE0760EDB92}"/>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234968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F1CA0D-D086-71B7-E9CB-19E76CCF4B1F}"/>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3" name="Footer Placeholder 2">
            <a:extLst>
              <a:ext uri="{FF2B5EF4-FFF2-40B4-BE49-F238E27FC236}">
                <a16:creationId xmlns:a16="http://schemas.microsoft.com/office/drawing/2014/main" id="{E4F6318A-424C-4D47-5229-8CDFEFBE081C}"/>
              </a:ext>
            </a:extLst>
          </p:cNvPr>
          <p:cNvSpPr>
            <a:spLocks noGrp="1"/>
          </p:cNvSpPr>
          <p:nvPr>
            <p:ph type="ftr" sz="quarter" idx="11"/>
          </p:nvPr>
        </p:nvSpPr>
        <p:spPr/>
        <p:txBody>
          <a:bodyPr/>
          <a:lstStyle/>
          <a:p>
            <a:endParaRPr lang="en-CY"/>
          </a:p>
        </p:txBody>
      </p:sp>
      <p:sp>
        <p:nvSpPr>
          <p:cNvPr id="4" name="Slide Number Placeholder 3">
            <a:extLst>
              <a:ext uri="{FF2B5EF4-FFF2-40B4-BE49-F238E27FC236}">
                <a16:creationId xmlns:a16="http://schemas.microsoft.com/office/drawing/2014/main" id="{3EA0FCA3-B07C-A81F-A0E4-E913B5BDCDC2}"/>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280628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A5E9A-8818-7914-4DA3-C848B14C6E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Y"/>
          </a:p>
        </p:txBody>
      </p:sp>
      <p:sp>
        <p:nvSpPr>
          <p:cNvPr id="3" name="Content Placeholder 2">
            <a:extLst>
              <a:ext uri="{FF2B5EF4-FFF2-40B4-BE49-F238E27FC236}">
                <a16:creationId xmlns:a16="http://schemas.microsoft.com/office/drawing/2014/main" id="{601C4D62-A3CA-1AEC-2D79-1DFD90EB8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Text Placeholder 3">
            <a:extLst>
              <a:ext uri="{FF2B5EF4-FFF2-40B4-BE49-F238E27FC236}">
                <a16:creationId xmlns:a16="http://schemas.microsoft.com/office/drawing/2014/main" id="{EAD6DE9D-4038-00B9-24E7-40ADA8AD1C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D2B132-798B-32E6-01B7-747E5734DE7C}"/>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6" name="Footer Placeholder 5">
            <a:extLst>
              <a:ext uri="{FF2B5EF4-FFF2-40B4-BE49-F238E27FC236}">
                <a16:creationId xmlns:a16="http://schemas.microsoft.com/office/drawing/2014/main" id="{2DA2E33B-CC46-84DD-8382-1B4705CE19D8}"/>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AC00BC6F-34C6-A8A5-F537-39B91C6FC941}"/>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3082739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9FB6-3F2F-4F95-6680-9456998DF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Y"/>
          </a:p>
        </p:txBody>
      </p:sp>
      <p:sp>
        <p:nvSpPr>
          <p:cNvPr id="3" name="Picture Placeholder 2">
            <a:extLst>
              <a:ext uri="{FF2B5EF4-FFF2-40B4-BE49-F238E27FC236}">
                <a16:creationId xmlns:a16="http://schemas.microsoft.com/office/drawing/2014/main" id="{A2B42926-0459-4CB7-E2A0-A043B5F118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Y"/>
          </a:p>
        </p:txBody>
      </p:sp>
      <p:sp>
        <p:nvSpPr>
          <p:cNvPr id="4" name="Text Placeholder 3">
            <a:extLst>
              <a:ext uri="{FF2B5EF4-FFF2-40B4-BE49-F238E27FC236}">
                <a16:creationId xmlns:a16="http://schemas.microsoft.com/office/drawing/2014/main" id="{8F0E8BE9-CC58-09C2-F7AD-EF1704A53E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51D0AD-DE22-DAB0-EF87-D9486DAE4CD8}"/>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6" name="Footer Placeholder 5">
            <a:extLst>
              <a:ext uri="{FF2B5EF4-FFF2-40B4-BE49-F238E27FC236}">
                <a16:creationId xmlns:a16="http://schemas.microsoft.com/office/drawing/2014/main" id="{BEA33CB9-630D-ADAF-8A6B-48D5AD2A52A6}"/>
              </a:ext>
            </a:extLst>
          </p:cNvPr>
          <p:cNvSpPr>
            <a:spLocks noGrp="1"/>
          </p:cNvSpPr>
          <p:nvPr>
            <p:ph type="ftr" sz="quarter" idx="11"/>
          </p:nvPr>
        </p:nvSpPr>
        <p:spPr/>
        <p:txBody>
          <a:bodyPr/>
          <a:lstStyle/>
          <a:p>
            <a:endParaRPr lang="en-CY"/>
          </a:p>
        </p:txBody>
      </p:sp>
      <p:sp>
        <p:nvSpPr>
          <p:cNvPr id="7" name="Slide Number Placeholder 6">
            <a:extLst>
              <a:ext uri="{FF2B5EF4-FFF2-40B4-BE49-F238E27FC236}">
                <a16:creationId xmlns:a16="http://schemas.microsoft.com/office/drawing/2014/main" id="{113AA644-4694-C01F-E99E-0CD54F3D6DE6}"/>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66539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CFA42-C7D1-DAD2-5F9F-98E49298E05C}"/>
              </a:ext>
            </a:extLst>
          </p:cNvPr>
          <p:cNvSpPr>
            <a:spLocks noGrp="1"/>
          </p:cNvSpPr>
          <p:nvPr>
            <p:ph type="title"/>
          </p:nvPr>
        </p:nvSpPr>
        <p:spPr/>
        <p:txBody>
          <a:bodyPr/>
          <a:lstStyle/>
          <a:p>
            <a:r>
              <a:rPr lang="en-US"/>
              <a:t>Click to edit Master title style</a:t>
            </a:r>
            <a:endParaRPr lang="en-CY"/>
          </a:p>
        </p:txBody>
      </p:sp>
      <p:sp>
        <p:nvSpPr>
          <p:cNvPr id="3" name="Vertical Text Placeholder 2">
            <a:extLst>
              <a:ext uri="{FF2B5EF4-FFF2-40B4-BE49-F238E27FC236}">
                <a16:creationId xmlns:a16="http://schemas.microsoft.com/office/drawing/2014/main" id="{FFDC3574-29E0-BE6E-F38C-AC2FBF886A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A20B5A89-7F14-4B24-4DA2-0CE67838FAC2}"/>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7BAA5E87-8283-B040-7B0C-6CA449915A7B}"/>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A1754257-77B0-2443-F7BF-4F1B8D47E264}"/>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93197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44F305-6917-3BDF-6DD8-8D77E89562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Y"/>
          </a:p>
        </p:txBody>
      </p:sp>
      <p:sp>
        <p:nvSpPr>
          <p:cNvPr id="3" name="Vertical Text Placeholder 2">
            <a:extLst>
              <a:ext uri="{FF2B5EF4-FFF2-40B4-BE49-F238E27FC236}">
                <a16:creationId xmlns:a16="http://schemas.microsoft.com/office/drawing/2014/main" id="{5F2D98FE-AA29-D04F-D859-9C48336F14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34392D60-E15A-7CEC-5220-9135ED546EB1}"/>
              </a:ext>
            </a:extLst>
          </p:cNvPr>
          <p:cNvSpPr>
            <a:spLocks noGrp="1"/>
          </p:cNvSpPr>
          <p:nvPr>
            <p:ph type="dt" sz="half" idx="10"/>
          </p:nvPr>
        </p:nvSpPr>
        <p:spPr/>
        <p:txBody>
          <a:body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4119F923-AF21-908E-9858-D272C7A6CEBD}"/>
              </a:ext>
            </a:extLst>
          </p:cNvPr>
          <p:cNvSpPr>
            <a:spLocks noGrp="1"/>
          </p:cNvSpPr>
          <p:nvPr>
            <p:ph type="ftr" sz="quarter" idx="11"/>
          </p:nvPr>
        </p:nvSpPr>
        <p:spPr/>
        <p:txBody>
          <a:bodyPr/>
          <a:lstStyle/>
          <a:p>
            <a:endParaRPr lang="en-CY"/>
          </a:p>
        </p:txBody>
      </p:sp>
      <p:sp>
        <p:nvSpPr>
          <p:cNvPr id="6" name="Slide Number Placeholder 5">
            <a:extLst>
              <a:ext uri="{FF2B5EF4-FFF2-40B4-BE49-F238E27FC236}">
                <a16:creationId xmlns:a16="http://schemas.microsoft.com/office/drawing/2014/main" id="{00B6EA34-E09D-AD8D-D715-B37F029A965D}"/>
              </a:ext>
            </a:extLst>
          </p:cNvPr>
          <p:cNvSpPr>
            <a:spLocks noGrp="1"/>
          </p:cNvSpPr>
          <p:nvPr>
            <p:ph type="sldNum" sz="quarter" idx="12"/>
          </p:nvPr>
        </p:nvSpPr>
        <p:spPr/>
        <p:txBody>
          <a:bodyPr/>
          <a:lstStyle/>
          <a:p>
            <a:fld id="{F721C629-6173-430A-BEC0-2119B968F0C6}" type="slidenum">
              <a:rPr lang="en-CY" smtClean="0"/>
              <a:t>‹#›</a:t>
            </a:fld>
            <a:endParaRPr lang="en-CY"/>
          </a:p>
        </p:txBody>
      </p:sp>
    </p:spTree>
    <p:extLst>
      <p:ext uri="{BB962C8B-B14F-4D97-AF65-F5344CB8AC3E}">
        <p14:creationId xmlns:p14="http://schemas.microsoft.com/office/powerpoint/2010/main" val="140776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FC5857-C9E2-6D8D-A670-05F8C424B7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Y"/>
          </a:p>
        </p:txBody>
      </p:sp>
      <p:sp>
        <p:nvSpPr>
          <p:cNvPr id="3" name="Text Placeholder 2">
            <a:extLst>
              <a:ext uri="{FF2B5EF4-FFF2-40B4-BE49-F238E27FC236}">
                <a16:creationId xmlns:a16="http://schemas.microsoft.com/office/drawing/2014/main" id="{64B3EF76-8196-A4FB-5519-4C2815FD16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Y"/>
          </a:p>
        </p:txBody>
      </p:sp>
      <p:sp>
        <p:nvSpPr>
          <p:cNvPr id="4" name="Date Placeholder 3">
            <a:extLst>
              <a:ext uri="{FF2B5EF4-FFF2-40B4-BE49-F238E27FC236}">
                <a16:creationId xmlns:a16="http://schemas.microsoft.com/office/drawing/2014/main" id="{D992FF12-32C9-5710-C0C1-F228A8CB7E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B8120F-05E1-40BF-A96D-DCC47F007D06}" type="datetimeFigureOut">
              <a:rPr lang="en-CY" smtClean="0"/>
              <a:t>09/04/2026</a:t>
            </a:fld>
            <a:endParaRPr lang="en-CY"/>
          </a:p>
        </p:txBody>
      </p:sp>
      <p:sp>
        <p:nvSpPr>
          <p:cNvPr id="5" name="Footer Placeholder 4">
            <a:extLst>
              <a:ext uri="{FF2B5EF4-FFF2-40B4-BE49-F238E27FC236}">
                <a16:creationId xmlns:a16="http://schemas.microsoft.com/office/drawing/2014/main" id="{06A5D186-1A97-7F49-6E15-FC052E39BC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Y"/>
          </a:p>
        </p:txBody>
      </p:sp>
      <p:sp>
        <p:nvSpPr>
          <p:cNvPr id="6" name="Slide Number Placeholder 5">
            <a:extLst>
              <a:ext uri="{FF2B5EF4-FFF2-40B4-BE49-F238E27FC236}">
                <a16:creationId xmlns:a16="http://schemas.microsoft.com/office/drawing/2014/main" id="{7221391A-8BD1-899B-883C-D994D04FE5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1C629-6173-430A-BEC0-2119B968F0C6}" type="slidenum">
              <a:rPr lang="en-CY" smtClean="0"/>
              <a:t>‹#›</a:t>
            </a:fld>
            <a:endParaRPr lang="en-CY"/>
          </a:p>
        </p:txBody>
      </p:sp>
    </p:spTree>
    <p:extLst>
      <p:ext uri="{BB962C8B-B14F-4D97-AF65-F5344CB8AC3E}">
        <p14:creationId xmlns:p14="http://schemas.microsoft.com/office/powerpoint/2010/main" val="4257249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CA6896-42E6-3126-01FC-87FBDB3EC724}"/>
              </a:ext>
            </a:extLst>
          </p:cNvPr>
          <p:cNvSpPr>
            <a:spLocks noGrp="1"/>
          </p:cNvSpPr>
          <p:nvPr>
            <p:ph type="ctrTitle"/>
          </p:nvPr>
        </p:nvSpPr>
        <p:spPr>
          <a:xfrm>
            <a:off x="1524000" y="1293338"/>
            <a:ext cx="9144000" cy="3274592"/>
          </a:xfrm>
        </p:spPr>
        <p:txBody>
          <a:bodyPr anchor="ctr">
            <a:normAutofit/>
          </a:bodyPr>
          <a:lstStyle/>
          <a:p>
            <a:r>
              <a:rPr lang="el-GR" sz="6100"/>
              <a:t>Γραφικά Περιβάλλοντα</a:t>
            </a:r>
            <a:br>
              <a:rPr lang="el-GR" sz="6100"/>
            </a:br>
            <a:r>
              <a:rPr lang="el-GR" sz="6100"/>
              <a:t>Επικοινωνίας και Διαχείριση</a:t>
            </a:r>
            <a:br>
              <a:rPr lang="el-GR" sz="6100"/>
            </a:br>
            <a:r>
              <a:rPr lang="el-GR" sz="6100"/>
              <a:t>Παραθύρων</a:t>
            </a:r>
            <a:endParaRPr lang="en-CY" sz="6100"/>
          </a:p>
        </p:txBody>
      </p:sp>
      <p:cxnSp>
        <p:nvCxnSpPr>
          <p:cNvPr id="27" name="Straight Connector 26">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720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0F1156-E59B-7C4A-92B8-596730361FC0}"/>
              </a:ext>
            </a:extLst>
          </p:cNvPr>
          <p:cNvSpPr>
            <a:spLocks noGrp="1"/>
          </p:cNvSpPr>
          <p:nvPr>
            <p:ph type="title"/>
          </p:nvPr>
        </p:nvSpPr>
        <p:spPr>
          <a:xfrm>
            <a:off x="841247" y="978619"/>
            <a:ext cx="3410712" cy="1106424"/>
          </a:xfrm>
        </p:spPr>
        <p:txBody>
          <a:bodyPr>
            <a:normAutofit/>
          </a:bodyPr>
          <a:lstStyle/>
          <a:p>
            <a:r>
              <a:rPr lang="el-GR" sz="2600"/>
              <a:t>Γραφικά Περιβάλλοντα</a:t>
            </a:r>
            <a:r>
              <a:rPr lang="en-US" sz="2600"/>
              <a:t> </a:t>
            </a:r>
            <a:r>
              <a:rPr lang="el-GR" sz="2600"/>
              <a:t>Επικοινωνίας</a:t>
            </a:r>
            <a:endParaRPr lang="en-CY" sz="2600"/>
          </a:p>
        </p:txBody>
      </p:sp>
      <p:sp>
        <p:nvSpPr>
          <p:cNvPr id="19"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1DEA39F-4916-3AE7-D192-FC60E2C517E3}"/>
              </a:ext>
            </a:extLst>
          </p:cNvPr>
          <p:cNvSpPr>
            <a:spLocks noGrp="1"/>
          </p:cNvSpPr>
          <p:nvPr>
            <p:ph idx="1"/>
          </p:nvPr>
        </p:nvSpPr>
        <p:spPr>
          <a:xfrm>
            <a:off x="841248" y="2252870"/>
            <a:ext cx="3412219" cy="3560251"/>
          </a:xfrm>
        </p:spPr>
        <p:txBody>
          <a:bodyPr>
            <a:normAutofit/>
          </a:bodyPr>
          <a:lstStyle/>
          <a:p>
            <a:r>
              <a:rPr lang="el-GR" sz="1700"/>
              <a:t>Επικοινωνία χρήστη και ηλεκτρονικού υπολογιστή</a:t>
            </a:r>
          </a:p>
          <a:p>
            <a:r>
              <a:rPr lang="el-GR" sz="1700"/>
              <a:t>Εύχρηστο περιβάλλον που περιλαμβάνει γραφικές αναπαραστάσεις για τα διάφορα στοιχεία του υπολογιστή</a:t>
            </a:r>
          </a:p>
          <a:p>
            <a:endParaRPr lang="en-CY" sz="1700"/>
          </a:p>
        </p:txBody>
      </p:sp>
      <p:pic>
        <p:nvPicPr>
          <p:cNvPr id="5" name="Picture 4">
            <a:extLst>
              <a:ext uri="{FF2B5EF4-FFF2-40B4-BE49-F238E27FC236}">
                <a16:creationId xmlns:a16="http://schemas.microsoft.com/office/drawing/2014/main" id="{A16061DC-8BBE-6A33-0210-FA51D4C66CE2}"/>
              </a:ext>
            </a:extLst>
          </p:cNvPr>
          <p:cNvPicPr>
            <a:picLocks noChangeAspect="1"/>
          </p:cNvPicPr>
          <p:nvPr/>
        </p:nvPicPr>
        <p:blipFill>
          <a:blip r:embed="rId2"/>
          <a:stretch>
            <a:fillRect/>
          </a:stretch>
        </p:blipFill>
        <p:spPr>
          <a:xfrm>
            <a:off x="5137892" y="1851142"/>
            <a:ext cx="6656832" cy="3072383"/>
          </a:xfrm>
          <a:prstGeom prst="rect">
            <a:avLst/>
          </a:prstGeom>
        </p:spPr>
      </p:pic>
    </p:spTree>
    <p:extLst>
      <p:ext uri="{BB962C8B-B14F-4D97-AF65-F5344CB8AC3E}">
        <p14:creationId xmlns:p14="http://schemas.microsoft.com/office/powerpoint/2010/main" val="2114818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1156-E59B-7C4A-92B8-596730361FC0}"/>
              </a:ext>
            </a:extLst>
          </p:cNvPr>
          <p:cNvSpPr>
            <a:spLocks noGrp="1"/>
          </p:cNvSpPr>
          <p:nvPr>
            <p:ph type="title"/>
          </p:nvPr>
        </p:nvSpPr>
        <p:spPr>
          <a:xfrm>
            <a:off x="481029" y="1061746"/>
            <a:ext cx="3410712" cy="2450381"/>
          </a:xfrm>
        </p:spPr>
        <p:txBody>
          <a:bodyPr>
            <a:normAutofit/>
          </a:bodyPr>
          <a:lstStyle/>
          <a:p>
            <a:r>
              <a:rPr lang="el-GR" sz="2600" dirty="0"/>
              <a:t>Μη Γραφικά Περιβάλλοντα</a:t>
            </a:r>
            <a:r>
              <a:rPr lang="en-US" sz="2600" dirty="0"/>
              <a:t> </a:t>
            </a:r>
            <a:r>
              <a:rPr lang="el-GR" sz="2600" dirty="0"/>
              <a:t>Επικοινωνίας</a:t>
            </a:r>
            <a:br>
              <a:rPr lang="en-US" sz="2600" dirty="0"/>
            </a:br>
            <a:r>
              <a:rPr lang="en-US" sz="2600" dirty="0"/>
              <a:t>CLI(command line interface)</a:t>
            </a:r>
            <a:endParaRPr lang="en-CY" sz="2600" dirty="0"/>
          </a:p>
        </p:txBody>
      </p:sp>
      <p:pic>
        <p:nvPicPr>
          <p:cNvPr id="6" name="Picture 5" descr="A screenshot of a computer&#10;&#10;Description automatically generated">
            <a:extLst>
              <a:ext uri="{FF2B5EF4-FFF2-40B4-BE49-F238E27FC236}">
                <a16:creationId xmlns:a16="http://schemas.microsoft.com/office/drawing/2014/main" id="{C3E55498-40A8-C2ED-DB96-9F659B3ABB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1959" y="886255"/>
            <a:ext cx="7679244" cy="5535904"/>
          </a:xfrm>
          <a:prstGeom prst="rect">
            <a:avLst/>
          </a:prstGeom>
        </p:spPr>
      </p:pic>
    </p:spTree>
    <p:extLst>
      <p:ext uri="{BB962C8B-B14F-4D97-AF65-F5344CB8AC3E}">
        <p14:creationId xmlns:p14="http://schemas.microsoft.com/office/powerpoint/2010/main" val="1829724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CD7FB0-DB54-2F63-6E45-4B7BF1108AE6}"/>
              </a:ext>
            </a:extLst>
          </p:cNvPr>
          <p:cNvSpPr>
            <a:spLocks noGrp="1"/>
          </p:cNvSpPr>
          <p:nvPr>
            <p:ph type="title"/>
          </p:nvPr>
        </p:nvSpPr>
        <p:spPr>
          <a:xfrm>
            <a:off x="630936" y="639520"/>
            <a:ext cx="3429000" cy="1719072"/>
          </a:xfrm>
        </p:spPr>
        <p:txBody>
          <a:bodyPr anchor="b">
            <a:normAutofit/>
          </a:bodyPr>
          <a:lstStyle/>
          <a:p>
            <a:r>
              <a:rPr lang="el-GR" sz="2600"/>
              <a:t>Βασικά στοιχεία ενός Γραφικού</a:t>
            </a:r>
            <a:r>
              <a:rPr lang="en-US" sz="2600"/>
              <a:t> </a:t>
            </a:r>
            <a:r>
              <a:rPr lang="el-GR" sz="2600"/>
              <a:t>Περιβάλλοντος επικοινωνίας</a:t>
            </a:r>
            <a:endParaRPr lang="en-CY" sz="2600"/>
          </a:p>
        </p:txBody>
      </p:sp>
      <p:sp>
        <p:nvSpPr>
          <p:cNvPr id="16"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1E6BB8-BF9B-B5C8-3F3F-13E0163FE154}"/>
              </a:ext>
            </a:extLst>
          </p:cNvPr>
          <p:cNvSpPr>
            <a:spLocks noGrp="1"/>
          </p:cNvSpPr>
          <p:nvPr>
            <p:ph idx="1"/>
          </p:nvPr>
        </p:nvSpPr>
        <p:spPr>
          <a:xfrm>
            <a:off x="630936" y="2807208"/>
            <a:ext cx="3429000" cy="3410712"/>
          </a:xfrm>
        </p:spPr>
        <p:txBody>
          <a:bodyPr anchor="t">
            <a:normAutofit/>
          </a:bodyPr>
          <a:lstStyle/>
          <a:p>
            <a:r>
              <a:rPr lang="el-GR" sz="1200" dirty="0"/>
              <a:t>Επιφάνεια Εργασίας (</a:t>
            </a:r>
            <a:r>
              <a:rPr lang="el-GR" sz="1200" dirty="0" err="1"/>
              <a:t>Desktop</a:t>
            </a:r>
            <a:r>
              <a:rPr lang="el-GR" sz="1200" dirty="0"/>
              <a:t>): Ο χώρος της οθόνης που αρχικά εμφανίζεται στον χρήστη. Μοιάζει με επιφάνεια γραφείου, όπου ο χρήστης τοποθετεί διάφορα «αντικείμενα» με τα οποία </a:t>
            </a:r>
            <a:r>
              <a:rPr lang="el-GR" sz="1200" dirty="0" err="1"/>
              <a:t>αλληλεπιδρά</a:t>
            </a:r>
            <a:r>
              <a:rPr lang="el-GR" sz="1200" dirty="0"/>
              <a:t>.</a:t>
            </a:r>
          </a:p>
          <a:p>
            <a:r>
              <a:rPr lang="el-GR" sz="1200" dirty="0"/>
              <a:t>Εικονίδια (</a:t>
            </a:r>
            <a:r>
              <a:rPr lang="el-GR" sz="1200" dirty="0" err="1"/>
              <a:t>Icons</a:t>
            </a:r>
            <a:r>
              <a:rPr lang="el-GR" sz="1200" dirty="0"/>
              <a:t>): Είναι μικρές εικόνες που αναπαριστούν «αντικείμενα», δηλαδή διάφορα στοιχεία του υπολογιστή, όπως συσκευές, προγράμματα, πληροφορίες.</a:t>
            </a:r>
          </a:p>
          <a:p>
            <a:r>
              <a:rPr lang="el-GR" sz="1200" dirty="0"/>
              <a:t>Παράθυρα (Windows): Παράθυρο είναι μια ορθογώνια περιοχή στην οθόνη, η οποία αποκαλύπτει διάφορες πληροφορίες. Όπως φαίνεται και στην μπορούμε ταυτόχρονα να έχουμε ανοιχτά περισσότερα από ένα παράθυρα, το καθένα, να παρουσιάζει διαφορετικές πληροφορίες.</a:t>
            </a:r>
          </a:p>
        </p:txBody>
      </p:sp>
      <p:pic>
        <p:nvPicPr>
          <p:cNvPr id="4" name="Picture 3">
            <a:extLst>
              <a:ext uri="{FF2B5EF4-FFF2-40B4-BE49-F238E27FC236}">
                <a16:creationId xmlns:a16="http://schemas.microsoft.com/office/drawing/2014/main" id="{62E810DF-5666-B90B-3F75-678D991B498E}"/>
              </a:ext>
            </a:extLst>
          </p:cNvPr>
          <p:cNvPicPr>
            <a:picLocks noChangeAspect="1"/>
          </p:cNvPicPr>
          <p:nvPr/>
        </p:nvPicPr>
        <p:blipFill>
          <a:blip r:embed="rId2"/>
          <a:stretch>
            <a:fillRect/>
          </a:stretch>
        </p:blipFill>
        <p:spPr>
          <a:xfrm>
            <a:off x="4654296" y="1832514"/>
            <a:ext cx="6903720" cy="3192971"/>
          </a:xfrm>
          <a:prstGeom prst="rect">
            <a:avLst/>
          </a:prstGeom>
        </p:spPr>
      </p:pic>
    </p:spTree>
    <p:extLst>
      <p:ext uri="{BB962C8B-B14F-4D97-AF65-F5344CB8AC3E}">
        <p14:creationId xmlns:p14="http://schemas.microsoft.com/office/powerpoint/2010/main" val="1222767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CD7FB0-DB54-2F63-6E45-4B7BF1108AE6}"/>
              </a:ext>
            </a:extLst>
          </p:cNvPr>
          <p:cNvSpPr>
            <a:spLocks noGrp="1"/>
          </p:cNvSpPr>
          <p:nvPr>
            <p:ph type="title"/>
          </p:nvPr>
        </p:nvSpPr>
        <p:spPr>
          <a:xfrm>
            <a:off x="630936" y="640080"/>
            <a:ext cx="4818888" cy="1481328"/>
          </a:xfrm>
        </p:spPr>
        <p:txBody>
          <a:bodyPr anchor="b">
            <a:normAutofit/>
          </a:bodyPr>
          <a:lstStyle/>
          <a:p>
            <a:r>
              <a:rPr lang="el-GR" sz="3000"/>
              <a:t>Βασικά στοιχεία ενός Γραφικού</a:t>
            </a:r>
            <a:r>
              <a:rPr lang="en-US" sz="3000"/>
              <a:t> </a:t>
            </a:r>
            <a:r>
              <a:rPr lang="el-GR" sz="3000"/>
              <a:t>Περιβάλλοντος επικοινωνίας</a:t>
            </a:r>
            <a:endParaRPr lang="en-CY" sz="300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1E6BB8-BF9B-B5C8-3F3F-13E0163FE154}"/>
              </a:ext>
            </a:extLst>
          </p:cNvPr>
          <p:cNvSpPr>
            <a:spLocks noGrp="1"/>
          </p:cNvSpPr>
          <p:nvPr>
            <p:ph idx="1"/>
          </p:nvPr>
        </p:nvSpPr>
        <p:spPr>
          <a:xfrm>
            <a:off x="630936" y="2660904"/>
            <a:ext cx="4818888" cy="3547872"/>
          </a:xfrm>
        </p:spPr>
        <p:txBody>
          <a:bodyPr anchor="t">
            <a:normAutofit/>
          </a:bodyPr>
          <a:lstStyle/>
          <a:p>
            <a:r>
              <a:rPr lang="el-GR" sz="1400"/>
              <a:t>Γραμμή Εργασιών (Taskbar): Είναι μια στενόμακρη λωρίδα που βρίσκεται συνήθως στο κάτω μέρος της επιφάνειας εργασίας και παρουσιάζει στα δεξιά διάφορες χρήσιμες πληροφορίες (π.χ. την ώρα, την κατάσταση μπαταρίας, εάν πρόκειται για φορητό υπολογιστή, κ.λπ.), ενώ στα αριστερά υπάρχει το κουμπί εκκίνησης (Start Button). Στο κέντρο εμφανίζονται ως εικονίδια οι εργασίες τις οποίες έχουμε ενεργοποιημένες, από τις οποίες πήρε και το όνομά της</a:t>
            </a:r>
          </a:p>
          <a:p>
            <a:r>
              <a:rPr lang="el-GR" sz="1400"/>
              <a:t>Ενεργό Παράθυρο (Active Window): Είναι το παράθυρο με το οποίο αλληλεπιδρούμε τη δεδομένη στιγμή (δηλαδή αντιδρά όταν χρησιμοποιούμε το ποντίκι ή το πληκτρολόγιο). Εμφανίζεται με διαφορετικό χρώμα και βρίσκεται στο προσκήνιο (μπροστά από τα άλλα παράθυρα). Το αντίστοιχο εικονίδιο στη Γραμμή Εργασιών επίσης έχει διαφορετική εμφάνιση από τα άλλα.</a:t>
            </a:r>
          </a:p>
          <a:p>
            <a:endParaRPr lang="en-CY" sz="1400"/>
          </a:p>
        </p:txBody>
      </p:sp>
      <p:pic>
        <p:nvPicPr>
          <p:cNvPr id="4" name="Picture 3">
            <a:extLst>
              <a:ext uri="{FF2B5EF4-FFF2-40B4-BE49-F238E27FC236}">
                <a16:creationId xmlns:a16="http://schemas.microsoft.com/office/drawing/2014/main" id="{62E810DF-5666-B90B-3F75-678D991B498E}"/>
              </a:ext>
            </a:extLst>
          </p:cNvPr>
          <p:cNvPicPr>
            <a:picLocks noChangeAspect="1"/>
          </p:cNvPicPr>
          <p:nvPr/>
        </p:nvPicPr>
        <p:blipFill>
          <a:blip r:embed="rId2"/>
          <a:stretch>
            <a:fillRect/>
          </a:stretch>
        </p:blipFill>
        <p:spPr>
          <a:xfrm>
            <a:off x="6099048" y="2166613"/>
            <a:ext cx="5458968" cy="2524773"/>
          </a:xfrm>
          <a:prstGeom prst="rect">
            <a:avLst/>
          </a:prstGeom>
        </p:spPr>
      </p:pic>
    </p:spTree>
    <p:extLst>
      <p:ext uri="{BB962C8B-B14F-4D97-AF65-F5344CB8AC3E}">
        <p14:creationId xmlns:p14="http://schemas.microsoft.com/office/powerpoint/2010/main" val="83489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CD7FB0-DB54-2F63-6E45-4B7BF1108AE6}"/>
              </a:ext>
            </a:extLst>
          </p:cNvPr>
          <p:cNvSpPr>
            <a:spLocks noGrp="1"/>
          </p:cNvSpPr>
          <p:nvPr>
            <p:ph type="title"/>
          </p:nvPr>
        </p:nvSpPr>
        <p:spPr>
          <a:xfrm>
            <a:off x="630936" y="640823"/>
            <a:ext cx="3419856" cy="5583148"/>
          </a:xfrm>
        </p:spPr>
        <p:txBody>
          <a:bodyPr anchor="ctr">
            <a:normAutofit/>
          </a:bodyPr>
          <a:lstStyle/>
          <a:p>
            <a:r>
              <a:rPr lang="el-GR" sz="3800"/>
              <a:t>Βασικά στοιχεία ενός Γραφικού</a:t>
            </a:r>
            <a:r>
              <a:rPr lang="en-US" sz="3800"/>
              <a:t> </a:t>
            </a:r>
            <a:r>
              <a:rPr lang="el-GR" sz="3800"/>
              <a:t>Περιβάλλοντος επικοινωνίας</a:t>
            </a:r>
            <a:endParaRPr lang="en-CY" sz="3800"/>
          </a:p>
        </p:txBody>
      </p:sp>
      <p:sp>
        <p:nvSpPr>
          <p:cNvPr id="27"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2E810DF-5666-B90B-3F75-678D991B498E}"/>
              </a:ext>
            </a:extLst>
          </p:cNvPr>
          <p:cNvPicPr>
            <a:picLocks noChangeAspect="1"/>
          </p:cNvPicPr>
          <p:nvPr/>
        </p:nvPicPr>
        <p:blipFill>
          <a:blip r:embed="rId2"/>
          <a:stretch>
            <a:fillRect/>
          </a:stretch>
        </p:blipFill>
        <p:spPr>
          <a:xfrm>
            <a:off x="4654296" y="993381"/>
            <a:ext cx="6894576" cy="3188742"/>
          </a:xfrm>
          <a:prstGeom prst="rect">
            <a:avLst/>
          </a:prstGeom>
        </p:spPr>
      </p:pic>
      <p:sp>
        <p:nvSpPr>
          <p:cNvPr id="3" name="Content Placeholder 2">
            <a:extLst>
              <a:ext uri="{FF2B5EF4-FFF2-40B4-BE49-F238E27FC236}">
                <a16:creationId xmlns:a16="http://schemas.microsoft.com/office/drawing/2014/main" id="{8F1E6BB8-BF9B-B5C8-3F3F-13E0163FE154}"/>
              </a:ext>
            </a:extLst>
          </p:cNvPr>
          <p:cNvSpPr>
            <a:spLocks noGrp="1"/>
          </p:cNvSpPr>
          <p:nvPr>
            <p:ph idx="1"/>
          </p:nvPr>
        </p:nvSpPr>
        <p:spPr>
          <a:xfrm>
            <a:off x="4654296" y="4798577"/>
            <a:ext cx="6894576" cy="1428487"/>
          </a:xfrm>
        </p:spPr>
        <p:txBody>
          <a:bodyPr anchor="t">
            <a:normAutofit/>
          </a:bodyPr>
          <a:lstStyle/>
          <a:p>
            <a:r>
              <a:rPr lang="el-GR" sz="1900"/>
              <a:t>Κουμπί Εκκίνησης (Start Button): Είναι ένα «κουμπί» στην αριστερή πλευρά της Γραμμής Εργασιών, που όταν το πατήσουμε ανοίγει ένα μενού επιλογών, από όπου μπορούμε να ενεργοποιήσουμε προγράμματα, να αλλάξουμε τις ρυθμίσεις του υπολογιστή κ.ά.</a:t>
            </a:r>
            <a:endParaRPr lang="en-CY" sz="1900"/>
          </a:p>
        </p:txBody>
      </p:sp>
    </p:spTree>
    <p:extLst>
      <p:ext uri="{BB962C8B-B14F-4D97-AF65-F5344CB8AC3E}">
        <p14:creationId xmlns:p14="http://schemas.microsoft.com/office/powerpoint/2010/main" val="3200537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A1E0707-4985-454B-ACE0-4855BB558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90E20DE-F545-C123-F2E2-BC149901C164}"/>
              </a:ext>
            </a:extLst>
          </p:cNvPr>
          <p:cNvSpPr>
            <a:spLocks noGrp="1"/>
          </p:cNvSpPr>
          <p:nvPr>
            <p:ph type="title"/>
          </p:nvPr>
        </p:nvSpPr>
        <p:spPr>
          <a:xfrm>
            <a:off x="733427" y="609599"/>
            <a:ext cx="3686174" cy="1322888"/>
          </a:xfrm>
        </p:spPr>
        <p:txBody>
          <a:bodyPr>
            <a:normAutofit/>
          </a:bodyPr>
          <a:lstStyle/>
          <a:p>
            <a:r>
              <a:rPr lang="el-GR" sz="2400"/>
              <a:t>Βασικά στοιχεία ενός Γραφικού Περιβάλλοντος επικοινωνίας</a:t>
            </a:r>
            <a:endParaRPr lang="en-CY" sz="2400"/>
          </a:p>
        </p:txBody>
      </p:sp>
      <p:sp>
        <p:nvSpPr>
          <p:cNvPr id="3" name="Content Placeholder 2">
            <a:extLst>
              <a:ext uri="{FF2B5EF4-FFF2-40B4-BE49-F238E27FC236}">
                <a16:creationId xmlns:a16="http://schemas.microsoft.com/office/drawing/2014/main" id="{43C787AE-4012-A131-FD71-4D8CC0834E2B}"/>
              </a:ext>
            </a:extLst>
          </p:cNvPr>
          <p:cNvSpPr>
            <a:spLocks noGrp="1"/>
          </p:cNvSpPr>
          <p:nvPr>
            <p:ph idx="1"/>
          </p:nvPr>
        </p:nvSpPr>
        <p:spPr>
          <a:xfrm>
            <a:off x="733427" y="2194101"/>
            <a:ext cx="3543298" cy="3973337"/>
          </a:xfrm>
        </p:spPr>
        <p:txBody>
          <a:bodyPr>
            <a:normAutofit/>
          </a:bodyPr>
          <a:lstStyle/>
          <a:p>
            <a:r>
              <a:rPr lang="el-GR" sz="2000"/>
              <a:t>Μενού (Menu): Είναι ένας κατάλογος με διάφορες λειτουργίες, από όπου μπορούμε να επιλέξουμε αυτήν που επιθυμούμε, συνήθως με το ποντίκι.</a:t>
            </a:r>
            <a:endParaRPr lang="en-CY" sz="2000"/>
          </a:p>
        </p:txBody>
      </p:sp>
      <p:pic>
        <p:nvPicPr>
          <p:cNvPr id="9" name="Picture 8">
            <a:extLst>
              <a:ext uri="{FF2B5EF4-FFF2-40B4-BE49-F238E27FC236}">
                <a16:creationId xmlns:a16="http://schemas.microsoft.com/office/drawing/2014/main" id="{02AD6075-0C2D-F110-08E1-8D7FC90DB59C}"/>
              </a:ext>
            </a:extLst>
          </p:cNvPr>
          <p:cNvPicPr>
            <a:picLocks noChangeAspect="1"/>
          </p:cNvPicPr>
          <p:nvPr/>
        </p:nvPicPr>
        <p:blipFill>
          <a:blip r:embed="rId2"/>
          <a:stretch>
            <a:fillRect/>
          </a:stretch>
        </p:blipFill>
        <p:spPr>
          <a:xfrm>
            <a:off x="5539138" y="1692432"/>
            <a:ext cx="2828925" cy="3473135"/>
          </a:xfrm>
          <a:prstGeom prst="rect">
            <a:avLst/>
          </a:prstGeom>
        </p:spPr>
      </p:pic>
      <p:pic>
        <p:nvPicPr>
          <p:cNvPr id="7" name="Picture 6">
            <a:extLst>
              <a:ext uri="{FF2B5EF4-FFF2-40B4-BE49-F238E27FC236}">
                <a16:creationId xmlns:a16="http://schemas.microsoft.com/office/drawing/2014/main" id="{89D0D951-918C-F140-31BB-3762BFE8FB2B}"/>
              </a:ext>
            </a:extLst>
          </p:cNvPr>
          <p:cNvPicPr>
            <a:picLocks noChangeAspect="1"/>
          </p:cNvPicPr>
          <p:nvPr/>
        </p:nvPicPr>
        <p:blipFill>
          <a:blip r:embed="rId3"/>
          <a:stretch>
            <a:fillRect/>
          </a:stretch>
        </p:blipFill>
        <p:spPr>
          <a:xfrm>
            <a:off x="8673211" y="1934082"/>
            <a:ext cx="2828925" cy="2989835"/>
          </a:xfrm>
          <a:prstGeom prst="rect">
            <a:avLst/>
          </a:prstGeom>
        </p:spPr>
      </p:pic>
    </p:spTree>
    <p:extLst>
      <p:ext uri="{BB962C8B-B14F-4D97-AF65-F5344CB8AC3E}">
        <p14:creationId xmlns:p14="http://schemas.microsoft.com/office/powerpoint/2010/main" val="242574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A21149-35D1-47A1-EB3C-762B917ABC3F}"/>
              </a:ext>
            </a:extLst>
          </p:cNvPr>
          <p:cNvSpPr>
            <a:spLocks noGrp="1"/>
          </p:cNvSpPr>
          <p:nvPr>
            <p:ph type="title"/>
          </p:nvPr>
        </p:nvSpPr>
        <p:spPr>
          <a:xfrm>
            <a:off x="438913" y="859536"/>
            <a:ext cx="4832802" cy="1170432"/>
          </a:xfrm>
        </p:spPr>
        <p:txBody>
          <a:bodyPr anchor="b">
            <a:normAutofit/>
          </a:bodyPr>
          <a:lstStyle/>
          <a:p>
            <a:r>
              <a:rPr lang="el-GR" sz="2900"/>
              <a:t>Βασικά στοιχεία ενός Γραφικού Περιβάλλοντος επικοινωνίας</a:t>
            </a:r>
            <a:endParaRPr lang="en-CY" sz="2900"/>
          </a:p>
        </p:txBody>
      </p:sp>
      <p:sp>
        <p:nvSpPr>
          <p:cNvPr id="18" name="Rectangle 17">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5503315-D134-F6BA-FBE4-247FA7BCE32F}"/>
              </a:ext>
            </a:extLst>
          </p:cNvPr>
          <p:cNvSpPr>
            <a:spLocks noGrp="1"/>
          </p:cNvSpPr>
          <p:nvPr>
            <p:ph idx="1"/>
          </p:nvPr>
        </p:nvSpPr>
        <p:spPr>
          <a:xfrm>
            <a:off x="438912" y="2512611"/>
            <a:ext cx="4832803" cy="3664351"/>
          </a:xfrm>
        </p:spPr>
        <p:txBody>
          <a:bodyPr>
            <a:normAutofit/>
          </a:bodyPr>
          <a:lstStyle/>
          <a:p>
            <a:r>
              <a:rPr lang="el-GR" sz="1800"/>
              <a:t>Πλαίσιο Διαλόγου (Dialog Box): Κάθε φορά που ο Η/Υ</a:t>
            </a:r>
            <a:r>
              <a:rPr lang="en-US" sz="1800"/>
              <a:t> </a:t>
            </a:r>
            <a:r>
              <a:rPr lang="el-GR" sz="1800"/>
              <a:t>χρειάζεται να ανοίξει διάλογο με τον χρήστη, π.χ. Για</a:t>
            </a:r>
            <a:r>
              <a:rPr lang="en-US" sz="1800"/>
              <a:t> </a:t>
            </a:r>
            <a:r>
              <a:rPr lang="el-GR" sz="1800"/>
              <a:t>επιβεβαίωση πριν να εκτελέσει κάποια ενέργεια που του έχει</a:t>
            </a:r>
            <a:r>
              <a:rPr lang="en-US" sz="1800"/>
              <a:t> </a:t>
            </a:r>
            <a:r>
              <a:rPr lang="el-GR" sz="1800"/>
              <a:t>ζητήσει ο χρήστης, συνήθως εμφανίζεται ένα πλαίσιο διαλόγου</a:t>
            </a:r>
            <a:r>
              <a:rPr lang="en-US" sz="1800"/>
              <a:t> </a:t>
            </a:r>
            <a:r>
              <a:rPr lang="el-GR" sz="1800"/>
              <a:t>όπου δίνονται διάφορες επιλογές, ώστε ο χρήστης να επιλέξει</a:t>
            </a:r>
            <a:r>
              <a:rPr lang="en-US" sz="1800"/>
              <a:t> </a:t>
            </a:r>
            <a:r>
              <a:rPr lang="el-GR" sz="1800"/>
              <a:t>αυτήν που ταιριάζει στις ανάγκες του.</a:t>
            </a:r>
            <a:endParaRPr lang="en-CY" sz="1800"/>
          </a:p>
        </p:txBody>
      </p:sp>
      <p:pic>
        <p:nvPicPr>
          <p:cNvPr id="5" name="Picture 4">
            <a:extLst>
              <a:ext uri="{FF2B5EF4-FFF2-40B4-BE49-F238E27FC236}">
                <a16:creationId xmlns:a16="http://schemas.microsoft.com/office/drawing/2014/main" id="{B462FC42-3BAC-83D3-0F76-3AF9BC8F2925}"/>
              </a:ext>
            </a:extLst>
          </p:cNvPr>
          <p:cNvPicPr>
            <a:picLocks noChangeAspect="1"/>
          </p:cNvPicPr>
          <p:nvPr/>
        </p:nvPicPr>
        <p:blipFill>
          <a:blip r:embed="rId2"/>
          <a:stretch>
            <a:fillRect/>
          </a:stretch>
        </p:blipFill>
        <p:spPr>
          <a:xfrm>
            <a:off x="6620256" y="891559"/>
            <a:ext cx="5138928" cy="1995282"/>
          </a:xfrm>
          <a:prstGeom prst="rect">
            <a:avLst/>
          </a:prstGeom>
        </p:spPr>
      </p:pic>
      <p:pic>
        <p:nvPicPr>
          <p:cNvPr id="7" name="Picture 6">
            <a:extLst>
              <a:ext uri="{FF2B5EF4-FFF2-40B4-BE49-F238E27FC236}">
                <a16:creationId xmlns:a16="http://schemas.microsoft.com/office/drawing/2014/main" id="{523FC054-100F-C753-D106-A495D9FEADBC}"/>
              </a:ext>
            </a:extLst>
          </p:cNvPr>
          <p:cNvPicPr>
            <a:picLocks noChangeAspect="1"/>
          </p:cNvPicPr>
          <p:nvPr/>
        </p:nvPicPr>
        <p:blipFill>
          <a:blip r:embed="rId3"/>
          <a:stretch>
            <a:fillRect/>
          </a:stretch>
        </p:blipFill>
        <p:spPr>
          <a:xfrm>
            <a:off x="6620256" y="4194182"/>
            <a:ext cx="5138928" cy="1212836"/>
          </a:xfrm>
          <a:prstGeom prst="rect">
            <a:avLst/>
          </a:prstGeom>
        </p:spPr>
      </p:pic>
    </p:spTree>
    <p:extLst>
      <p:ext uri="{BB962C8B-B14F-4D97-AF65-F5344CB8AC3E}">
        <p14:creationId xmlns:p14="http://schemas.microsoft.com/office/powerpoint/2010/main" val="122365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A65475D-0064-3387-597C-D21F4E270C91}"/>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Τα διάφορα μέρη ενός Παραθύρου (Window)</a:t>
            </a:r>
          </a:p>
        </p:txBody>
      </p:sp>
      <p:sp>
        <p:nvSpPr>
          <p:cNvPr id="14" name="Rectangle 1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a:extLst>
              <a:ext uri="{FF2B5EF4-FFF2-40B4-BE49-F238E27FC236}">
                <a16:creationId xmlns:a16="http://schemas.microsoft.com/office/drawing/2014/main" id="{24AE684B-45B3-CE45-6E8A-11DE4C30C71A}"/>
              </a:ext>
            </a:extLst>
          </p:cNvPr>
          <p:cNvPicPr>
            <a:picLocks noGrp="1" noChangeAspect="1"/>
          </p:cNvPicPr>
          <p:nvPr>
            <p:ph idx="1"/>
          </p:nvPr>
        </p:nvPicPr>
        <p:blipFill>
          <a:blip r:embed="rId2"/>
          <a:stretch>
            <a:fillRect/>
          </a:stretch>
        </p:blipFill>
        <p:spPr>
          <a:xfrm>
            <a:off x="1730598" y="2091095"/>
            <a:ext cx="8734269" cy="4206240"/>
          </a:xfrm>
          <a:prstGeom prst="rect">
            <a:avLst/>
          </a:prstGeom>
        </p:spPr>
      </p:pic>
    </p:spTree>
    <p:extLst>
      <p:ext uri="{BB962C8B-B14F-4D97-AF65-F5344CB8AC3E}">
        <p14:creationId xmlns:p14="http://schemas.microsoft.com/office/powerpoint/2010/main" val="423123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5">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E7C979-DD1D-53BA-945A-A3D2D8B36749}"/>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kern="1200">
                <a:solidFill>
                  <a:schemeClr val="tx1"/>
                </a:solidFill>
                <a:latin typeface="+mj-lt"/>
                <a:ea typeface="+mj-ea"/>
                <a:cs typeface="+mj-cs"/>
              </a:rPr>
              <a:t>Άσκηση για σπίτι</a:t>
            </a:r>
          </a:p>
        </p:txBody>
      </p:sp>
      <p:sp>
        <p:nvSpPr>
          <p:cNvPr id="3" name="Content Placeholder 2">
            <a:extLst>
              <a:ext uri="{FF2B5EF4-FFF2-40B4-BE49-F238E27FC236}">
                <a16:creationId xmlns:a16="http://schemas.microsoft.com/office/drawing/2014/main" id="{2A10DBB3-8F9F-D3DA-9A63-74B643187A73}"/>
              </a:ext>
            </a:extLst>
          </p:cNvPr>
          <p:cNvSpPr>
            <a:spLocks noGrp="1"/>
          </p:cNvSpPr>
          <p:nvPr>
            <p:ph idx="1"/>
          </p:nvPr>
        </p:nvSpPr>
        <p:spPr>
          <a:xfrm>
            <a:off x="599609" y="4685288"/>
            <a:ext cx="4171994" cy="1035781"/>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Άσκηση 17 στη σελίδα 37</a:t>
            </a:r>
          </a:p>
        </p:txBody>
      </p:sp>
      <p:grpSp>
        <p:nvGrpSpPr>
          <p:cNvPr id="23" name="Group 17">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9" name="Straight Connector 18">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EFDD2A-F726-5329-153B-83C8AE4537C9}"/>
              </a:ext>
            </a:extLst>
          </p:cNvPr>
          <p:cNvPicPr>
            <a:picLocks noChangeAspect="1"/>
          </p:cNvPicPr>
          <p:nvPr/>
        </p:nvPicPr>
        <p:blipFill>
          <a:blip r:embed="rId2"/>
          <a:stretch>
            <a:fillRect/>
          </a:stretch>
        </p:blipFill>
        <p:spPr>
          <a:xfrm>
            <a:off x="5917663" y="935682"/>
            <a:ext cx="4986636" cy="4986636"/>
          </a:xfrm>
          <a:prstGeom prst="rect">
            <a:avLst/>
          </a:prstGeom>
        </p:spPr>
      </p:pic>
    </p:spTree>
    <p:extLst>
      <p:ext uri="{BB962C8B-B14F-4D97-AF65-F5344CB8AC3E}">
        <p14:creationId xmlns:p14="http://schemas.microsoft.com/office/powerpoint/2010/main" val="296432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447</Words>
  <Application>Microsoft Office PowerPoint</Application>
  <PresentationFormat>Widescreen</PresentationFormat>
  <Paragraphs>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Γραφικά Περιβάλλοντα Επικοινωνίας και Διαχείριση Παραθύρων</vt:lpstr>
      <vt:lpstr>Γραφικά Περιβάλλοντα Επικοινωνίας</vt:lpstr>
      <vt:lpstr>Μη Γραφικά Περιβάλλοντα Επικοινωνίας CLI(command line interface)</vt:lpstr>
      <vt:lpstr>Βασικά στοιχεία ενός Γραφικού Περιβάλλοντος επικοινωνίας</vt:lpstr>
      <vt:lpstr>Βασικά στοιχεία ενός Γραφικού Περιβάλλοντος επικοινωνίας</vt:lpstr>
      <vt:lpstr>Βασικά στοιχεία ενός Γραφικού Περιβάλλοντος επικοινωνίας</vt:lpstr>
      <vt:lpstr>Βασικά στοιχεία ενός Γραφικού Περιβάλλοντος επικοινωνίας</vt:lpstr>
      <vt:lpstr>Βασικά στοιχεία ενός Γραφικού Περιβάλλοντος επικοινωνίας</vt:lpstr>
      <vt:lpstr>Τα διάφορα μέρη ενός Παραθύρου (Window)</vt:lpstr>
      <vt:lpstr>Άσκηση για σπίτι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Γραφικά Περιβάλλοντα Επικοινωνίας και Διαχείριση Παραθύρων</dc:title>
  <dc:creator>Σπύρος Σπύρου</dc:creator>
  <cp:lastModifiedBy>Άριστος Αρέστη</cp:lastModifiedBy>
  <cp:revision>3</cp:revision>
  <dcterms:created xsi:type="dcterms:W3CDTF">2023-09-20T18:19:31Z</dcterms:created>
  <dcterms:modified xsi:type="dcterms:W3CDTF">2026-09-04T13:02:48Z</dcterms:modified>
</cp:coreProperties>
</file>