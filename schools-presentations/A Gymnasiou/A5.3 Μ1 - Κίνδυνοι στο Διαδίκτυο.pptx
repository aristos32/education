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795353f8d94aeb" /><Relationship Type="http://schemas.openxmlformats.org/officeDocument/2006/relationships/extended-properties" Target="/docProps/app.xml" Id="R6fa27cefd4d64f4a" /><Relationship Type="http://schemas.openxmlformats.org/officeDocument/2006/relationships/officeDocument" Target="/ppt/presentation.xml" Id="R191a4be76b0a46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610b9a3c1c404e"/>
  </p:sldMasterIdLst>
  <p:notesMasterIdLst>
    <p:notesMasterId xmlns:r="http://schemas.openxmlformats.org/officeDocument/2006/relationships" r:id="R1678f8b3b2ce45e7"/>
  </p:notesMasterIdLst>
  <p:sldIdLst>
    <p:sldId xmlns:r="http://schemas.openxmlformats.org/officeDocument/2006/relationships" id="256" r:id="R195f603aa1814f54"/>
    <p:sldId xmlns:r="http://schemas.openxmlformats.org/officeDocument/2006/relationships" id="257" r:id="Rcc05169ad82f4965"/>
    <p:sldId xmlns:r="http://schemas.openxmlformats.org/officeDocument/2006/relationships" id="258" r:id="R926aef70bda74a2a"/>
    <p:sldId xmlns:r="http://schemas.openxmlformats.org/officeDocument/2006/relationships" id="259" r:id="R077856e5df3f41e3"/>
    <p:sldId xmlns:r="http://schemas.openxmlformats.org/officeDocument/2006/relationships" id="260" r:id="R99d5b50072b24577"/>
    <p:sldId xmlns:r="http://schemas.openxmlformats.org/officeDocument/2006/relationships" id="261" r:id="Ra25eff063b36498b"/>
    <p:sldId xmlns:r="http://schemas.openxmlformats.org/officeDocument/2006/relationships" id="262" r:id="Rc2abe0fa2c7c4227"/>
    <p:sldId xmlns:r="http://schemas.openxmlformats.org/officeDocument/2006/relationships" id="263" r:id="R12f5d0942ebf43cb"/>
    <p:sldId xmlns:r="http://schemas.openxmlformats.org/officeDocument/2006/relationships" id="264" r:id="Rc73f2edb8e114452"/>
    <p:sldId xmlns:r="http://schemas.openxmlformats.org/officeDocument/2006/relationships" id="265" r:id="R1fed9b3f16b34d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d2473a4d5045e8" /><Relationship Type="http://schemas.openxmlformats.org/officeDocument/2006/relationships/slideMaster" Target="/ppt/slideMasters/slideMaster1.xml" Id="R87610b9a3c1c404e" /><Relationship Type="http://schemas.openxmlformats.org/officeDocument/2006/relationships/notesMaster" Target="/ppt/notesMasters/notesMaster1.xml" Id="R1678f8b3b2ce45e7" /><Relationship Type="http://schemas.openxmlformats.org/officeDocument/2006/relationships/presProps" Target="/ppt/presProps.xml" Id="R207fffba98674d43" /><Relationship Type="http://schemas.openxmlformats.org/officeDocument/2006/relationships/tableStyles" Target="/ppt/tableStyles.xml" Id="R63d062f1401c44bf" /><Relationship Type="http://schemas.openxmlformats.org/officeDocument/2006/relationships/slide" Target="/ppt/slides/slide1.xml" Id="R195f603aa1814f54" /><Relationship Type="http://schemas.openxmlformats.org/officeDocument/2006/relationships/slide" Target="/ppt/slides/slide2.xml" Id="Rcc05169ad82f4965" /><Relationship Type="http://schemas.openxmlformats.org/officeDocument/2006/relationships/slide" Target="/ppt/slides/slide3.xml" Id="R926aef70bda74a2a" /><Relationship Type="http://schemas.openxmlformats.org/officeDocument/2006/relationships/slide" Target="/ppt/slides/slide4.xml" Id="R077856e5df3f41e3" /><Relationship Type="http://schemas.openxmlformats.org/officeDocument/2006/relationships/slide" Target="/ppt/slides/slide5.xml" Id="R99d5b50072b24577" /><Relationship Type="http://schemas.openxmlformats.org/officeDocument/2006/relationships/slide" Target="/ppt/slides/slide6.xml" Id="Ra25eff063b36498b" /><Relationship Type="http://schemas.openxmlformats.org/officeDocument/2006/relationships/slide" Target="/ppt/slides/slide7.xml" Id="Rc2abe0fa2c7c4227" /><Relationship Type="http://schemas.openxmlformats.org/officeDocument/2006/relationships/slide" Target="/ppt/slides/slide8.xml" Id="R12f5d0942ebf43cb" /><Relationship Type="http://schemas.openxmlformats.org/officeDocument/2006/relationships/slide" Target="/ppt/slides/slide9.xml" Id="Rc73f2edb8e114452" /><Relationship Type="http://schemas.openxmlformats.org/officeDocument/2006/relationships/slide" Target="/ppt/slides/slide10.xml" Id="R1fed9b3f16b34d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0301c4964f4e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2447102d2e4d6c" /><Relationship Type="http://schemas.openxmlformats.org/officeDocument/2006/relationships/notesMaster" Target="/ppt/notesMasters/notesMaster1.xml" Id="Rcbf3c1bfb0484d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fe16a78c564d26" /><Relationship Type="http://schemas.openxmlformats.org/officeDocument/2006/relationships/notesMaster" Target="/ppt/notesMasters/notesMaster1.xml" Id="R18d5a187c3fb45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6953ccaab54a74" /><Relationship Type="http://schemas.openxmlformats.org/officeDocument/2006/relationships/notesMaster" Target="/ppt/notesMasters/notesMaster1.xml" Id="Rf49568f63c3446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93ee2de3f44b91" /><Relationship Type="http://schemas.openxmlformats.org/officeDocument/2006/relationships/notesMaster" Target="/ppt/notesMasters/notesMaster1.xml" Id="R1456e3a8770645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445231e78504e1e" /><Relationship Type="http://schemas.openxmlformats.org/officeDocument/2006/relationships/notesMaster" Target="/ppt/notesMasters/notesMaster1.xml" Id="Rbcf62715ef6f4f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376583b7b34f5e" /><Relationship Type="http://schemas.openxmlformats.org/officeDocument/2006/relationships/notesMaster" Target="/ppt/notesMasters/notesMaster1.xml" Id="R687c6df46e5f4a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0d06693f634514" /><Relationship Type="http://schemas.openxmlformats.org/officeDocument/2006/relationships/notesMaster" Target="/ppt/notesMasters/notesMaster1.xml" Id="R0384434e5fdc42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a7f693d136413e" /><Relationship Type="http://schemas.openxmlformats.org/officeDocument/2006/relationships/notesMaster" Target="/ppt/notesMasters/notesMaster1.xml" Id="Rfa6c67e267d141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db18ec29f44da2" /><Relationship Type="http://schemas.openxmlformats.org/officeDocument/2006/relationships/notesMaster" Target="/ppt/notesMasters/notesMaster1.xml" Id="R29421ddc4a4d45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fb670eb6c1498a" /><Relationship Type="http://schemas.openxmlformats.org/officeDocument/2006/relationships/notesMaster" Target="/ppt/notesMasters/notesMaster1.xml" Id="R41ebb0caab4746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Πηγές: σχολικό βιβλίο θεωρίας και Φύλλα Εργασίας Πληροφορικής Α΄ Γυμνασίου, ενότητα Α.5.3.Μ1. Πρότυπο μορφοποίησης: A1Μ1 Εισαγωγή στις Βασικές Έννοιες.pptx.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62321696bc47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bf30e8f7546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5b478bf47548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6bda706d94b6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82b446478c483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bf014a416444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5E740E6-E13E-473B-A081-73FE3453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C27A8EB-9F25-44B5-8C3F-3B66FA1A79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5BFB5A1-9487-4ABB-AC1D-68C471443FD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273C24D-2461-497A-9D95-4AD84724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B0BC538-1A2A-44B5-B358-20F3CD866B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83B7223-094D-4C19-967B-A83C6530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D562E19-1EB6-45D6-9C50-1A196F032E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922428D-2C11-42A3-B11E-7401A0562A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1074656-3348-40C9-9420-CD171E55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C1DE56B-9E3A-475C-A149-A35478CCC5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E014BC-161E-4994-81F0-D050A13A68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2AFAA3F-66F3-43BF-B5BC-CAE674ACCA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F91233CA-57F3-46F0-B8E9-62AAFF97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089AAF3-09F2-4800-BD82-250335FACD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2F66D88-0390-48E2-8BAC-000A37BF0F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c24d1624484dd0" /><Relationship Type="http://schemas.openxmlformats.org/officeDocument/2006/relationships/slideLayout" Target="/ppt/slideLayouts/slideLayout1.xml" Id="Ra5a97e7bd1bc40b9" /><Relationship Type="http://schemas.openxmlformats.org/officeDocument/2006/relationships/slideLayout" Target="/ppt/slideLayouts/slideLayout2.xml" Id="R9663cd8009554bc6" /><Relationship Type="http://schemas.openxmlformats.org/officeDocument/2006/relationships/slideLayout" Target="/ppt/slideLayouts/slideLayout3.xml" Id="R83fe09b90b7844d3" /><Relationship Type="http://schemas.openxmlformats.org/officeDocument/2006/relationships/slideLayout" Target="/ppt/slideLayouts/slideLayout4.xml" Id="Rd9b27a9104174394" /><Relationship Type="http://schemas.openxmlformats.org/officeDocument/2006/relationships/slideLayout" Target="/ppt/slideLayouts/slideLayout5.xml" Id="Re489ba45d2514795" /><Relationship Type="http://schemas.openxmlformats.org/officeDocument/2006/relationships/slideLayout" Target="/ppt/slideLayouts/slideLayout6.xml" Id="R06098377633241b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a97e7bd1bc40b9"/>
    <p:sldLayoutId xmlns:r="http://schemas.openxmlformats.org/officeDocument/2006/relationships" id="2147483650" r:id="R9663cd8009554bc6"/>
    <p:sldLayoutId xmlns:r="http://schemas.openxmlformats.org/officeDocument/2006/relationships" id="2147483651" r:id="R83fe09b90b7844d3"/>
    <p:sldLayoutId xmlns:r="http://schemas.openxmlformats.org/officeDocument/2006/relationships" id="2147483652" r:id="Rd9b27a9104174394"/>
    <p:sldLayoutId xmlns:r="http://schemas.openxmlformats.org/officeDocument/2006/relationships" id="2147483653" r:id="Re489ba45d2514795"/>
    <p:sldLayoutId xmlns:r="http://schemas.openxmlformats.org/officeDocument/2006/relationships" id="2147483654" r:id="R06098377633241b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df2ad44dce4d10" /><Relationship Type="http://schemas.openxmlformats.org/officeDocument/2006/relationships/image" Target="/ppt/media/image.png" Id="R087c50d32be24211" /><Relationship Type="http://schemas.openxmlformats.org/officeDocument/2006/relationships/notesSlide" Target="/ppt/notesSlides/notesSlide1.xml" Id="R987b91639fc74e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549bc20414449a" /><Relationship Type="http://schemas.openxmlformats.org/officeDocument/2006/relationships/notesSlide" Target="/ppt/notesSlides/notesSlide2.xml" Id="Rc54b6588355e403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866d4a89164ea3" /><Relationship Type="http://schemas.openxmlformats.org/officeDocument/2006/relationships/notesSlide" Target="/ppt/notesSlides/notesSlide3.xml" Id="Rcd1d7a560a4740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3da0e98fdc44fc" /><Relationship Type="http://schemas.openxmlformats.org/officeDocument/2006/relationships/notesSlide" Target="/ppt/notesSlides/notesSlide4.xml" Id="Rfa5a5bbc004e44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2766eb4e264b08" /><Relationship Type="http://schemas.openxmlformats.org/officeDocument/2006/relationships/notesSlide" Target="/ppt/notesSlides/notesSlide5.xml" Id="R20ffefa174774b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f458f8551447b4" /><Relationship Type="http://schemas.openxmlformats.org/officeDocument/2006/relationships/notesSlide" Target="/ppt/notesSlides/notesSlide6.xml" Id="R65ddc86b444241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8708b892e64386" /><Relationship Type="http://schemas.openxmlformats.org/officeDocument/2006/relationships/notesSlide" Target="/ppt/notesSlides/notesSlide7.xml" Id="Rc0fb5de20f454e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92e0dfeed4cfb" /><Relationship Type="http://schemas.openxmlformats.org/officeDocument/2006/relationships/notesSlide" Target="/ppt/notesSlides/notesSlide8.xml" Id="Ra99c4fcb18a947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7e9cb2e0604b9e" /><Relationship Type="http://schemas.openxmlformats.org/officeDocument/2006/relationships/notesSlide" Target="/ppt/notesSlides/notesSlide9.xml" Id="R7ec48a7fe7e042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f7164d815b4a5b" /><Relationship Type="http://schemas.openxmlformats.org/officeDocument/2006/relationships/notesSlide" Target="/ppt/notesSlides/notesSlide10.xml" Id="Raaa6581b08bf41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2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c50d32be24211"/>
          <a:srcRect xmlns:a="http://schemas.openxmlformats.org/drawingml/2006/main" l="0" t="7529" r="0" b="75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459813-6FC3-43FF-B508-C9699B83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93161-6AC8-4BE9-AA6C-AB576ADB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Α.5.3.Μ1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4B59C-760A-407B-9B40-14CBA962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33625"/>
            <a:ext cx="7524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6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Κίνδυνοι στο Διαδίκτυο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81CE7-727B-44F1-ADBD-51318B0A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9525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0783041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9E742-DBAE-4377-9277-8DFBB7DB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Τρεις βασικοί κίνδυνοι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7BC83-B409-419B-BC0F-F8BE9B40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46E77A-42DD-4AC4-820A-189CB2A9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347662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31572-B351-4C9B-841F-C56BE5334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430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D9A25-C6A0-465B-A5C9-FF13686F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000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Κακόβουλα προγράμματα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66F18A-DAF9-4FEB-92AC-0CC2921B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295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Ιοί, δούρειοι ίπποι και σκουλήκια που προκαλούν προβλήματα στη λειτουργία του υπολογιστή.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7F5A2-3F5A-4ECE-84FF-6A60B41A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19250"/>
            <a:ext cx="347662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740A6-12AF-427B-8CDD-AA998196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619250"/>
            <a:ext cx="11430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D19D25-F47C-4B78-8163-236C97AA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09750"/>
            <a:ext cx="3000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Spam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75A3E3-4984-4258-B400-74141150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43150"/>
            <a:ext cx="295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Μαζικά ανεπιθύμητα μηνύματα, συνήθως για διαφημίσεις, προϊόντα, υπηρεσίες ή τυχερά παιχνίδια.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40DB5-5617-473B-B4C7-C5CDEAD4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3476625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6C5217-717D-4C8D-983F-2C89965E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19250"/>
            <a:ext cx="11430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29587-ED8B-469E-822E-06B9A3E7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3000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Phishing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59033-94FE-469D-8D68-B690E557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43150"/>
            <a:ext cx="2952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Παραπλάνηση ώστε ο χρήστης να δώσει προσωπικά στοιχεία, τραπεζικούς αριθμούς ή κωδικούς.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9810BF-C97C-4662-9A46-0F7FE71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340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Αναγνωρίζω τον κίνδυνο → δεν αντιδρώ βιαστικά → προστατεύω τα στοιχεία μου.</a:t>
            </a:r>
          </a:p>
        </p:txBody>
      </p:sp>
    </p:spTree>
    <p:extLst>
      <p:ext uri="{BB962C8B-B14F-4D97-AF65-F5344CB8AC3E}">
        <p14:creationId xmlns:p14="http://schemas.microsoft.com/office/powerpoint/2010/main" val="200738416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0661E-6EA0-4917-9622-DF81B7F9C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Κακόβουλα προγράμματα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62F7F-A64F-4DB7-867C-3490930F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39F9D0-9F46-46B7-8700-CD25760D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7162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Μπορούν να: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9BA152-BD47-4591-AE16-689B6F5F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52387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διαγράφουν ή αλλοιώνουν αρχεία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κλέβουν προσωπικές πληροφορίες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εγκαθιστούν άλλα επιβλαβή προγράμματα</a:t>
            </a:r>
          </a:p>
          <a:p xmlns:a="http://schemas.openxmlformats.org/drawingml/2006/main">
            <a:pPr marL="279400" indent="-165100" algn="l">
              <a:spcAft>
                <a:spcPts val="400"/>
              </a:spcAft>
              <a:buChar char="•"/>
              <a:defRPr sz="165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επιβραδύνουν ή σταματούν τον υπολογιστή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7C020-12A5-46AF-8CC6-BD83FA9D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953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C2C4B4-D60D-402D-A030-E6E25AAF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114300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3EFB4-D86B-4587-815C-3A24570A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Πώς μπορεί να φτάσουν;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F7190-8F10-4C19-85EC-C075D955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42912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Συχνά κρύβονται σε επισυναπτόμενα αρχεία ή σε αρχεία που κατεβάζουμε. Ένα αρχείο μπορεί να φαίνεται ως εικόνα, αλλά να έχει δεύτερη, επικίνδυνη επέκταση.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06994B-A547-4B75-9232-D5A299B9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Άγνωστος αποστολέας + ύποπτο συνημμένο = δεν το ανοίγουμε.</a:t>
            </a:r>
          </a:p>
        </p:txBody>
      </p:sp>
    </p:spTree>
    <p:extLst>
      <p:ext uri="{BB962C8B-B14F-4D97-AF65-F5344CB8AC3E}">
        <p14:creationId xmlns:p14="http://schemas.microsoft.com/office/powerpoint/2010/main" val="20478620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69C311-9476-469B-8B2B-7E7147C0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Προστασία από κακόβουλα προγράμματα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2DD22A-BCE9-4E45-A943-E9553776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B189A8-D122-444F-8615-20A056CB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650E1-9662-49F3-8179-3A6AC6C7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BD61C-13BC-4AE9-8566-0997FB0F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Antivirus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1EE05-7EDE-42F2-BB12-DC2F097A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6687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Εγκαθιστούμε αξιόπιστο πρόγραμμα προστασίας.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9EAA5-065B-4F52-9F61-567B5F3D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2412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63555-7B8D-446D-B0C6-8B936951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2412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C6D84-0349-4979-BBAC-46A34C9C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9557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Ενημέρωση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F1910-C42C-42A4-BB14-B3BF56DC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6670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Ανανεώνουμε συχνά το antivirus για νέες απειλές.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6E20D4-7D32-421C-9FE6-0C3AAF68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24250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160B6B-6813-422C-AFCD-1680F640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24250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1F6D6-5D2C-4FCA-A3C5-F663E8B3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96207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Αντίγραφα ασφαλείας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F6BD1-22BA-4CFB-A85F-0CF01929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6712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Κρατούμε backup των σημαντικών αρχείων.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FD8AE-4BC0-44B7-A203-A6A1C6BE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243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EA2648-3C68-4399-AE56-AE8F673E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243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6B294D-C3E2-47EF-8E77-C8DBA306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958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Πλήρης έλεγχος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26F672-A255-43CC-84E4-D72A7546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667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Σε πιθανή μόλυνση εκτελούμε full system scan.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92CA78-AB01-4543-B60B-9E491B01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572125"/>
            <a:ext cx="771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Το antivirus μπορεί να διαγράψει ή να απομονώσει ένα μολυσμένο αρχείο.</a:t>
            </a:r>
          </a:p>
        </p:txBody>
      </p:sp>
    </p:spTree>
    <p:extLst>
      <p:ext uri="{BB962C8B-B14F-4D97-AF65-F5344CB8AC3E}">
        <p14:creationId xmlns:p14="http://schemas.microsoft.com/office/powerpoint/2010/main" val="4601800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3CC06-41A9-44F3-A167-654937B6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Ανεπιθύμητα μηνύματα — Spam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0BD770-3AE3-40C9-991F-EB9D4813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9BDBF1-38D6-4D25-8FB4-3A4ECA3E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95300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164FB-51DD-4F6C-8E44-21153444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114300" cy="3190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6B1E3-9085-4003-B1D4-0A67A785D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097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Πώς τα αναγνωρίζουμε;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D5848F-CA6E-46B4-96A5-E31D4BF9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4429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Αποστέλλονται μαζικά χωρίς να τα έχουμε ζητήσει. Συχνά υπόσχονται δώρα, κέρδη ή προωθούν προϊόντα, υπηρεσίες και τυχερά παιχνίδια.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FECEE-8EEF-4AD3-B7ED-E402409C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953000" cy="3190875"/>
          </a:xfrm>
          <a:prstGeom xmlns:a="http://schemas.openxmlformats.org/drawingml/2006/main" prst="roundRect">
            <a:avLst>
              <a:gd name="adj" fmla="val 2388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DE8A57-9D95-4C69-8072-83396E04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114300" cy="3190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BAA89A-99B7-45B5-B87E-DF43A1AE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Πώς προστατευόμαστε;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6D92E-DE2F-4FDC-BAE7-F50ED10A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429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δίνουμε το e-mail μας σε οργανισμούς που δεν εμπιστευόμαστε, δεν απαντούμε και ενεργοποιούμε φίλτρα ανεπιθύμητης αλληλογραφίας.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FF55C9-A4BE-4F4F-8B2F-4ACE8927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9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Αποστολή σε πολλούς παραλήπτες δεν σημαίνει πάντα spam — κριτήριο είναι αν το ζητήσαμε και αν εμπιστευόμαστε τον αποστολέα.</a:t>
            </a:r>
          </a:p>
        </p:txBody>
      </p:sp>
    </p:spTree>
    <p:extLst>
      <p:ext uri="{BB962C8B-B14F-4D97-AF65-F5344CB8AC3E}">
        <p14:creationId xmlns:p14="http://schemas.microsoft.com/office/powerpoint/2010/main" val="12103674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715382-66F0-4FBA-8A14-49ABC95E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Υποκλοπή προσωπικών δεδομένων — Phishing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E034E-6D36-4EED-8498-A91FBD66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3BC62-D1A8-4659-B51C-1922A377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47637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Στόχος: να μας πείσει να αποκαλύψουμε στοιχεία.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04377-F70F-4B92-96B1-228C7E6D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33337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635195-C3DC-44DA-BDD6-2CBEF229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11430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88636-3D59-4879-8494-5000103E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241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9713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Ζητά προσωπικά στοιχεία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00AB3-DDFC-4BA7-8C78-69432A16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57525"/>
            <a:ext cx="2809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Ταυτότητα, τραπεζικός λογαριασμός, κάρτα ή κωδικούς.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74F2A-DFE0-4ACA-AD83-1F7D8392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33337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15B00-0433-448B-BEB7-9B2869ED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33625"/>
            <a:ext cx="11430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3A283-CE62-41F8-83C2-569107FE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5241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Δημιουργεί πίεση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4B9CA4-AEC2-41B8-80DB-E4A50F69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057525"/>
            <a:ext cx="2809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«Άμεσα», «ο λογαριασμός θα κλείσει», «κερδίσατε δώρο».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0DCB1-3D52-443F-93BB-B6D25F32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33625"/>
            <a:ext cx="33337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D0138-F742-4E9A-9DFE-B64B47E5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33625"/>
            <a:ext cx="11430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BA4E2E-AD6D-47DD-9CE2-5D5CEF6D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241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Οδηγεί σε πλαστή σελίδα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C72FE-747A-40D2-AA17-D5586126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057525"/>
            <a:ext cx="280987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Ο σύνδεσμος μοιάζει επίσημος αλλά ζητά καταχώρηση στοιχείων.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F1CB4E-6AF7-4AAA-9579-B092DC7C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8637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Δεν στέλνουμε ποτέ κωδικούς ή τραπεζικά στοιχεία μέσω e-mail.</a:t>
            </a:r>
          </a:p>
        </p:txBody>
      </p:sp>
    </p:spTree>
    <p:extLst>
      <p:ext uri="{BB962C8B-B14F-4D97-AF65-F5344CB8AC3E}">
        <p14:creationId xmlns:p14="http://schemas.microsoft.com/office/powerpoint/2010/main" val="110698361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479D54-7747-4255-8C7E-A87F8BF1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Πώς ελέγχουμε ένα ύποπτο μήνυμα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7EE98-6BC7-4E5C-BBE3-56A9AC2B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BA5E6-5A1F-458E-90E6-18C58146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1546F-2A36-4820-9D7A-6A87B89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8BBFD-ABCD-41E5-8302-98FD1CE2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478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1. Αποστολέας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EA4CB-A6DB-4CBF-8FC4-901D64EE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19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Γνωρίζω και εμπιστεύομαι τη διεύθυνση;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8FC77-D620-4F77-B65E-E945B91A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31182-5CB1-42BA-9FAD-F64B3A5F9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288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DBC26-755B-4769-87DB-A11B57A4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03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2. Αίτημα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77C53-731A-456A-A44F-FDEF882A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571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Ζητά κωδικούς, χρήματα ή προσωπικά στοιχεία;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5983D-8D70-47A6-B276-7F2282C0A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0600A-0A20-4503-BF1B-E2B76757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C85860-6F52-414D-822A-473257CE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28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3. Συνημμένο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3BD240-AEE8-40D2-A051-A048373C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24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Περίμενα αυτό το αρχείο και γνωρίζω τον τύπο του;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CCDA7-2909-4746-91AD-37FC625C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A9F0CA-2B80-41BE-9A89-790161BE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33875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4AF2C2-BC8F-4D0A-9A4F-3E2CF861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4. Ενέργεια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659464-BD3B-4141-B867-5AEF6520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476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πατώ σύνδεσμο· ενημερώνω ενήλικα ή υπεύθυνο.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E3A9C8-F98E-43A6-8CAF-0C411B0E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76875"/>
            <a:ext cx="742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Η περιέργεια δεν είναι λόγος για να ανοίξουμε ένα άγνωστο αρχείο.</a:t>
            </a:r>
          </a:p>
        </p:txBody>
      </p:sp>
    </p:spTree>
    <p:extLst>
      <p:ext uri="{BB962C8B-B14F-4D97-AF65-F5344CB8AC3E}">
        <p14:creationId xmlns:p14="http://schemas.microsoft.com/office/powerpoint/2010/main" val="6907908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B2333-AB30-43C3-B34B-DFE9DAD3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Τρία παραδείγματα — σωστή αντίδραση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B0193-8E54-4DBC-97BF-AD35FADF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6FF4E1-B9AD-4B97-AE1A-15F37896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71625"/>
            <a:ext cx="357187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47F38-D6DB-4314-823D-9BC4E859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71625"/>
            <a:ext cx="114300" cy="3429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EA804-FBBF-4DDA-BEF3-9681F198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309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4C4C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C94C4C"/>
                </a:solidFill>
                <a:latin typeface="Inter"/>
                <a:ea typeface="Inter"/>
                <a:cs typeface="Inter"/>
              </a:rPr>
              <a:t>Άγνωστος + συνημμένο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1E4C6-C716-4E7A-A3F2-3252A187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95525"/>
            <a:ext cx="304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ανοίγω το αρχείο. Διαγράφω ή αναφέρω το μήνυμα και ελέγχω τον υπολογιστή αν το άνοιξα.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2B772-782D-4BB4-84AA-57ADA035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71625"/>
            <a:ext cx="357187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24535-ABC4-4448-9D63-81574891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71625"/>
            <a:ext cx="114300" cy="3429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6DF94-0A6C-4145-873D-FC3318FE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762125"/>
            <a:ext cx="309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«Στείλε αριθμό και PIN»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6ECF4-5DBF-428A-8023-9E5A16F8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95525"/>
            <a:ext cx="304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Πρόκειται πιθανότατα για phishing. Δεν απαντώ και επικοινωνώ με τον οργανισμό από επίσημο κανάλι.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C6F18-0BBF-48A0-BEC0-5B94EB84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571625"/>
            <a:ext cx="3571875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5D5E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AFDC41-1915-417F-B7DC-3FD28A87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571625"/>
            <a:ext cx="114300" cy="3429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38C0A-4455-4BA3-9D31-F5AA860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1762125"/>
            <a:ext cx="309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9551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7C27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47C27"/>
                </a:solidFill>
                <a:latin typeface="Inter"/>
                <a:ea typeface="Inter"/>
                <a:cs typeface="Inter"/>
              </a:rPr>
              <a:t>«Στείλε username/password»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D7AA3-8ABC-45A7-900E-18E67CD4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2295525"/>
            <a:ext cx="3048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μοιράζομαι κωδικούς με κανέναν. Αλλάζω τον κωδικό αν τον αποκάλυψα και ζητώ βοήθεια.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DD31B-A84F-41EB-93CA-A5164B3C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81625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B76C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4B76C5"/>
                </a:solidFill>
                <a:latin typeface="Inter"/>
                <a:ea typeface="Inter"/>
                <a:cs typeface="Inter"/>
              </a:rPr>
              <a:t>Κοινός κανόνας: σταματώ, ελέγχω, ζητώ βοήθεια.</a:t>
            </a:r>
          </a:p>
        </p:txBody>
      </p:sp>
    </p:spTree>
    <p:extLst>
      <p:ext uri="{BB962C8B-B14F-4D97-AF65-F5344CB8AC3E}">
        <p14:creationId xmlns:p14="http://schemas.microsoft.com/office/powerpoint/2010/main" val="286638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F402D3-6D75-458D-A619-20670550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Γρήγορη ανακεφαλαίωση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E6A0AD-3544-4454-9982-BB0A99C5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0EA89-1C3A-462B-B78A-5219A382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1B32E-FA9B-4CDA-8F01-0A6564E8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C94C4C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34BECC-B600-4A66-B216-41ED8B80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Virus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2BBCF-42FB-4199-B129-B2948741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66687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Antivirus, ενημερώσεις, backup, προσοχή στα συνημμένα.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3E453-3E63-48EA-8628-84DFAA63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71750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C6EBE-3247-42F1-AB71-44DC35D7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71750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24960-427F-4448-A502-69E5C1A4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Spam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1FE3E-1404-4576-8092-6707A3F6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1462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απαντώ, δεν δίνω εύκολα το e-mail μου, ενεργοποιώ φίλτρα.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58827B-4DAA-44DC-B1C1-5D59D6760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19500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05A85-4201-4551-B224-1DF707CB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19500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5A58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423C47-A95A-4A3C-B474-CAADEE86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Phishing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326774-2AF9-4205-B14B-11B82415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6237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Ελέγχω τον αποστολέα και δεν δίνω προσωπικά στοιχεία.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2EC96F-233B-4D1C-AA99-D3626FF8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1076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5F7"/>
          </a:solidFill>
          <a:ln xmlns:a="http://schemas.openxmlformats.org/drawingml/2006/main" w="9525">
            <a:solidFill>
              <a:srgbClr val="D9D9E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DF5778-DBB6-4654-A2D1-151718F27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67250"/>
            <a:ext cx="2333625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CC3ADF-24AD-4D63-84A3-36D388F0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387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Ύποπτο μήνυμα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2B6F8F-8B93-49D8-9A06-DFBBCADC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810125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Δεν ανοίγω συνδέσμους/αρχεία και ενημερώνω ενήλικα.</a:t>
            </a:r>
          </a:p>
        </p:txBody>
      </p:sp>
    </p:spTree>
    <p:extLst>
      <p:ext uri="{BB962C8B-B14F-4D97-AF65-F5344CB8AC3E}">
        <p14:creationId xmlns:p14="http://schemas.microsoft.com/office/powerpoint/2010/main" val="2927271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E8B2C4-4652-4C3D-9091-DFE22165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2925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Ερωτήσεις του Φύλλου Εργασίας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ECDC6-8EB9-4B33-B6E4-62A61A73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9B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EF4A56-B520-4185-B9FA-AD4B2103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723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51515"/>
                </a:solidFill>
                <a:latin typeface="Inter"/>
                <a:ea typeface="Inter"/>
                <a:cs typeface="Inter"/>
              </a:rPr>
              <a:t>Η θεωρία καλύπτει τις δραστηριότητες του Α.5.3.Μ1: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B4A0C9-CA03-425F-B9F0-4A90AE68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ED7DCE-38A8-4559-912F-83BB18B7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1–6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BA7EC-6208-4043-A000-557155EE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095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Αναγνώριση ιών, antivirus, spam και phishing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2EE93-3C0E-4523-9050-2F15CCCB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2CDE3-2BE4-443B-8387-BFC01D5E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622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7–13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5A2047-30C1-48F4-B3A7-2CB9C61D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241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Αντιμετώπιση ύποπτων μηνυμάτων και αιτημάτων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81AE3-BA7B-49E1-BC4E-03B22333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47C2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2BAC7-EADD-4A79-9D37-740340AD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90792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14–16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CCEC3-8D62-4CB8-9BEC-59095F2E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352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Βίντεο, εικόνα κινδύνου και προγράμματα antivirus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147FF-88D5-49AB-9EC1-0584C1E8D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609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4B76C5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B7ABCB-4E2C-4122-9936-64445BF4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90792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17–19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16203-2A1B-4F90-97B7-301DBC47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981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1515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51515"/>
                </a:solidFill>
                <a:latin typeface="Inter"/>
                <a:ea typeface="Inter"/>
                <a:cs typeface="Inter"/>
              </a:rPr>
              <a:t>Προστασία από ιούς, spam και phishing στο σπίτι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0B1413-6E0D-4304-B6C5-F026877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19112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A58CB"/>
                </a:solidFill>
                <a:latin typeface="Inter"/>
                <a:ea typeface="Inter"/>
                <a:cs typeface="Inter"/>
              </a:defRPr>
            </a:pPr>
            <a:r>
              <a:rPr sz="1500" b="1">
                <a:solidFill>
                  <a:srgbClr val="5A58CB"/>
                </a:solidFill>
                <a:latin typeface="Inter"/>
                <a:ea typeface="Inter"/>
                <a:cs typeface="Inter"/>
              </a:rPr>
              <a:t>Σελίδες 145–148</a:t>
            </a:r>
          </a:p>
        </p:txBody>
      </p:sp>
    </p:spTree>
    <p:extLst>
      <p:ext uri="{BB962C8B-B14F-4D97-AF65-F5344CB8AC3E}">
        <p14:creationId xmlns:p14="http://schemas.microsoft.com/office/powerpoint/2010/main" val="776132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2026-10-03T07:25:42.6510000Z</dcterms:created>
  <dcterms:modified xsi:type="dcterms:W3CDTF">2026-10-03T07:25:42.6510000Z</dcterms:modified>
</coreProperties>
</file>