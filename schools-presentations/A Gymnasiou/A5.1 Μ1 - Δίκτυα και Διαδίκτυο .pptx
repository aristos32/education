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6cb7eac8084426" /><Relationship Type="http://schemas.openxmlformats.org/officeDocument/2006/relationships/extended-properties" Target="/docProps/app.xml" Id="R645c82b9f74e4636" /><Relationship Type="http://schemas.openxmlformats.org/officeDocument/2006/relationships/officeDocument" Target="/ppt/presentation.xml" Id="Rbc4152b638274b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ace027da54635"/>
  </p:sldMasterIdLst>
  <p:notesMasterIdLst>
    <p:notesMasterId xmlns:r="http://schemas.openxmlformats.org/officeDocument/2006/relationships" r:id="R928d471d82784fb3"/>
  </p:notesMasterIdLst>
  <p:sldIdLst>
    <p:sldId xmlns:r="http://schemas.openxmlformats.org/officeDocument/2006/relationships" id="256" r:id="Rcbc5373d6038444f"/>
    <p:sldId xmlns:r="http://schemas.openxmlformats.org/officeDocument/2006/relationships" id="257" r:id="Ra610bcc144fb49f3"/>
    <p:sldId xmlns:r="http://schemas.openxmlformats.org/officeDocument/2006/relationships" id="258" r:id="R0b32e6da6adb476b"/>
    <p:sldId xmlns:r="http://schemas.openxmlformats.org/officeDocument/2006/relationships" id="259" r:id="R2c5f47d5defc4102"/>
    <p:sldId xmlns:r="http://schemas.openxmlformats.org/officeDocument/2006/relationships" id="260" r:id="R51050c2323754420"/>
    <p:sldId xmlns:r="http://schemas.openxmlformats.org/officeDocument/2006/relationships" id="261" r:id="R78d754d54bd64098"/>
    <p:sldId xmlns:r="http://schemas.openxmlformats.org/officeDocument/2006/relationships" id="262" r:id="Ra8c7bd1012ff47a0"/>
    <p:sldId xmlns:r="http://schemas.openxmlformats.org/officeDocument/2006/relationships" id="263" r:id="R0a5a36584285410a"/>
    <p:sldId xmlns:r="http://schemas.openxmlformats.org/officeDocument/2006/relationships" id="264" r:id="R668edafd2119403d"/>
    <p:sldId xmlns:r="http://schemas.openxmlformats.org/officeDocument/2006/relationships" id="265" r:id="Red75d3b4af984d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c7a25d75864666" /><Relationship Type="http://schemas.openxmlformats.org/officeDocument/2006/relationships/slideMaster" Target="/ppt/slideMasters/slideMaster1.xml" Id="R9c1ace027da54635" /><Relationship Type="http://schemas.openxmlformats.org/officeDocument/2006/relationships/notesMaster" Target="/ppt/notesMasters/notesMaster1.xml" Id="R928d471d82784fb3" /><Relationship Type="http://schemas.openxmlformats.org/officeDocument/2006/relationships/presProps" Target="/ppt/presProps.xml" Id="R818fe5500cf04bd5" /><Relationship Type="http://schemas.openxmlformats.org/officeDocument/2006/relationships/tableStyles" Target="/ppt/tableStyles.xml" Id="R9714b78f79f9454b" /><Relationship Type="http://schemas.openxmlformats.org/officeDocument/2006/relationships/slide" Target="/ppt/slides/slide1.xml" Id="Rcbc5373d6038444f" /><Relationship Type="http://schemas.openxmlformats.org/officeDocument/2006/relationships/slide" Target="/ppt/slides/slide2.xml" Id="Ra610bcc144fb49f3" /><Relationship Type="http://schemas.openxmlformats.org/officeDocument/2006/relationships/slide" Target="/ppt/slides/slide3.xml" Id="R0b32e6da6adb476b" /><Relationship Type="http://schemas.openxmlformats.org/officeDocument/2006/relationships/slide" Target="/ppt/slides/slide4.xml" Id="R2c5f47d5defc4102" /><Relationship Type="http://schemas.openxmlformats.org/officeDocument/2006/relationships/slide" Target="/ppt/slides/slide5.xml" Id="R51050c2323754420" /><Relationship Type="http://schemas.openxmlformats.org/officeDocument/2006/relationships/slide" Target="/ppt/slides/slide6.xml" Id="R78d754d54bd64098" /><Relationship Type="http://schemas.openxmlformats.org/officeDocument/2006/relationships/slide" Target="/ppt/slides/slide7.xml" Id="Ra8c7bd1012ff47a0" /><Relationship Type="http://schemas.openxmlformats.org/officeDocument/2006/relationships/slide" Target="/ppt/slides/slide8.xml" Id="R0a5a36584285410a" /><Relationship Type="http://schemas.openxmlformats.org/officeDocument/2006/relationships/slide" Target="/ppt/slides/slide9.xml" Id="R668edafd2119403d" /><Relationship Type="http://schemas.openxmlformats.org/officeDocument/2006/relationships/slide" Target="/ppt/slides/slide10.xml" Id="Red75d3b4af98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298974480e49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40749c72064859" /><Relationship Type="http://schemas.openxmlformats.org/officeDocument/2006/relationships/notesMaster" Target="/ppt/notesMasters/notesMaster1.xml" Id="R3de51bd73c8744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23c8f8039a4924" /><Relationship Type="http://schemas.openxmlformats.org/officeDocument/2006/relationships/notesMaster" Target="/ppt/notesMasters/notesMaster1.xml" Id="Ra6fab2e9dfe646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652b15697543b9" /><Relationship Type="http://schemas.openxmlformats.org/officeDocument/2006/relationships/notesMaster" Target="/ppt/notesMasters/notesMaster1.xml" Id="R2efc3e823bf044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918051e6944aa4" /><Relationship Type="http://schemas.openxmlformats.org/officeDocument/2006/relationships/notesMaster" Target="/ppt/notesMasters/notesMaster1.xml" Id="R6d1b9080e17641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097d5403f64943" /><Relationship Type="http://schemas.openxmlformats.org/officeDocument/2006/relationships/notesMaster" Target="/ppt/notesMasters/notesMaster1.xml" Id="Rbf5f81fbd3e14c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1de2f142c14469" /><Relationship Type="http://schemas.openxmlformats.org/officeDocument/2006/relationships/notesMaster" Target="/ppt/notesMasters/notesMaster1.xml" Id="Readefdd2597646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65c4c5dff541db" /><Relationship Type="http://schemas.openxmlformats.org/officeDocument/2006/relationships/notesMaster" Target="/ppt/notesMasters/notesMaster1.xml" Id="Rabc0a0b4475a47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3154d6f6594bc4" /><Relationship Type="http://schemas.openxmlformats.org/officeDocument/2006/relationships/notesMaster" Target="/ppt/notesMasters/notesMaster1.xml" Id="Ra87f99483f5b49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dd482a8c4349c3" /><Relationship Type="http://schemas.openxmlformats.org/officeDocument/2006/relationships/notesMaster" Target="/ppt/notesMasters/notesMaster1.xml" Id="R0df92fb7cac341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3e15b85b6c47a6" /><Relationship Type="http://schemas.openxmlformats.org/officeDocument/2006/relationships/notesMaster" Target="/ppt/notesMasters/notesMaster1.xml" Id="R73b29072e6584d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Α΄ Γυμνασίου, σελ. 109–111, και Φύλλο Εργασίας Α.5.1.Μ1, σελ. 121–123.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0e40c3b8e41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c55c88ad340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c35d775cf46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8ce1317a84e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cf829a2e741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b7ff7ad9947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92BA4B-2CDC-445A-8602-62E314F8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C8E04DC-05D5-4CC6-8C36-3809BF03F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8316F75-31D4-46F5-A58E-EB7F57847E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01228E3-24DB-4171-AFCF-F0E37FA1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A6D4DE-2994-47D4-9293-3298C78194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97976FD-6E3F-459E-BC11-314D1B5F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51C939-E4F5-4068-9095-27769A6E2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F50352D-1A3B-4A87-B938-6CF8BA4AFF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531FADA-E9ED-40E7-AEFA-E6331E5F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29E044-4B6D-492C-BB98-023276E01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2599AF-ED99-4BDF-A0E1-0F2D82E25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52C735-BF61-4919-AAAE-E31128F405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B1AE10-9811-4219-927A-A501671A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E22C5C-6BD3-4766-9535-9332E8D16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C380E6-8E6B-46BD-8E90-A3D3FF5B26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5084afc4204400" /><Relationship Type="http://schemas.openxmlformats.org/officeDocument/2006/relationships/slideLayout" Target="/ppt/slideLayouts/slideLayout1.xml" Id="R769c0de9615b464c" /><Relationship Type="http://schemas.openxmlformats.org/officeDocument/2006/relationships/slideLayout" Target="/ppt/slideLayouts/slideLayout2.xml" Id="Rfb29429964e44ea5" /><Relationship Type="http://schemas.openxmlformats.org/officeDocument/2006/relationships/slideLayout" Target="/ppt/slideLayouts/slideLayout3.xml" Id="R68c1da1481b94f5f" /><Relationship Type="http://schemas.openxmlformats.org/officeDocument/2006/relationships/slideLayout" Target="/ppt/slideLayouts/slideLayout4.xml" Id="R466d879e384444e4" /><Relationship Type="http://schemas.openxmlformats.org/officeDocument/2006/relationships/slideLayout" Target="/ppt/slideLayouts/slideLayout5.xml" Id="Rf313366e0f3c4f88" /><Relationship Type="http://schemas.openxmlformats.org/officeDocument/2006/relationships/slideLayout" Target="/ppt/slideLayouts/slideLayout6.xml" Id="R3e94c9249d9e4b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9c0de9615b464c"/>
    <p:sldLayoutId xmlns:r="http://schemas.openxmlformats.org/officeDocument/2006/relationships" id="2147483650" r:id="Rfb29429964e44ea5"/>
    <p:sldLayoutId xmlns:r="http://schemas.openxmlformats.org/officeDocument/2006/relationships" id="2147483651" r:id="R68c1da1481b94f5f"/>
    <p:sldLayoutId xmlns:r="http://schemas.openxmlformats.org/officeDocument/2006/relationships" id="2147483652" r:id="R466d879e384444e4"/>
    <p:sldLayoutId xmlns:r="http://schemas.openxmlformats.org/officeDocument/2006/relationships" id="2147483653" r:id="Rf313366e0f3c4f88"/>
    <p:sldLayoutId xmlns:r="http://schemas.openxmlformats.org/officeDocument/2006/relationships" id="2147483654" r:id="R3e94c9249d9e4b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daa665ae64713" /><Relationship Type="http://schemas.openxmlformats.org/officeDocument/2006/relationships/image" Target="/ppt/media/image.png" Id="R6c99d8aa350a4489" /><Relationship Type="http://schemas.openxmlformats.org/officeDocument/2006/relationships/notesSlide" Target="/ppt/notesSlides/notesSlide1.xml" Id="R6fece21840d74a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dfa1a516e4d8e" /><Relationship Type="http://schemas.openxmlformats.org/officeDocument/2006/relationships/image" Target="/ppt/media/image2.png" Id="Rda614ea8455042da" /><Relationship Type="http://schemas.openxmlformats.org/officeDocument/2006/relationships/notesSlide" Target="/ppt/notesSlides/notesSlide2.xml" Id="R6c5077f1b58a4a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e4896fa8e4960" /><Relationship Type="http://schemas.openxmlformats.org/officeDocument/2006/relationships/notesSlide" Target="/ppt/notesSlides/notesSlide3.xml" Id="R2260f8900a1b48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6ab04cf7f481d" /><Relationship Type="http://schemas.openxmlformats.org/officeDocument/2006/relationships/notesSlide" Target="/ppt/notesSlides/notesSlide4.xml" Id="R355ccd3815444c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7a068a6c14848" /><Relationship Type="http://schemas.openxmlformats.org/officeDocument/2006/relationships/image" Target="/ppt/media/image3.png" Id="R51a4abd0d12d490e" /><Relationship Type="http://schemas.openxmlformats.org/officeDocument/2006/relationships/notesSlide" Target="/ppt/notesSlides/notesSlide5.xml" Id="R379e99e9568041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de76a2d104e87" /><Relationship Type="http://schemas.openxmlformats.org/officeDocument/2006/relationships/notesSlide" Target="/ppt/notesSlides/notesSlide6.xml" Id="R509b8895c5794a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712ef44f74a98" /><Relationship Type="http://schemas.openxmlformats.org/officeDocument/2006/relationships/notesSlide" Target="/ppt/notesSlides/notesSlide7.xml" Id="Rbf6aa1ec75074e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7e59b8c5942ee" /><Relationship Type="http://schemas.openxmlformats.org/officeDocument/2006/relationships/notesSlide" Target="/ppt/notesSlides/notesSlide8.xml" Id="Rd9219eb1ce744f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9884605164c09" /><Relationship Type="http://schemas.openxmlformats.org/officeDocument/2006/relationships/notesSlide" Target="/ppt/notesSlides/notesSlide9.xml" Id="R5c63d5e3cc9f45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36cdccaa14227" /><Relationship Type="http://schemas.openxmlformats.org/officeDocument/2006/relationships/notesSlide" Target="/ppt/notesSlides/notesSlide10.xml" Id="Rd104875f2c5f4c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9d8aa350a4489"/>
          <a:srcRect xmlns:a="http://schemas.openxmlformats.org/drawingml/2006/main" l="0" t="7529" r="0" b="7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268F-48C1-4C3D-8632-58401C4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59B80-450E-4064-AD47-C36B1435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Α.5.1.Μ1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3FEC9-D4B4-46E5-B23D-3FD7E40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Δίκτυα και Διαδίκτυο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7ADCD-B709-44D4-8C96-E8910AD0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Βασικές έννοιες και ηλεκτρονικό ταχυδρομείο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C1073-A2A7-4388-806C-3836876E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69166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9C31F-6C2B-438C-8C82-4A44AFDA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Τι είναι δίκτυο υπολογιστών;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5104E-A353-46CD-8745-3E570796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5915E-CCC1-4FFF-B93B-5C4FFD3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30F24-6AD7-40C9-B50B-9FDF4766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143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AB1BD-475B-43A0-AF19-C4F8F51B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Ορισμός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C003C-E1BC-4C01-993D-91130E0D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5667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Δίκτυο είναι δύο ή περισσότεροι υπολογιστές που συνδέονται μεταξύ τους για να ανταλλάσσουν δεδομένα ή να μοιράζονται συσκευές και λογισμικό.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14ea8455042da"/>
          <a:stretch xmlns:a="http://schemas.openxmlformats.org/drawingml/2006/main"/>
        </p:blipFill>
        <p:spPr>
          <a:xfrm xmlns:a="http://schemas.openxmlformats.org/drawingml/2006/main">
            <a:off x="7661131" y="1619250"/>
            <a:ext cx="3441989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287EE-63AC-4F68-AB7A-7516AC8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 ένα δίκτυο μπορούν να συμμετέχουν και περιφερειακές συσκευές, όπως εκτυπωτές.</a:t>
            </a:r>
          </a:p>
        </p:txBody>
      </p:sp>
    </p:spTree>
    <p:extLst>
      <p:ext uri="{BB962C8B-B14F-4D97-AF65-F5344CB8AC3E}">
        <p14:creationId xmlns:p14="http://schemas.microsoft.com/office/powerpoint/2010/main" val="15481335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9BBA5-2E8C-4697-A886-3E571480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Διαδίκτυο και Παγκόσμιος Ιστός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C37E0-1B85-4F83-A112-6EF88AB7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E2A65-6AD2-412D-ABB4-6B87EF64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50482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F3A22-5BF1-4152-8714-D7B647DC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14300" cy="3190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B468A-FA2A-4583-AB9C-6B79DC5A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Διαδίκτυο (Internet)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73F36-67EE-4A2C-BF5E-737E0B9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4524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Ένα δίκτυο δικτύων. Συνδέει εκατομμύρια υπολογιστές και δίκτυα σε ολόκληρο τον κόσμο.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4847E-1D91-414C-9589-67DE9BF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50482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1C1EE-8422-4E9A-84B2-734C2A84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114300" cy="3190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7C6CD-CEE7-418E-9457-9BE381B3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Παγκόσμιος Ιστός (WWW)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40D28-0225-4374-9043-37B06C80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43150"/>
            <a:ext cx="4524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Υπηρεσία του Διαδικτύου με αλληλοσυνδεδεμένες ιστοσελίδες. Δεν είναι άλλο όνομα για το Διαδίκτυο.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CE0BE-8F65-44A3-84D1-C0D7487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Internet = υποδομή δικτύων     WWW = υπηρεσία ιστοσελίδων</a:t>
            </a:r>
          </a:p>
        </p:txBody>
      </p:sp>
    </p:spTree>
    <p:extLst>
      <p:ext uri="{BB962C8B-B14F-4D97-AF65-F5344CB8AC3E}">
        <p14:creationId xmlns:p14="http://schemas.microsoft.com/office/powerpoint/2010/main" val="4950875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DED69-5FAD-4B1D-8914-19BFB4F5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Βασικές υπηρεσίες του Διαδικτύου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0D8D4-AE49-4284-8B02-B3803EB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6BBF3-DFD9-40CF-A07A-CF4CE83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23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40EAF-E655-46F9-AA5F-68419908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143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B19B8-A3F5-441C-B6EC-E197E9B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Παγκόσμιος Ιστός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D7B5F-D87C-4D1D-8194-61D60DED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4790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Ιστοσελίδες και πληροφορίες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67CE6-F2A2-4AFF-803A-166FB4D7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3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24DE4-3277-47CF-B0F7-19DF03CF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1143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D845A-A7D0-4120-9413-CA043E62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Ηλεκτρονικό ταχυδρομείο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34633-E001-4652-AEF2-04B92DAF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Αποστολή και λήψη μηνυμάτων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03A3A-9977-4AE5-BF3E-715942FB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523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B9473-FB4B-4878-9190-6490BFC6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1143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0FEB3-8123-4064-97D0-A943382C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Ομάδες συζητήσεων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01537-4E4D-4468-AE7E-EA276329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2902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Ανταλλαγή απόψεων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BE55E-BDE7-468F-AEDC-81686EE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23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E3A16-3CE3-472D-B01B-952DD3AD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1143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573D0-31C0-45BB-9544-19E0151F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Συνομιλία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A11EE-01F5-4663-9CB6-7AAD1EE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Επικοινωνία σε πραγματικό χρόνο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3C74F-941F-4B6D-81F1-B3FE5006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23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C678C-2566-4835-BEA4-30C69E70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143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350A9-7472-4E7B-8635-04870191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Ηλεκτρονικό εμπόριο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094DF-DB8D-4BB5-AF4D-A24ECAAE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Αγορές και υπηρεσίες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D5DAD-B39A-4FA5-97B3-0EA598A8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523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0FB2D-3928-43C5-9D01-47A1A91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1143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4D3D8-FE31-45A2-A141-866EEFF7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Εκπαίδευση από απόσταση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A808D6-CA57-4A10-942A-8F3D1C61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Μάθηση μέσω Διαδικτύου</a:t>
            </a:r>
          </a:p>
        </p:txBody>
      </p:sp>
    </p:spTree>
    <p:extLst>
      <p:ext uri="{BB962C8B-B14F-4D97-AF65-F5344CB8AC3E}">
        <p14:creationId xmlns:p14="http://schemas.microsoft.com/office/powerpoint/2010/main" val="12851200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9D91B-D44D-4FB1-8A01-883198E1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Φυλλομετρητές Ιστού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C79F5-806A-4CA5-84B6-50FFAF85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4abd0d12d490e"/>
          <a:stretch xmlns:a="http://schemas.openxmlformats.org/drawingml/2006/main"/>
        </p:blipFill>
        <p:spPr>
          <a:xfrm xmlns:a="http://schemas.openxmlformats.org/drawingml/2006/main">
            <a:off x="762000" y="1815498"/>
            <a:ext cx="4191000" cy="265550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7DF36-0308-4314-8E6B-E677F5E1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5905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D5B19-4463-4A4A-BD12-443DFBC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1143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ABE51-A02F-49AB-81EB-0838768F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Τι είναι φυλλομετρητής;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C0BC0-BC59-44E3-9B7E-F0EDC7CE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381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Πρόγραμμα με το οποίο ανοίγουμε και προβάλλουμε ιστοσελίδες του Παγκόσμιου Ιστού.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B352C-F701-48E7-ACC8-3AC290F3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Google Chrome</a:t>
            </a:r>
          </a:p>
          <a:p xmlns:a="http://schemas.openxmlformats.org/drawingml/2006/main"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Mozilla Firefox</a:t>
            </a:r>
          </a:p>
          <a:p xmlns:a="http://schemas.openxmlformats.org/drawingml/2006/main"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Microsoft Edge</a:t>
            </a:r>
          </a:p>
          <a:p xmlns:a="http://schemas.openxmlformats.org/drawingml/2006/main"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Opera, Safari, Internet Explorer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E7A4F-ECEC-4DA9-B24C-4146660B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9873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Excel, Access και Windows 10 δεν είναι φυλλομετρητές.</a:t>
            </a:r>
          </a:p>
        </p:txBody>
      </p:sp>
    </p:spTree>
    <p:extLst>
      <p:ext uri="{BB962C8B-B14F-4D97-AF65-F5344CB8AC3E}">
        <p14:creationId xmlns:p14="http://schemas.microsoft.com/office/powerpoint/2010/main" val="12092867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08708-9CBA-4521-B433-3780A7E0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Ηλεκτρονικό ταχυδρομείο (e-mail)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3B3CA-BC9E-4F1E-85C3-8749EB0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867AA-5D8E-472E-BA66-16ACF7FB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5238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CB667-ADFA-4D7A-98A4-EC3D258E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143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C8C28-7B56-4A4B-BC5F-0C2B52F4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Τι προσφέρει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F8D61-DA7E-42AE-A9BE-74517E88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95525"/>
            <a:ext cx="4714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Μας επιτρέπει να γράφουμε, να στέλνουμε, να λαμβάνουμε και να αποθηκεύουμε μηνύματα μέσω του Διαδικτύου.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C12B2-5799-4A13-B23E-5EF78228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238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56960-DDDD-4007-BB5B-6B6F39AD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1143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E0A8D-2B29-45FD-AC9C-5AFDA7BD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Τι μπορούμε να κάνουμε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5190A-0A65-447E-93A5-ADDCFCA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95525"/>
            <a:ext cx="4714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Να επισυνάψουμε αρχεία, να στείλουμε το ίδιο μήνυμα σε πολλούς παραλήπτες και να επικοινωνήσουμε με χρήστες διαφορετικού παροχέα.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A77D9-61DA-4660-88E2-F3156C66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Μπορούμε να στείλουμε κείμενο, εικόνες, ήχο και βίντεο ως περιεχόμενο ή συνημμένα.</a:t>
            </a:r>
          </a:p>
        </p:txBody>
      </p:sp>
    </p:spTree>
    <p:extLst>
      <p:ext uri="{BB962C8B-B14F-4D97-AF65-F5344CB8AC3E}">
        <p14:creationId xmlns:p14="http://schemas.microsoft.com/office/powerpoint/2010/main" val="21261255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F08F5-B374-476D-9D1F-A33FCB74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μέρη μιας διεύθυνσης e-mail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81079-FF1F-4124-A8ED-0D80877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F54D-8ED9-4B07-B911-9B53C8D8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904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markos_timotheou@yahoo.gr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EC31A-0A1C-48AB-ACAE-7493F7ED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1EB15-46A6-42A9-8151-FF6A1BE2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markos_timotheou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6BDDE-8BAA-4CAF-B3CE-59CFD11E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όνομα χρήστη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3A280-F27F-4ADA-92E9-63BC0CB2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67000"/>
            <a:ext cx="857250" cy="1428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CCE94-1328-45DE-A898-76422B98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00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@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EB86D-B20A-4C80-B50C-5B468963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B5621-8DC9-45FE-9371-FD7C6794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yahoo.gr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8DC56-87CA-4C6C-B006-F1EA6A3D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ξενιστής / παροχέας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B0CF6-0AFB-41B1-98FC-132142B9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 χαρακτήρας @ χωρίζει το όνομα χρήστη από τον ξενιστή.</a:t>
            </a:r>
          </a:p>
        </p:txBody>
      </p:sp>
    </p:spTree>
    <p:extLst>
      <p:ext uri="{BB962C8B-B14F-4D97-AF65-F5344CB8AC3E}">
        <p14:creationId xmlns:p14="http://schemas.microsoft.com/office/powerpoint/2010/main" val="11981780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38731-3835-4A30-911E-0227E93D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Σωστό ή λάθος;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E73E7-8D77-446D-8E2E-E8A0EEBC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C9EDC-E457-4E6C-A330-36E2564A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76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B2C2E-8E73-4FCC-9F19-051AA4E2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8FFEA-0D3C-4C70-B69F-DDF3D0AA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478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Σωστό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0AFCC-F0CE-47F8-BF75-75E70D85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9725"/>
            <a:ext cx="776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Μέσω ενός δικτύου ανταλλάσσουμε δεδομένα.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CA015-C878-4997-A4E2-581BA4B1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1076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9BB9A-DDDA-4F2F-AC40-ECE179B0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5E4CD-31D1-4FA5-ACD9-754403D6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03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Λάθος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4250A-F79B-4BA8-94A7-FCEE11A0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62225"/>
            <a:ext cx="776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 Διαδίκτυο δεν περιορίζεται σε 100 υπολογιστές.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71D03-04E2-4754-A0E4-1BAE2175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76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D4EDB-C194-4CA8-9E6C-5E53DE3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93197-26DA-4873-9063-A8C1CE14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528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Λάθος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FA55A-7833-46E8-9610-C658948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14725"/>
            <a:ext cx="776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 WWW είναι υπηρεσία του Διαδικτύου, όχι άλλο όνομά του.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874AF-383D-41F0-A0E8-7888A588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76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73BFE-6EAF-46BF-BC96-3C9E784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84EE1-5D22-4123-A5F9-3060507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053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Σωστό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FCCBB-FED5-4C34-8559-74CACE54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67225"/>
            <a:ext cx="776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 e-mail μπορεί να μεταφέρει διαφορετικά είδη πληροφοριών.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8C6D9-D12A-478D-90C2-8406382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76875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Διορθώνουμε κάθε λανθασμένη δήλωση με τη σωστή έννοια.</a:t>
            </a:r>
          </a:p>
        </p:txBody>
      </p:sp>
    </p:spTree>
    <p:extLst>
      <p:ext uri="{BB962C8B-B14F-4D97-AF65-F5344CB8AC3E}">
        <p14:creationId xmlns:p14="http://schemas.microsoft.com/office/powerpoint/2010/main" val="5089649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C05C9-E3DB-48B5-9B25-053BF3CB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Τρεις έννοιες που πρέπει να ξεχωρίζουμε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2B7CB-2EB7-41BE-83AA-58A9377A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A7499-ECFE-49A1-B304-DF46E5CB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76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82C1C-0A45-4934-BB45-400CCDA9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D72DD-3995-48F6-AFD0-564A4F6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430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Δίκτυο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4889C-F21F-47D3-9C91-BB811524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04975"/>
            <a:ext cx="776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Δύο ή περισσότεροι συνδεδεμένοι υπολογιστές.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2F2AD-F4C6-44E9-B3FC-13244CE2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1076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9BCC3-2C65-4A4C-AEF9-D1E4A72D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58515-9418-406E-92B6-CDF7C6D8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860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Διαδίκτυο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C5F5D-34B5-4C70-918E-DDA0F238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47975"/>
            <a:ext cx="776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Παγκόσμιο πλέγμα από πολλά διασυνδεδεμένα δίκτυα.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84C9F-5879-4335-9F49-43EB3F5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76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C44D5-31FA-43CD-AF3D-7DDAD98B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54C71-9E70-4DEE-9FF9-D3ACF1E7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290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WWW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E0C4E-C6AE-455A-8065-56024F21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90975"/>
            <a:ext cx="776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Αλληλοσυνδεδεμένες ιστοσελίδες με πληροφορίες.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72B44-71CC-4482-9F3E-DD7444B2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Το Διαδίκτυο παρέχει πολλές υπηρεσίες. Ο WWW είναι μόνο μία από αυτές.</a:t>
            </a:r>
          </a:p>
        </p:txBody>
      </p:sp>
    </p:spTree>
    <p:extLst>
      <p:ext uri="{BB962C8B-B14F-4D97-AF65-F5344CB8AC3E}">
        <p14:creationId xmlns:p14="http://schemas.microsoft.com/office/powerpoint/2010/main" val="1582608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C7398-0CD5-49A8-9264-098FF4ED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Ερωτήσεις του Φύλλου Εργασίας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A4182-7725-4291-8749-9866B3D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01DDB-4A11-4F1C-BC52-8F836EE0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παρουσίαση καλύπτει όλες τις δραστηριότητες του Α.5.1.Μ1: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71FC2-0C6A-4C13-98D8-FDC035F0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D8EB6-E644-4064-864D-1C66555A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017A8-8570-43B0-B128-592F9F25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955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Σωστό / λάθος για δίκτυο, Internet, WWW και e-mail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B87DE-D392-44DA-AB18-343B5688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76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3FEC8-64C5-4992-8FD5-F13C53C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01421-7E86-4C6D-9608-CFBD4CA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813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Αναγνώριση φυλλομετρητών Ιστού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70502-5583-424B-AA14-DB5A464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6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5A1A2-63A5-4357-B963-3855548F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3–4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B33CD-1F9F-45C4-AF93-CDEC84B7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671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Μέρη διεύθυνσης και δυνατότητες e-mail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0B8-7080-4973-934E-B1621319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76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D610A-8457-4BEF-9726-02C1305C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6A5A0-0E1F-43F8-BB31-83E0792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529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Αντιστοίχιση: Δίκτυο, Διαδίκτυο και WWW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BE358-986F-49D4-B46A-D4F38CBD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76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FFCCC-46DE-4869-ABFE-41A3D02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6–8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5DB1E-E0F7-4495-B55E-0730B9EB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387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Επιπρόσθετες δραστηριότητες και εργασία για το σπίτι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DD0D6-3692-4CB2-923C-1D53F4B6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10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Σελίδες 121–123</a:t>
            </a:r>
          </a:p>
        </p:txBody>
      </p:sp>
    </p:spTree>
    <p:extLst>
      <p:ext uri="{BB962C8B-B14F-4D97-AF65-F5344CB8AC3E}">
        <p14:creationId xmlns:p14="http://schemas.microsoft.com/office/powerpoint/2010/main" val="1873434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2026-10-05T07:34:28.7560000Z</dcterms:created>
  <dcterms:modified xsi:type="dcterms:W3CDTF">2026-10-05T07:34:28.7560000Z</dcterms:modified>
</coreProperties>
</file>