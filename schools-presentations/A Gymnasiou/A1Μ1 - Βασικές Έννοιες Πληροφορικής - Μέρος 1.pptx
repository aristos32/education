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5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AB9C06-4C8D-4AC8-AD12-128A73526555}" v="6" dt="2026-09-27T18:31:05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">
      <pc:chgData name="Άριστος Αρέστη" userId="813aa191-2d4c-464f-9d05-0a7e494d859f" providerId="ADAL" clId="{49C7B61D-1ACF-4AFF-A04E-A3B433E32474}" dt="2026-09-27T18:33:08.273" v="244" actId="5793"/>
      <pc:docMkLst>
        <pc:docMk/>
      </pc:docMkLst>
      <pc:sldChg chg="addSp delSp modSp mod modAnim">
        <pc:chgData name="Άριστος Αρέστη" userId="813aa191-2d4c-464f-9d05-0a7e494d859f" providerId="ADAL" clId="{49C7B61D-1ACF-4AFF-A04E-A3B433E32474}" dt="2026-09-22T12:09:22.945" v="4" actId="14100"/>
        <pc:sldMkLst>
          <pc:docMk/>
          <pc:sldMk cId="1435567926" sldId="257"/>
        </pc:sldMkLst>
        <pc:picChg chg="add mod">
          <ac:chgData name="Άριστος Αρέστη" userId="813aa191-2d4c-464f-9d05-0a7e494d859f" providerId="ADAL" clId="{49C7B61D-1ACF-4AFF-A04E-A3B433E32474}" dt="2026-09-22T12:09:22.945" v="4" actId="14100"/>
          <ac:picMkLst>
            <pc:docMk/>
            <pc:sldMk cId="1435567926" sldId="257"/>
            <ac:picMk id="8" creationId="{1B846B58-D023-B434-73F3-D634B061383C}"/>
          </ac:picMkLst>
        </pc:picChg>
      </pc:sldChg>
      <pc:sldChg chg="addSp modSp mod">
        <pc:chgData name="Άριστος Αρέστη" userId="813aa191-2d4c-464f-9d05-0a7e494d859f" providerId="ADAL" clId="{49C7B61D-1ACF-4AFF-A04E-A3B433E32474}" dt="2026-09-22T12:11:19.771" v="12" actId="14100"/>
        <pc:sldMkLst>
          <pc:docMk/>
          <pc:sldMk cId="938542465" sldId="258"/>
        </pc:sldMkLst>
        <pc:spChg chg="mod">
          <ac:chgData name="Άριστος Αρέστη" userId="813aa191-2d4c-464f-9d05-0a7e494d859f" providerId="ADAL" clId="{49C7B61D-1ACF-4AFF-A04E-A3B433E32474}" dt="2026-09-22T12:10:55.522" v="7" actId="14100"/>
          <ac:spMkLst>
            <pc:docMk/>
            <pc:sldMk cId="938542465" sldId="258"/>
            <ac:spMk id="3" creationId="{1A48AACA-690B-4537-B4DE-8A4CC9EA0E93}"/>
          </ac:spMkLst>
        </pc:spChg>
        <pc:spChg chg="mod">
          <ac:chgData name="Άριστος Αρέστη" userId="813aa191-2d4c-464f-9d05-0a7e494d859f" providerId="ADAL" clId="{49C7B61D-1ACF-4AFF-A04E-A3B433E32474}" dt="2026-09-22T12:11:19.771" v="12" actId="14100"/>
          <ac:spMkLst>
            <pc:docMk/>
            <pc:sldMk cId="938542465" sldId="258"/>
            <ac:spMk id="6" creationId="{443C5EC3-4191-4136-8481-C91A957F57C4}"/>
          </ac:spMkLst>
        </pc:spChg>
        <pc:picChg chg="add mod">
          <ac:chgData name="Άριστος Αρέστη" userId="813aa191-2d4c-464f-9d05-0a7e494d859f" providerId="ADAL" clId="{49C7B61D-1ACF-4AFF-A04E-A3B433E32474}" dt="2026-09-22T12:11:08.705" v="11" actId="1076"/>
          <ac:picMkLst>
            <pc:docMk/>
            <pc:sldMk cId="938542465" sldId="258"/>
            <ac:picMk id="12" creationId="{37DE456C-4F01-1E55-873D-CA5A133A6775}"/>
          </ac:picMkLst>
        </pc:picChg>
      </pc:sldChg>
      <pc:sldChg chg="delSp modSp del mod modAnim">
        <pc:chgData name="Άριστος Αρέστη" userId="813aa191-2d4c-464f-9d05-0a7e494d859f" providerId="ADAL" clId="{49C7B61D-1ACF-4AFF-A04E-A3B433E32474}" dt="2026-09-27T18:28:56.351" v="99" actId="47"/>
        <pc:sldMkLst>
          <pc:docMk/>
          <pc:sldMk cId="1263719249" sldId="259"/>
        </pc:sldMkLst>
        <pc:spChg chg="mod">
          <ac:chgData name="Άριστος Αρέστη" userId="813aa191-2d4c-464f-9d05-0a7e494d859f" providerId="ADAL" clId="{49C7B61D-1ACF-4AFF-A04E-A3B433E32474}" dt="2026-09-27T18:27:33.357" v="97" actId="313"/>
          <ac:spMkLst>
            <pc:docMk/>
            <pc:sldMk cId="1263719249" sldId="259"/>
            <ac:spMk id="23" creationId="{1451C0FA-4939-445D-99BF-8152AA94DD6F}"/>
          </ac:spMkLst>
        </pc:spChg>
      </pc:sldChg>
      <pc:sldChg chg="modAnim">
        <pc:chgData name="Άριστος Αρέστη" userId="813aa191-2d4c-464f-9d05-0a7e494d859f" providerId="ADAL" clId="{49C7B61D-1ACF-4AFF-A04E-A3B433E32474}" dt="2026-09-22T12:17:36.114" v="95"/>
        <pc:sldMkLst>
          <pc:docMk/>
          <pc:sldMk cId="1536026784" sldId="262"/>
        </pc:sldMkLst>
      </pc:sldChg>
      <pc:sldChg chg="addSp delSp modSp add mod delAnim">
        <pc:chgData name="Άριστος Αρέστη" userId="813aa191-2d4c-464f-9d05-0a7e494d859f" providerId="ADAL" clId="{49C7B61D-1ACF-4AFF-A04E-A3B433E32474}" dt="2026-09-27T18:33:08.273" v="244" actId="5793"/>
        <pc:sldMkLst>
          <pc:docMk/>
          <pc:sldMk cId="181379909" sldId="265"/>
        </pc:sldMkLst>
        <pc:spChg chg="del">
          <ac:chgData name="Άριστος Αρέστη" userId="813aa191-2d4c-464f-9d05-0a7e494d859f" providerId="ADAL" clId="{49C7B61D-1ACF-4AFF-A04E-A3B433E32474}" dt="2026-09-27T18:30:34.163" v="154" actId="478"/>
          <ac:spMkLst>
            <pc:docMk/>
            <pc:sldMk cId="181379909" sldId="265"/>
            <ac:spMk id="4" creationId="{38F2BB3E-4C50-8262-FF76-E1E71720CCF9}"/>
          </ac:spMkLst>
        </pc:spChg>
        <pc:spChg chg="del">
          <ac:chgData name="Άριστος Αρέστη" userId="813aa191-2d4c-464f-9d05-0a7e494d859f" providerId="ADAL" clId="{49C7B61D-1ACF-4AFF-A04E-A3B433E32474}" dt="2026-09-27T18:30:34.163" v="154" actId="478"/>
          <ac:spMkLst>
            <pc:docMk/>
            <pc:sldMk cId="181379909" sldId="265"/>
            <ac:spMk id="5" creationId="{0711C9E7-C5E4-155B-4CA0-EDC2E80D06E5}"/>
          </ac:spMkLst>
        </pc:spChg>
        <pc:spChg chg="del">
          <ac:chgData name="Άριστος Αρέστη" userId="813aa191-2d4c-464f-9d05-0a7e494d859f" providerId="ADAL" clId="{49C7B61D-1ACF-4AFF-A04E-A3B433E32474}" dt="2026-09-27T18:30:34.163" v="154" actId="478"/>
          <ac:spMkLst>
            <pc:docMk/>
            <pc:sldMk cId="181379909" sldId="265"/>
            <ac:spMk id="6" creationId="{90BED268-378E-7129-5D0D-04CA6A741CAF}"/>
          </ac:spMkLst>
        </pc:spChg>
        <pc:spChg chg="del">
          <ac:chgData name="Άριστος Αρέστη" userId="813aa191-2d4c-464f-9d05-0a7e494d859f" providerId="ADAL" clId="{49C7B61D-1ACF-4AFF-A04E-A3B433E32474}" dt="2026-09-27T18:30:34.163" v="154" actId="478"/>
          <ac:spMkLst>
            <pc:docMk/>
            <pc:sldMk cId="181379909" sldId="265"/>
            <ac:spMk id="10" creationId="{27DCED15-84CC-36BF-AC81-874B69218860}"/>
          </ac:spMkLst>
        </pc:spChg>
        <pc:spChg chg="del">
          <ac:chgData name="Άριστος Αρέστη" userId="813aa191-2d4c-464f-9d05-0a7e494d859f" providerId="ADAL" clId="{49C7B61D-1ACF-4AFF-A04E-A3B433E32474}" dt="2026-09-27T18:30:34.163" v="154" actId="478"/>
          <ac:spMkLst>
            <pc:docMk/>
            <pc:sldMk cId="181379909" sldId="265"/>
            <ac:spMk id="11" creationId="{9C1D75BA-FA5B-7224-95DA-CEB4589A5B24}"/>
          </ac:spMkLst>
        </pc:spChg>
        <pc:spChg chg="del">
          <ac:chgData name="Άριστος Αρέστη" userId="813aa191-2d4c-464f-9d05-0a7e494d859f" providerId="ADAL" clId="{49C7B61D-1ACF-4AFF-A04E-A3B433E32474}" dt="2026-09-27T18:30:34.163" v="154" actId="478"/>
          <ac:spMkLst>
            <pc:docMk/>
            <pc:sldMk cId="181379909" sldId="265"/>
            <ac:spMk id="12" creationId="{5CB3241B-0C14-2F6F-FE51-C8C3CF9E7940}"/>
          </ac:spMkLst>
        </pc:spChg>
        <pc:spChg chg="del">
          <ac:chgData name="Άριστος Αρέστη" userId="813aa191-2d4c-464f-9d05-0a7e494d859f" providerId="ADAL" clId="{49C7B61D-1ACF-4AFF-A04E-A3B433E32474}" dt="2026-09-27T18:30:34.163" v="154" actId="478"/>
          <ac:spMkLst>
            <pc:docMk/>
            <pc:sldMk cId="181379909" sldId="265"/>
            <ac:spMk id="15" creationId="{57FD431D-1E5A-5DC4-D301-DA46A856A896}"/>
          </ac:spMkLst>
        </pc:spChg>
        <pc:spChg chg="del">
          <ac:chgData name="Άριστος Αρέστη" userId="813aa191-2d4c-464f-9d05-0a7e494d859f" providerId="ADAL" clId="{49C7B61D-1ACF-4AFF-A04E-A3B433E32474}" dt="2026-09-27T18:30:34.163" v="154" actId="478"/>
          <ac:spMkLst>
            <pc:docMk/>
            <pc:sldMk cId="181379909" sldId="265"/>
            <ac:spMk id="16" creationId="{54167D91-72C9-16B6-1579-E5AECABEF6E9}"/>
          </ac:spMkLst>
        </pc:spChg>
        <pc:spChg chg="del">
          <ac:chgData name="Άριστος Αρέστη" userId="813aa191-2d4c-464f-9d05-0a7e494d859f" providerId="ADAL" clId="{49C7B61D-1ACF-4AFF-A04E-A3B433E32474}" dt="2026-09-27T18:30:40.298" v="156" actId="478"/>
          <ac:spMkLst>
            <pc:docMk/>
            <pc:sldMk cId="181379909" sldId="265"/>
            <ac:spMk id="18" creationId="{84DFFE25-D5C9-CEE2-42B7-E2563499828A}"/>
          </ac:spMkLst>
        </pc:spChg>
        <pc:spChg chg="del">
          <ac:chgData name="Άριστος Αρέστη" userId="813aa191-2d4c-464f-9d05-0a7e494d859f" providerId="ADAL" clId="{49C7B61D-1ACF-4AFF-A04E-A3B433E32474}" dt="2026-09-27T18:30:34.163" v="154" actId="478"/>
          <ac:spMkLst>
            <pc:docMk/>
            <pc:sldMk cId="181379909" sldId="265"/>
            <ac:spMk id="19" creationId="{6CB2CFF1-1950-1EE8-B319-1433B6C0908D}"/>
          </ac:spMkLst>
        </pc:spChg>
        <pc:spChg chg="del">
          <ac:chgData name="Άριστος Αρέστη" userId="813aa191-2d4c-464f-9d05-0a7e494d859f" providerId="ADAL" clId="{49C7B61D-1ACF-4AFF-A04E-A3B433E32474}" dt="2026-09-27T18:30:34.163" v="154" actId="478"/>
          <ac:spMkLst>
            <pc:docMk/>
            <pc:sldMk cId="181379909" sldId="265"/>
            <ac:spMk id="21" creationId="{73F39F9E-563F-DEFF-5E1C-E1FA2F1965E3}"/>
          </ac:spMkLst>
        </pc:spChg>
        <pc:spChg chg="del">
          <ac:chgData name="Άριστος Αρέστη" userId="813aa191-2d4c-464f-9d05-0a7e494d859f" providerId="ADAL" clId="{49C7B61D-1ACF-4AFF-A04E-A3B433E32474}" dt="2026-09-27T18:30:37.499" v="155" actId="478"/>
          <ac:spMkLst>
            <pc:docMk/>
            <pc:sldMk cId="181379909" sldId="265"/>
            <ac:spMk id="23" creationId="{57A825E5-729B-4C40-A570-56F4BF0090A9}"/>
          </ac:spMkLst>
        </pc:spChg>
        <pc:spChg chg="mod">
          <ac:chgData name="Άριστος Αρέστη" userId="813aa191-2d4c-464f-9d05-0a7e494d859f" providerId="ADAL" clId="{49C7B61D-1ACF-4AFF-A04E-A3B433E32474}" dt="2026-09-27T18:29:32.888" v="150" actId="20577"/>
          <ac:spMkLst>
            <pc:docMk/>
            <pc:sldMk cId="181379909" sldId="265"/>
            <ac:spMk id="25" creationId="{A8130C84-A4A7-7A9E-4E79-6B443E2E8015}"/>
          </ac:spMkLst>
        </pc:spChg>
        <pc:spChg chg="add mod">
          <ac:chgData name="Άριστος Αρέστη" userId="813aa191-2d4c-464f-9d05-0a7e494d859f" providerId="ADAL" clId="{49C7B61D-1ACF-4AFF-A04E-A3B433E32474}" dt="2026-09-27T18:33:08.273" v="244" actId="5793"/>
          <ac:spMkLst>
            <pc:docMk/>
            <pc:sldMk cId="181379909" sldId="265"/>
            <ac:spMk id="26" creationId="{41847EA7-BE8D-DE3F-F778-BBEE905EDEB8}"/>
          </ac:spMkLst>
        </pc:spChg>
        <pc:picChg chg="add mod">
          <ac:chgData name="Άριστος Αρέστη" userId="813aa191-2d4c-464f-9d05-0a7e494d859f" providerId="ADAL" clId="{49C7B61D-1ACF-4AFF-A04E-A3B433E32474}" dt="2026-09-27T18:30:52.117" v="161" actId="14100"/>
          <ac:picMkLst>
            <pc:docMk/>
            <pc:sldMk cId="181379909" sldId="265"/>
            <ac:picMk id="24" creationId="{79D401CF-D739-130E-FE18-93CE030B6E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C4861-F1E4-CFE5-027C-D3F37C2E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85C33-94D5-2485-4922-358B81279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2A032-C22A-128B-DC99-649515823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604CC-4369-618B-1397-FC78A2692BB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1098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7529" b="75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37260F-321C-4D98-9D00-171F69EEC1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DD6443-CB57-4552-87AC-672A6CCAC7FE}"/>
              </a:ext>
            </a:extLst>
          </p:cNvPr>
          <p:cNvSpPr>
            <a:spLocks noGrp="1"/>
          </p:cNvSpPr>
          <p:nvPr/>
        </p:nvSpPr>
        <p:spPr>
          <a:xfrm>
            <a:off x="819150" y="1952625"/>
            <a:ext cx="7239000" cy="1428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Βασικές έννοιες</a:t>
            </a:r>
          </a:p>
          <a:p>
            <a:pPr algn="l"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Πληροφορικής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387705-3F11-49FF-AFB9-608E0CBC664B}"/>
              </a:ext>
            </a:extLst>
          </p:cNvPr>
          <p:cNvSpPr>
            <a:spLocks noGrp="1"/>
          </p:cNvSpPr>
          <p:nvPr/>
        </p:nvSpPr>
        <p:spPr>
          <a:xfrm>
            <a:off x="857250" y="3571875"/>
            <a:ext cx="723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Μέρος 1  •  Ο υπολογιστής και οι λειτουργίες του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C17B57-2C08-4735-B199-BFC358C80518}"/>
              </a:ext>
            </a:extLst>
          </p:cNvPr>
          <p:cNvSpPr>
            <a:spLocks noGrp="1"/>
          </p:cNvSpPr>
          <p:nvPr/>
        </p:nvSpPr>
        <p:spPr>
          <a:xfrm>
            <a:off x="838200" y="4333875"/>
            <a:ext cx="952500" cy="66675"/>
          </a:xfrm>
          <a:prstGeom prst="rect">
            <a:avLst/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11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11B990-D7F9-4953-BAF5-31C10F326ED7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Τι είναι ο Ηλεκτρονικός Υπολογιστής;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268680-AA39-4F0D-9CB5-DFC13578CA1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2F6F88-A8F2-4655-B006-365A52EE978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9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Μια ηλεκτρονική μηχανή που μπορεί να: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082D2-8A75-4BB7-9AAE-19FB02015EB8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5619750" cy="26670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5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δέχετ</a:t>
            </a:r>
            <a:r>
              <a:rPr sz="17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αι και να επεξεργάζεται δεδομένα</a:t>
            </a:r>
          </a:p>
          <a:p>
            <a:pPr marL="279400" indent="-165100" algn="l">
              <a:spcAft>
                <a:spcPts val="5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</a:t>
            </a:r>
            <a:r>
              <a:rPr sz="17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οθηκεύει</a:t>
            </a:r>
            <a:r>
              <a:rPr sz="17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και να </a:t>
            </a:r>
            <a:r>
              <a:rPr sz="17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μετ</a:t>
            </a:r>
            <a:r>
              <a:rPr sz="17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αδίδει πληροφορίες</a:t>
            </a:r>
          </a:p>
          <a:p>
            <a:pPr marL="279400" indent="-165100" algn="l">
              <a:spcAft>
                <a:spcPts val="5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εκτελεί</a:t>
            </a:r>
            <a:r>
              <a:rPr sz="17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7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τις</a:t>
            </a:r>
            <a:r>
              <a:rPr sz="17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7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εντολές</a:t>
            </a:r>
            <a:r>
              <a:rPr sz="17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7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ενός</a:t>
            </a:r>
            <a:r>
              <a:rPr sz="17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π</a:t>
            </a:r>
            <a:r>
              <a:rPr sz="17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ρογράμμ</a:t>
            </a:r>
            <a:r>
              <a:rPr sz="17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ατος</a:t>
            </a:r>
          </a:p>
          <a:p>
            <a:pPr marL="279400" indent="-165100" algn="l">
              <a:spcAft>
                <a:spcPts val="5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εργάζετ</a:t>
            </a:r>
            <a:r>
              <a:rPr sz="17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αι με μεγάλη ταχύτητα και ακρίβεια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28B2DD-70D2-464B-A0B5-886F3D217509}"/>
              </a:ext>
            </a:extLst>
          </p:cNvPr>
          <p:cNvSpPr>
            <a:spLocks noGrp="1"/>
          </p:cNvSpPr>
          <p:nvPr/>
        </p:nvSpPr>
        <p:spPr>
          <a:xfrm>
            <a:off x="6858000" y="5143500"/>
            <a:ext cx="4476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Ο άνθρωπος καθορίζει την εργασία μέσω του προγράμματος.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846B58-D023-B434-73F3-D634B0613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130" y="1821996"/>
            <a:ext cx="5065853" cy="275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6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3D2D21-DA0E-4D04-82F9-33CA2950C63B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Τι είναι πρόγραμμα;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F1590C-7EC3-4E50-B767-180455D8A25C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A48AACA-690B-4537-B4DE-8A4CC9EA0E93}"/>
              </a:ext>
            </a:extLst>
          </p:cNvPr>
          <p:cNvSpPr>
            <a:spLocks noGrp="1"/>
          </p:cNvSpPr>
          <p:nvPr/>
        </p:nvSpPr>
        <p:spPr>
          <a:xfrm>
            <a:off x="714375" y="1714501"/>
            <a:ext cx="6191250" cy="1457336"/>
          </a:xfrm>
          <a:prstGeom prst="roundRect">
            <a:avLst>
              <a:gd name="adj" fmla="val 2807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773E7D-56A8-4A5A-B9F7-DCB243332340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114300" cy="2714625"/>
          </a:xfrm>
          <a:prstGeom prst="roundRect">
            <a:avLst>
              <a:gd name="adj" fmla="val 50000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BF29A-0CAD-4760-8B5A-2874A4045ECC}"/>
              </a:ext>
            </a:extLst>
          </p:cNvPr>
          <p:cNvSpPr>
            <a:spLocks noGrp="1"/>
          </p:cNvSpPr>
          <p:nvPr/>
        </p:nvSpPr>
        <p:spPr>
          <a:xfrm>
            <a:off x="1000125" y="192405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Ορισμός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C5EC3-4191-4136-8481-C91A957F57C4}"/>
              </a:ext>
            </a:extLst>
          </p:cNvPr>
          <p:cNvSpPr>
            <a:spLocks noGrp="1"/>
          </p:cNvSpPr>
          <p:nvPr/>
        </p:nvSpPr>
        <p:spPr>
          <a:xfrm>
            <a:off x="1000125" y="2457450"/>
            <a:ext cx="5667375" cy="714387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σειρά από εντολές που συντονίζουν τη λειτουργία του υπολογιστή για την εκτέλεση μιας συγκεκριμένης εργασίας.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93B746-8EEE-4453-AA6D-7F35F28C7463}"/>
              </a:ext>
            </a:extLst>
          </p:cNvPr>
          <p:cNvSpPr>
            <a:spLocks noGrp="1"/>
          </p:cNvSpPr>
          <p:nvPr/>
        </p:nvSpPr>
        <p:spPr>
          <a:xfrm>
            <a:off x="7524750" y="1666875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Παραδείγματα προγραμμάτων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D1060D-4B36-4437-A7E3-9AEB6D063A19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429000" cy="21907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5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Επεξεργαστής κειμένου</a:t>
            </a:r>
          </a:p>
          <a:p>
            <a:pPr marL="279400" indent="-165100" algn="l">
              <a:spcAft>
                <a:spcPts val="5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Φυλλομετρητής ιστού</a:t>
            </a:r>
          </a:p>
          <a:p>
            <a:pPr marL="279400" indent="-165100" algn="l">
              <a:spcAft>
                <a:spcPts val="5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Πρόγραμμα ζωγραφικής</a:t>
            </a:r>
          </a:p>
          <a:p>
            <a:pPr marL="279400" indent="-165100" algn="l">
              <a:spcAft>
                <a:spcPts val="5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Παιχνίδι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13E8EB-4243-4965-8CE8-22C818AA95C5}"/>
              </a:ext>
            </a:extLst>
          </p:cNvPr>
          <p:cNvSpPr>
            <a:spLocks noGrp="1"/>
          </p:cNvSpPr>
          <p:nvPr/>
        </p:nvSpPr>
        <p:spPr>
          <a:xfrm>
            <a:off x="7524750" y="4953000"/>
            <a:ext cx="3619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Το πρόγραμμα καθορίζει ποια επεξεργασία θα γίνει στα δεδομένα.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DE456C-4F01-1E55-873D-CA5A133A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50" y="3249140"/>
            <a:ext cx="5994400" cy="35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42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0C11EA-D964-9DDD-F365-8D2C83CCC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8130C84-A4A7-7A9E-4E79-6B443E2E8015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lang="el-GR" sz="3000" b="1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Υπολογιστής εναντίον ανθρώπου</a:t>
            </a:r>
            <a:endParaRPr sz="3000" b="1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E50C8B-AEB5-C4D2-51B5-861F667F4990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24" name="Picture 23" descr="AI for Risk Management: The Battle of Computer with Human | GiniMachine">
            <a:extLst>
              <a:ext uri="{FF2B5EF4-FFF2-40B4-BE49-F238E27FC236}">
                <a16:creationId xmlns:a16="http://schemas.microsoft.com/office/drawing/2014/main" id="{79D401CF-D739-130E-FE18-93CE030B6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1" y="1314450"/>
            <a:ext cx="7886700" cy="478205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1847EA7-BE8D-DE3F-F778-BBEE905EDEB8}"/>
              </a:ext>
            </a:extLst>
          </p:cNvPr>
          <p:cNvSpPr txBox="1"/>
          <p:nvPr/>
        </p:nvSpPr>
        <p:spPr>
          <a:xfrm>
            <a:off x="8489950" y="1562100"/>
            <a:ext cx="2959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Ταχύτητα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Ακρίβεια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Εξυπνάδα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Δημιουργικότητα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/>
              <a:t>Εφευρετικότητα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379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448C500-51B2-4948-B4F2-CCE956F71B38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 λείπει μία βασική λειτουργία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822C54-6354-4224-AC2C-DF5098B3642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F7758A-7AD7-499A-B9D0-E2ABF7927E2C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105727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DDEE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2BAC75-FC77-4C5F-8BF0-C5627636D26B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17621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688EF-E6AE-4E6E-9015-C2475411365D}"/>
              </a:ext>
            </a:extLst>
          </p:cNvPr>
          <p:cNvSpPr>
            <a:spLocks noGrp="1"/>
          </p:cNvSpPr>
          <p:nvPr/>
        </p:nvSpPr>
        <p:spPr>
          <a:xfrm>
            <a:off x="904875" y="1762125"/>
            <a:ext cx="1571625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 dirty="0" err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Είσοδος</a:t>
            </a:r>
            <a:endParaRPr sz="1575" b="1" dirty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4E30F-A6DC-484F-8943-AE3EBD2D878A}"/>
              </a:ext>
            </a:extLst>
          </p:cNvPr>
          <p:cNvSpPr>
            <a:spLocks noGrp="1"/>
          </p:cNvSpPr>
          <p:nvPr/>
        </p:nvSpPr>
        <p:spPr>
          <a:xfrm>
            <a:off x="2857500" y="1743075"/>
            <a:ext cx="80962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μπ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ορούν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να 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δοθούν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νέ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δεδομένα.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B2557A-B821-425C-810D-9E2BCA8909C7}"/>
              </a:ext>
            </a:extLst>
          </p:cNvPr>
          <p:cNvSpPr>
            <a:spLocks noGrp="1"/>
          </p:cNvSpPr>
          <p:nvPr/>
        </p:nvSpPr>
        <p:spPr>
          <a:xfrm>
            <a:off x="809625" y="2600325"/>
            <a:ext cx="105727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DDEE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722B29-9464-4188-93E3-FCC91F98288A}"/>
              </a:ext>
            </a:extLst>
          </p:cNvPr>
          <p:cNvSpPr>
            <a:spLocks noGrp="1"/>
          </p:cNvSpPr>
          <p:nvPr/>
        </p:nvSpPr>
        <p:spPr>
          <a:xfrm>
            <a:off x="809625" y="2600325"/>
            <a:ext cx="17621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D2C22C-1832-4108-B875-D465B187F55D}"/>
              </a:ext>
            </a:extLst>
          </p:cNvPr>
          <p:cNvSpPr>
            <a:spLocks noGrp="1"/>
          </p:cNvSpPr>
          <p:nvPr/>
        </p:nvSpPr>
        <p:spPr>
          <a:xfrm>
            <a:off x="904875" y="2790825"/>
            <a:ext cx="1571625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Επεξεργασία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D01840-23E9-439E-8C39-1D1E63E5065D}"/>
              </a:ext>
            </a:extLst>
          </p:cNvPr>
          <p:cNvSpPr>
            <a:spLocks noGrp="1"/>
          </p:cNvSpPr>
          <p:nvPr/>
        </p:nvSpPr>
        <p:spPr>
          <a:xfrm>
            <a:off x="2857500" y="2771775"/>
            <a:ext cx="80962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δεδομέν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δεν μετατρέπονται σε χρήσιμες πληροφορίες.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D4DEC9-258D-4CC9-88F4-36EFA6E3CC34}"/>
              </a:ext>
            </a:extLst>
          </p:cNvPr>
          <p:cNvSpPr>
            <a:spLocks noGrp="1"/>
          </p:cNvSpPr>
          <p:nvPr/>
        </p:nvSpPr>
        <p:spPr>
          <a:xfrm>
            <a:off x="809625" y="3629025"/>
            <a:ext cx="105727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DDEE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942780-A3DA-4E94-BC94-AB533A618957}"/>
              </a:ext>
            </a:extLst>
          </p:cNvPr>
          <p:cNvSpPr>
            <a:spLocks noGrp="1"/>
          </p:cNvSpPr>
          <p:nvPr/>
        </p:nvSpPr>
        <p:spPr>
          <a:xfrm>
            <a:off x="809625" y="3629025"/>
            <a:ext cx="1762125" cy="781050"/>
          </a:xfrm>
          <a:prstGeom prst="roundRect">
            <a:avLst>
              <a:gd name="adj" fmla="val 9756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A4ABF-FD98-4690-8636-3E224EDB7BCF}"/>
              </a:ext>
            </a:extLst>
          </p:cNvPr>
          <p:cNvSpPr>
            <a:spLocks noGrp="1"/>
          </p:cNvSpPr>
          <p:nvPr/>
        </p:nvSpPr>
        <p:spPr>
          <a:xfrm>
            <a:off x="904875" y="3819525"/>
            <a:ext cx="1571625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Έξοδος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B1616F-A9D9-4771-A7CB-03DC3D90C91F}"/>
              </a:ext>
            </a:extLst>
          </p:cNvPr>
          <p:cNvSpPr>
            <a:spLocks noGrp="1"/>
          </p:cNvSpPr>
          <p:nvPr/>
        </p:nvSpPr>
        <p:spPr>
          <a:xfrm>
            <a:off x="2857500" y="3800475"/>
            <a:ext cx="80962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 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χρήστης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μπ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ορεί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να 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δει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ή να α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κούσει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απ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οτέλεσμ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D396F5-A275-42FC-9E94-8CCFD4A93F53}"/>
              </a:ext>
            </a:extLst>
          </p:cNvPr>
          <p:cNvSpPr>
            <a:spLocks noGrp="1"/>
          </p:cNvSpPr>
          <p:nvPr/>
        </p:nvSpPr>
        <p:spPr>
          <a:xfrm>
            <a:off x="809625" y="4657725"/>
            <a:ext cx="105727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DDEE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38BE01-A457-45D4-8931-9A84BFEAC163}"/>
              </a:ext>
            </a:extLst>
          </p:cNvPr>
          <p:cNvSpPr>
            <a:spLocks noGrp="1"/>
          </p:cNvSpPr>
          <p:nvPr/>
        </p:nvSpPr>
        <p:spPr>
          <a:xfrm>
            <a:off x="809625" y="4657725"/>
            <a:ext cx="1762125" cy="781050"/>
          </a:xfrm>
          <a:prstGeom prst="roundRect">
            <a:avLst>
              <a:gd name="adj" fmla="val 9756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6B8B09-0059-47B0-8234-05B4F9B5D86E}"/>
              </a:ext>
            </a:extLst>
          </p:cNvPr>
          <p:cNvSpPr>
            <a:spLocks noGrp="1"/>
          </p:cNvSpPr>
          <p:nvPr/>
        </p:nvSpPr>
        <p:spPr>
          <a:xfrm>
            <a:off x="904875" y="4848225"/>
            <a:ext cx="1571625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Αποθήκευση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CD658-B6DA-404B-91EE-07C6CA7F0219}"/>
              </a:ext>
            </a:extLst>
          </p:cNvPr>
          <p:cNvSpPr>
            <a:spLocks noGrp="1"/>
          </p:cNvSpPr>
          <p:nvPr/>
        </p:nvSpPr>
        <p:spPr>
          <a:xfrm>
            <a:off x="2857500" y="4829175"/>
            <a:ext cx="80962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</a:t>
            </a:r>
            <a:r>
              <a:rPr sz="157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στοιχεί</a:t>
            </a:r>
            <a:r>
              <a:rPr sz="157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χάνονται όταν τερματιστεί η εργασία.</a:t>
            </a:r>
          </a:p>
        </p:txBody>
      </p:sp>
    </p:spTree>
    <p:extLst>
      <p:ext uri="{BB962C8B-B14F-4D97-AF65-F5344CB8AC3E}">
        <p14:creationId xmlns:p14="http://schemas.microsoft.com/office/powerpoint/2010/main" val="153602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19DEBC-6B52-496A-8A6C-D4681E6418F8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Σύντομη ανακεφαλαίωση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EF261-0989-4C4C-B1B7-02F1CA4F5F54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7FC41F-4DFF-4A3A-9558-D0CC31603C8C}"/>
              </a:ext>
            </a:extLst>
          </p:cNvPr>
          <p:cNvSpPr>
            <a:spLocks noGrp="1"/>
          </p:cNvSpPr>
          <p:nvPr/>
        </p:nvSpPr>
        <p:spPr>
          <a:xfrm>
            <a:off x="1000125" y="1762125"/>
            <a:ext cx="10001250" cy="2714625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 υπολογιστής επεξεργάζεται δεδομένα γρήγορα και με ακρίβεια.</a:t>
            </a: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 πρόγραμμα είναι σειρά εντολών για συγκεκριμένη εργασία.</a:t>
            </a: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βασικές λειτουργίες είναι είσοδος, επεξεργασία, αποθήκευση και έξοδος.</a:t>
            </a: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Στον υπολογιστή εισάγουμε δεδομένα και λαμβάνουμε πληροφορίες.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3A8D3F-8D45-4825-8B79-F763A7FB0F7C}"/>
              </a:ext>
            </a:extLst>
          </p:cNvPr>
          <p:cNvSpPr>
            <a:spLocks noGrp="1"/>
          </p:cNvSpPr>
          <p:nvPr/>
        </p:nvSpPr>
        <p:spPr>
          <a:xfrm>
            <a:off x="1714500" y="4857750"/>
            <a:ext cx="8763000" cy="666750"/>
          </a:xfrm>
          <a:prstGeom prst="roundRect">
            <a:avLst>
              <a:gd name="adj" fmla="val 11429"/>
            </a:avLst>
          </a:prstGeom>
          <a:solidFill>
            <a:srgbClr val="D9DA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D7EF75-1811-45BE-894B-AA8DFB621183}"/>
              </a:ext>
            </a:extLst>
          </p:cNvPr>
          <p:cNvSpPr>
            <a:spLocks noGrp="1"/>
          </p:cNvSpPr>
          <p:nvPr/>
        </p:nvSpPr>
        <p:spPr>
          <a:xfrm>
            <a:off x="1952625" y="5010150"/>
            <a:ext cx="82867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τέσσερις λειτουργίες συνεργάζονται για να ολοκληρωθεί μια εργασία.</a:t>
            </a:r>
          </a:p>
        </p:txBody>
      </p:sp>
    </p:spTree>
    <p:extLst>
      <p:ext uri="{BB962C8B-B14F-4D97-AF65-F5344CB8AC3E}">
        <p14:creationId xmlns:p14="http://schemas.microsoft.com/office/powerpoint/2010/main" val="3943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B97F01D-7F09-49FF-96F4-391AECF8A42E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Ασκήσεις — Μέρος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63651D-2E14-4901-B802-65611CF933F9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834E4F-3BD4-4057-9E0B-AB1B769A64C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9532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Να απαντήσετε στις ακόλουθες ερωτήσεις του Φύλλου Εργασίας Α.1.Μ1: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1F30FE-E9A4-439A-BC70-F1B8912D1EF2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590550" cy="457200"/>
          </a:xfrm>
          <a:prstGeom prst="roundRect">
            <a:avLst>
              <a:gd name="adj" fmla="val 16667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BAC057-87D3-44A9-A4FE-2B0E30C9BB00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9EE73-9BF9-49CD-BECD-D17408C2F33B}"/>
              </a:ext>
            </a:extLst>
          </p:cNvPr>
          <p:cNvSpPr>
            <a:spLocks noGrp="1"/>
          </p:cNvSpPr>
          <p:nvPr/>
        </p:nvSpPr>
        <p:spPr>
          <a:xfrm>
            <a:off x="1571625" y="23336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Ορισμός Η/Υ και συμπλήρωση εννοιών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33722A-BE4E-48AB-84FA-206814E6155D}"/>
              </a:ext>
            </a:extLst>
          </p:cNvPr>
          <p:cNvSpPr>
            <a:spLocks noGrp="1"/>
          </p:cNvSpPr>
          <p:nvPr/>
        </p:nvSpPr>
        <p:spPr>
          <a:xfrm>
            <a:off x="762000" y="2981325"/>
            <a:ext cx="590550" cy="457200"/>
          </a:xfrm>
          <a:prstGeom prst="roundRect">
            <a:avLst>
              <a:gd name="adj" fmla="val 16667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ED19EA-67C0-4931-8380-CC48BCBC6515}"/>
              </a:ext>
            </a:extLst>
          </p:cNvPr>
          <p:cNvSpPr>
            <a:spLocks noGrp="1"/>
          </p:cNvSpPr>
          <p:nvPr/>
        </p:nvSpPr>
        <p:spPr>
          <a:xfrm>
            <a:off x="819150" y="30289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087B02-F07D-4BBF-9900-53BD4F6BEFDF}"/>
              </a:ext>
            </a:extLst>
          </p:cNvPr>
          <p:cNvSpPr>
            <a:spLocks noGrp="1"/>
          </p:cNvSpPr>
          <p:nvPr/>
        </p:nvSpPr>
        <p:spPr>
          <a:xfrm>
            <a:off x="1571625" y="29813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τέσσερις βασικές λειτουργίες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D080C7-6171-4034-8388-70BD496929DB}"/>
              </a:ext>
            </a:extLst>
          </p:cNvPr>
          <p:cNvSpPr>
            <a:spLocks noGrp="1"/>
          </p:cNvSpPr>
          <p:nvPr/>
        </p:nvSpPr>
        <p:spPr>
          <a:xfrm>
            <a:off x="762000" y="3629025"/>
            <a:ext cx="590550" cy="457200"/>
          </a:xfrm>
          <a:prstGeom prst="roundRect">
            <a:avLst>
              <a:gd name="adj" fmla="val 16667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7A7D4F-132A-4F19-94BC-57715A45153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E3217D-63EF-47E0-B3DE-AA586CF3F5D5}"/>
              </a:ext>
            </a:extLst>
          </p:cNvPr>
          <p:cNvSpPr>
            <a:spLocks noGrp="1"/>
          </p:cNvSpPr>
          <p:nvPr/>
        </p:nvSpPr>
        <p:spPr>
          <a:xfrm>
            <a:off x="1571625" y="36290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Τοποθέτηση των λειτουργιών στο σχεδιάγραμμα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F657F9-ABF6-4787-998D-996923E97800}"/>
              </a:ext>
            </a:extLst>
          </p:cNvPr>
          <p:cNvSpPr>
            <a:spLocks noGrp="1"/>
          </p:cNvSpPr>
          <p:nvPr/>
        </p:nvSpPr>
        <p:spPr>
          <a:xfrm>
            <a:off x="762000" y="4276725"/>
            <a:ext cx="590550" cy="457200"/>
          </a:xfrm>
          <a:prstGeom prst="roundRect">
            <a:avLst>
              <a:gd name="adj" fmla="val 16667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016EA-35DE-4A18-82A0-44883318549E}"/>
              </a:ext>
            </a:extLst>
          </p:cNvPr>
          <p:cNvSpPr>
            <a:spLocks noGrp="1"/>
          </p:cNvSpPr>
          <p:nvPr/>
        </p:nvSpPr>
        <p:spPr>
          <a:xfrm>
            <a:off x="819150" y="43243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1832F-AE00-40A1-B029-77F1933D190D}"/>
              </a:ext>
            </a:extLst>
          </p:cNvPr>
          <p:cNvSpPr>
            <a:spLocks noGrp="1"/>
          </p:cNvSpPr>
          <p:nvPr/>
        </p:nvSpPr>
        <p:spPr>
          <a:xfrm>
            <a:off x="1571625" y="42767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Προτάσεις α, β και δ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764CDCC-153B-4157-865D-C4B8ED33D068}"/>
              </a:ext>
            </a:extLst>
          </p:cNvPr>
          <p:cNvSpPr>
            <a:spLocks noGrp="1"/>
          </p:cNvSpPr>
          <p:nvPr/>
        </p:nvSpPr>
        <p:spPr>
          <a:xfrm>
            <a:off x="762000" y="4924425"/>
            <a:ext cx="590550" cy="457200"/>
          </a:xfrm>
          <a:prstGeom prst="roundRect">
            <a:avLst>
              <a:gd name="adj" fmla="val 16667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256BF4-0C06-4EC0-B2E5-570C33B6C0A6}"/>
              </a:ext>
            </a:extLst>
          </p:cNvPr>
          <p:cNvSpPr>
            <a:spLocks noGrp="1"/>
          </p:cNvSpPr>
          <p:nvPr/>
        </p:nvSpPr>
        <p:spPr>
          <a:xfrm>
            <a:off x="819150" y="49720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095B22-5BF9-4B9E-BEB1-A6F999803960}"/>
              </a:ext>
            </a:extLst>
          </p:cNvPr>
          <p:cNvSpPr>
            <a:spLocks noGrp="1"/>
          </p:cNvSpPr>
          <p:nvPr/>
        </p:nvSpPr>
        <p:spPr>
          <a:xfrm>
            <a:off x="1571625" y="49244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Συνέπειες όταν λείπει μία λειτουργία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2357970"/>
            <a:ext cx="3333750" cy="233256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4DF0291-25CE-45D7-BFFF-C003B4C3789B}"/>
              </a:ext>
            </a:extLst>
          </p:cNvPr>
          <p:cNvSpPr>
            <a:spLocks noGrp="1"/>
          </p:cNvSpPr>
          <p:nvPr/>
        </p:nvSpPr>
        <p:spPr>
          <a:xfrm>
            <a:off x="8143875" y="528637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Σελίδες 11–13</a:t>
            </a:r>
          </a:p>
        </p:txBody>
      </p:sp>
    </p:spTree>
    <p:extLst>
      <p:ext uri="{BB962C8B-B14F-4D97-AF65-F5344CB8AC3E}">
        <p14:creationId xmlns:p14="http://schemas.microsoft.com/office/powerpoint/2010/main" val="9790593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418</Words>
  <Application>Microsoft Office PowerPoint</Application>
  <DocSecurity>0</DocSecurity>
  <PresentationFormat>Widescreen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Inter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2026-09-19T13:04:39Z</dcterms:created>
  <dcterms:modified xsi:type="dcterms:W3CDTF">2026-09-27T18:33:08Z</dcterms:modified>
</cp:coreProperties>
</file>