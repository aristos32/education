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4" r:id="rId4"/>
    <p:sldId id="266" r:id="rId5"/>
    <p:sldId id="265" r:id="rId6"/>
    <p:sldId id="258" r:id="rId7"/>
    <p:sldId id="259" r:id="rId8"/>
    <p:sldId id="261" r:id="rId9"/>
    <p:sldId id="262" r:id="rId10"/>
    <p:sldId id="260" r:id="rId11"/>
    <p:sldId id="263" r:id="rId12"/>
  </p:sldIdLst>
  <p:sldSz cx="12192000" cy="6858000"/>
  <p:notesSz cx="6858000" cy="9144000"/>
  <p:defaultTextStyle>
    <a:defPPr>
      <a:defRPr lang="en-CY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400A2B-A17D-4E9A-B169-9A3FD55A17D1}" v="7" dt="2026-09-20T17:43:33.6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38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Άριστος Αρέστη" userId="813aa191-2d4c-464f-9d05-0a7e494d859f" providerId="ADAL" clId="{49C7B61D-1ACF-4AFF-A04E-A3B433E32474}"/>
    <pc:docChg chg="undo custSel addSld modSld">
      <pc:chgData name="Άριστος Αρέστη" userId="813aa191-2d4c-464f-9d05-0a7e494d859f" providerId="ADAL" clId="{49C7B61D-1ACF-4AFF-A04E-A3B433E32474}" dt="2026-09-20T17:44:46.066" v="48" actId="14100"/>
      <pc:docMkLst>
        <pc:docMk/>
      </pc:docMkLst>
      <pc:sldChg chg="addSp modSp mod">
        <pc:chgData name="Άριστος Αρέστη" userId="813aa191-2d4c-464f-9d05-0a7e494d859f" providerId="ADAL" clId="{49C7B61D-1ACF-4AFF-A04E-A3B433E32474}" dt="2026-09-20T17:37:39.884" v="35" actId="1076"/>
        <pc:sldMkLst>
          <pc:docMk/>
          <pc:sldMk cId="205878500" sldId="258"/>
        </pc:sldMkLst>
        <pc:spChg chg="mod">
          <ac:chgData name="Άριστος Αρέστη" userId="813aa191-2d4c-464f-9d05-0a7e494d859f" providerId="ADAL" clId="{49C7B61D-1ACF-4AFF-A04E-A3B433E32474}" dt="2026-09-20T17:37:25.845" v="30" actId="14100"/>
          <ac:spMkLst>
            <pc:docMk/>
            <pc:sldMk cId="205878500" sldId="258"/>
            <ac:spMk id="2" creationId="{E5505BF5-78CC-8635-3531-FA518A96A6E4}"/>
          </ac:spMkLst>
        </pc:spChg>
        <pc:spChg chg="mod">
          <ac:chgData name="Άριστος Αρέστη" userId="813aa191-2d4c-464f-9d05-0a7e494d859f" providerId="ADAL" clId="{49C7B61D-1ACF-4AFF-A04E-A3B433E32474}" dt="2026-09-20T17:37:33.772" v="32" actId="14100"/>
          <ac:spMkLst>
            <pc:docMk/>
            <pc:sldMk cId="205878500" sldId="258"/>
            <ac:spMk id="3" creationId="{6310852C-F561-9A82-8CFF-E603774AA651}"/>
          </ac:spMkLst>
        </pc:spChg>
        <pc:picChg chg="add mod">
          <ac:chgData name="Άριστος Αρέστη" userId="813aa191-2d4c-464f-9d05-0a7e494d859f" providerId="ADAL" clId="{49C7B61D-1ACF-4AFF-A04E-A3B433E32474}" dt="2026-09-20T17:37:39.884" v="35" actId="1076"/>
          <ac:picMkLst>
            <pc:docMk/>
            <pc:sldMk cId="205878500" sldId="258"/>
            <ac:picMk id="6" creationId="{D2F1100D-0037-FD50-9F5C-0D2651BD26BE}"/>
          </ac:picMkLst>
        </pc:picChg>
      </pc:sldChg>
      <pc:sldChg chg="modSp mod">
        <pc:chgData name="Άριστος Αρέστη" userId="813aa191-2d4c-464f-9d05-0a7e494d859f" providerId="ADAL" clId="{49C7B61D-1ACF-4AFF-A04E-A3B433E32474}" dt="2026-09-20T17:44:46.066" v="48" actId="14100"/>
        <pc:sldMkLst>
          <pc:docMk/>
          <pc:sldMk cId="2052397070" sldId="259"/>
        </pc:sldMkLst>
        <pc:spChg chg="mod">
          <ac:chgData name="Άριστος Αρέστη" userId="813aa191-2d4c-464f-9d05-0a7e494d859f" providerId="ADAL" clId="{49C7B61D-1ACF-4AFF-A04E-A3B433E32474}" dt="2026-09-20T17:38:29.610" v="42"/>
          <ac:spMkLst>
            <pc:docMk/>
            <pc:sldMk cId="2052397070" sldId="259"/>
            <ac:spMk id="2" creationId="{86A891DF-6CE0-4192-7234-93DF9825D6FE}"/>
          </ac:spMkLst>
        </pc:spChg>
        <pc:picChg chg="mod">
          <ac:chgData name="Άριστος Αρέστη" userId="813aa191-2d4c-464f-9d05-0a7e494d859f" providerId="ADAL" clId="{49C7B61D-1ACF-4AFF-A04E-A3B433E32474}" dt="2026-09-20T17:44:46.066" v="48" actId="14100"/>
          <ac:picMkLst>
            <pc:docMk/>
            <pc:sldMk cId="2052397070" sldId="259"/>
            <ac:picMk id="5" creationId="{285AB149-A7C6-C9A3-2FB7-60D8001197F3}"/>
          </ac:picMkLst>
        </pc:picChg>
      </pc:sldChg>
      <pc:sldChg chg="modSp mod">
        <pc:chgData name="Άριστος Αρέστη" userId="813aa191-2d4c-464f-9d05-0a7e494d859f" providerId="ADAL" clId="{49C7B61D-1ACF-4AFF-A04E-A3B433E32474}" dt="2026-09-20T17:38:51.188" v="43" actId="14100"/>
        <pc:sldMkLst>
          <pc:docMk/>
          <pc:sldMk cId="1425835038" sldId="262"/>
        </pc:sldMkLst>
        <pc:picChg chg="mod">
          <ac:chgData name="Άριστος Αρέστη" userId="813aa191-2d4c-464f-9d05-0a7e494d859f" providerId="ADAL" clId="{49C7B61D-1ACF-4AFF-A04E-A3B433E32474}" dt="2026-09-20T17:38:51.188" v="43" actId="14100"/>
          <ac:picMkLst>
            <pc:docMk/>
            <pc:sldMk cId="1425835038" sldId="262"/>
            <ac:picMk id="5" creationId="{1D8C6094-1500-7537-A0F3-C136C3640812}"/>
          </ac:picMkLst>
        </pc:picChg>
      </pc:sldChg>
      <pc:sldChg chg="addSp delSp modSp mod">
        <pc:chgData name="Άριστος Αρέστη" userId="813aa191-2d4c-464f-9d05-0a7e494d859f" providerId="ADAL" clId="{49C7B61D-1ACF-4AFF-A04E-A3B433E32474}" dt="2026-09-20T17:34:50.505" v="7" actId="6549"/>
        <pc:sldMkLst>
          <pc:docMk/>
          <pc:sldMk cId="491411680" sldId="264"/>
        </pc:sldMkLst>
        <pc:spChg chg="mod">
          <ac:chgData name="Άριστος Αρέστη" userId="813aa191-2d4c-464f-9d05-0a7e494d859f" providerId="ADAL" clId="{49C7B61D-1ACF-4AFF-A04E-A3B433E32474}" dt="2026-09-20T17:34:50.505" v="7" actId="6549"/>
          <ac:spMkLst>
            <pc:docMk/>
            <pc:sldMk cId="491411680" sldId="264"/>
            <ac:spMk id="3" creationId="{602ECB2F-F3B9-B659-B9D7-CEF79378CD6B}"/>
          </ac:spMkLst>
        </pc:spChg>
        <pc:picChg chg="add del mod">
          <ac:chgData name="Άριστος Αρέστη" userId="813aa191-2d4c-464f-9d05-0a7e494d859f" providerId="ADAL" clId="{49C7B61D-1ACF-4AFF-A04E-A3B433E32474}" dt="2026-09-20T17:34:37.647" v="5" actId="478"/>
          <ac:picMkLst>
            <pc:docMk/>
            <pc:sldMk cId="491411680" sldId="264"/>
            <ac:picMk id="4" creationId="{7CD4DAC1-807D-9C32-469F-D450698938B6}"/>
          </ac:picMkLst>
        </pc:picChg>
        <pc:picChg chg="mod">
          <ac:chgData name="Άριστος Αρέστη" userId="813aa191-2d4c-464f-9d05-0a7e494d859f" providerId="ADAL" clId="{49C7B61D-1ACF-4AFF-A04E-A3B433E32474}" dt="2026-09-20T17:34:39.967" v="6" actId="1076"/>
          <ac:picMkLst>
            <pc:docMk/>
            <pc:sldMk cId="491411680" sldId="264"/>
            <ac:picMk id="8" creationId="{E77B068B-E0B1-CBDC-2E55-147D1F9CC64D}"/>
          </ac:picMkLst>
        </pc:picChg>
      </pc:sldChg>
      <pc:sldChg chg="delSp modSp add mod modAnim">
        <pc:chgData name="Άριστος Αρέστη" userId="813aa191-2d4c-464f-9d05-0a7e494d859f" providerId="ADAL" clId="{49C7B61D-1ACF-4AFF-A04E-A3B433E32474}" dt="2026-09-20T17:43:33.609" v="44"/>
        <pc:sldMkLst>
          <pc:docMk/>
          <pc:sldMk cId="3759884736" sldId="266"/>
        </pc:sldMkLst>
        <pc:spChg chg="mod">
          <ac:chgData name="Άριστος Αρέστη" userId="813aa191-2d4c-464f-9d05-0a7e494d859f" providerId="ADAL" clId="{49C7B61D-1ACF-4AFF-A04E-A3B433E32474}" dt="2026-09-20T17:35:37.480" v="22" actId="6549"/>
          <ac:spMkLst>
            <pc:docMk/>
            <pc:sldMk cId="3759884736" sldId="266"/>
            <ac:spMk id="3" creationId="{7F30F89E-33BD-B2B6-CD9B-EF21E6303869}"/>
          </ac:spMkLst>
        </pc:spChg>
        <pc:picChg chg="mod">
          <ac:chgData name="Άριστος Αρέστη" userId="813aa191-2d4c-464f-9d05-0a7e494d859f" providerId="ADAL" clId="{49C7B61D-1ACF-4AFF-A04E-A3B433E32474}" dt="2026-09-20T17:35:06.509" v="12" actId="1076"/>
          <ac:picMkLst>
            <pc:docMk/>
            <pc:sldMk cId="3759884736" sldId="266"/>
            <ac:picMk id="4" creationId="{1A454115-ED61-A37E-84F0-1A2274780AB4}"/>
          </ac:picMkLst>
        </pc:picChg>
        <pc:picChg chg="del">
          <ac:chgData name="Άριστος Αρέστη" userId="813aa191-2d4c-464f-9d05-0a7e494d859f" providerId="ADAL" clId="{49C7B61D-1ACF-4AFF-A04E-A3B433E32474}" dt="2026-09-20T17:35:03.939" v="11" actId="478"/>
          <ac:picMkLst>
            <pc:docMk/>
            <pc:sldMk cId="3759884736" sldId="266"/>
            <ac:picMk id="8" creationId="{8FA92A0C-1D00-69CC-9A99-B15D09AAD9CC}"/>
          </ac:picMkLst>
        </pc:picChg>
      </pc:sldChg>
    </pc:docChg>
  </pc:docChgLst>
  <pc:docChgLst>
    <pc:chgData name="Άριστος Αρέστη" userId="813aa191-2d4c-464f-9d05-0a7e494d859f" providerId="ADAL" clId="{42400A2B-A17D-4E9A-B169-9A3FD55A17D1}"/>
    <pc:docChg chg="undo custSel addSld modSld">
      <pc:chgData name="Άριστος Αρέστη" userId="813aa191-2d4c-464f-9d05-0a7e494d859f" providerId="ADAL" clId="{42400A2B-A17D-4E9A-B169-9A3FD55A17D1}" dt="2026-09-15T13:48:01.429" v="192" actId="20577"/>
      <pc:docMkLst>
        <pc:docMk/>
      </pc:docMkLst>
      <pc:sldChg chg="addSp delSp modSp mod setClrOvrMap delDesignElem chgLayout">
        <pc:chgData name="Άριστος Αρέστη" userId="813aa191-2d4c-464f-9d05-0a7e494d859f" providerId="ADAL" clId="{42400A2B-A17D-4E9A-B169-9A3FD55A17D1}" dt="2026-09-11T18:46:49.159" v="81" actId="26606"/>
        <pc:sldMkLst>
          <pc:docMk/>
          <pc:sldMk cId="4279378956" sldId="257"/>
        </pc:sldMkLst>
        <pc:spChg chg="mod ord">
          <ac:chgData name="Άριστος Αρέστη" userId="813aa191-2d4c-464f-9d05-0a7e494d859f" providerId="ADAL" clId="{42400A2B-A17D-4E9A-B169-9A3FD55A17D1}" dt="2026-09-11T18:46:49.159" v="81" actId="26606"/>
          <ac:spMkLst>
            <pc:docMk/>
            <pc:sldMk cId="4279378956" sldId="257"/>
            <ac:spMk id="2" creationId="{657759B8-F883-AF39-A232-3F38E0FBC22C}"/>
          </ac:spMkLst>
        </pc:spChg>
        <pc:spChg chg="add">
          <ac:chgData name="Άριστος Αρέστη" userId="813aa191-2d4c-464f-9d05-0a7e494d859f" providerId="ADAL" clId="{42400A2B-A17D-4E9A-B169-9A3FD55A17D1}" dt="2026-09-11T18:46:49.159" v="81" actId="26606"/>
          <ac:spMkLst>
            <pc:docMk/>
            <pc:sldMk cId="4279378956" sldId="257"/>
            <ac:spMk id="38" creationId="{18873D23-2DCF-4B31-A009-95721C06E8E1}"/>
          </ac:spMkLst>
        </pc:spChg>
        <pc:spChg chg="add">
          <ac:chgData name="Άριστος Αρέστη" userId="813aa191-2d4c-464f-9d05-0a7e494d859f" providerId="ADAL" clId="{42400A2B-A17D-4E9A-B169-9A3FD55A17D1}" dt="2026-09-11T18:46:49.159" v="81" actId="26606"/>
          <ac:spMkLst>
            <pc:docMk/>
            <pc:sldMk cId="4279378956" sldId="257"/>
            <ac:spMk id="39" creationId="{C13EF075-D4EF-4929-ADBC-91B27DA19955}"/>
          </ac:spMkLst>
        </pc:spChg>
        <pc:spChg chg="add">
          <ac:chgData name="Άριστος Αρέστη" userId="813aa191-2d4c-464f-9d05-0a7e494d859f" providerId="ADAL" clId="{42400A2B-A17D-4E9A-B169-9A3FD55A17D1}" dt="2026-09-11T18:46:49.159" v="81" actId="26606"/>
          <ac:spMkLst>
            <pc:docMk/>
            <pc:sldMk cId="4279378956" sldId="257"/>
            <ac:spMk id="45" creationId="{602ECB2F-F3B9-B659-B9D7-CEF79378CD6B}"/>
          </ac:spMkLst>
        </pc:spChg>
        <pc:grpChg chg="add">
          <ac:chgData name="Άριστος Αρέστη" userId="813aa191-2d4c-464f-9d05-0a7e494d859f" providerId="ADAL" clId="{42400A2B-A17D-4E9A-B169-9A3FD55A17D1}" dt="2026-09-11T18:46:49.159" v="81" actId="26606"/>
          <ac:grpSpMkLst>
            <pc:docMk/>
            <pc:sldMk cId="4279378956" sldId="257"/>
            <ac:grpSpMk id="40" creationId="{DAA26DFA-AAB2-4973-9C17-16D587C7B198}"/>
          </ac:grpSpMkLst>
        </pc:grpChg>
      </pc:sldChg>
      <pc:sldChg chg="modSp mod">
        <pc:chgData name="Άριστος Αρέστη" userId="813aa191-2d4c-464f-9d05-0a7e494d859f" providerId="ADAL" clId="{42400A2B-A17D-4E9A-B169-9A3FD55A17D1}" dt="2026-09-13T07:10:38.592" v="118" actId="113"/>
        <pc:sldMkLst>
          <pc:docMk/>
          <pc:sldMk cId="1425835038" sldId="262"/>
        </pc:sldMkLst>
        <pc:spChg chg="mod">
          <ac:chgData name="Άριστος Αρέστη" userId="813aa191-2d4c-464f-9d05-0a7e494d859f" providerId="ADAL" clId="{42400A2B-A17D-4E9A-B169-9A3FD55A17D1}" dt="2026-09-13T07:10:38.592" v="118" actId="113"/>
          <ac:spMkLst>
            <pc:docMk/>
            <pc:sldMk cId="1425835038" sldId="262"/>
            <ac:spMk id="2" creationId="{3BDFAB33-C9EF-E4B5-3400-E24E3CAB8085}"/>
          </ac:spMkLst>
        </pc:spChg>
      </pc:sldChg>
      <pc:sldChg chg="modSp mod">
        <pc:chgData name="Άριστος Αρέστη" userId="813aa191-2d4c-464f-9d05-0a7e494d859f" providerId="ADAL" clId="{42400A2B-A17D-4E9A-B169-9A3FD55A17D1}" dt="2026-09-13T07:13:13.464" v="119" actId="6549"/>
        <pc:sldMkLst>
          <pc:docMk/>
          <pc:sldMk cId="608684808" sldId="263"/>
        </pc:sldMkLst>
        <pc:spChg chg="mod">
          <ac:chgData name="Άριστος Αρέστη" userId="813aa191-2d4c-464f-9d05-0a7e494d859f" providerId="ADAL" clId="{42400A2B-A17D-4E9A-B169-9A3FD55A17D1}" dt="2026-09-13T07:13:13.464" v="119" actId="6549"/>
          <ac:spMkLst>
            <pc:docMk/>
            <pc:sldMk cId="608684808" sldId="263"/>
            <ac:spMk id="3" creationId="{CB04EA9D-51CA-E692-F388-D50BE1527C6F}"/>
          </ac:spMkLst>
        </pc:spChg>
      </pc:sldChg>
      <pc:sldChg chg="addSp delSp modSp add mod setBg delDesignElem">
        <pc:chgData name="Άριστος Αρέστη" userId="813aa191-2d4c-464f-9d05-0a7e494d859f" providerId="ADAL" clId="{42400A2B-A17D-4E9A-B169-9A3FD55A17D1}" dt="2026-09-13T07:04:31.995" v="115" actId="14100"/>
        <pc:sldMkLst>
          <pc:docMk/>
          <pc:sldMk cId="491411680" sldId="264"/>
        </pc:sldMkLst>
        <pc:spChg chg="mod">
          <ac:chgData name="Άριστος Αρέστη" userId="813aa191-2d4c-464f-9d05-0a7e494d859f" providerId="ADAL" clId="{42400A2B-A17D-4E9A-B169-9A3FD55A17D1}" dt="2026-09-13T07:03:51.867" v="109" actId="27636"/>
          <ac:spMkLst>
            <pc:docMk/>
            <pc:sldMk cId="491411680" sldId="264"/>
            <ac:spMk id="2" creationId="{657759B8-F883-AF39-A232-3F38E0FBC22C}"/>
          </ac:spMkLst>
        </pc:spChg>
        <pc:spChg chg="mod">
          <ac:chgData name="Άριστος Αρέστη" userId="813aa191-2d4c-464f-9d05-0a7e494d859f" providerId="ADAL" clId="{42400A2B-A17D-4E9A-B169-9A3FD55A17D1}" dt="2026-09-13T07:03:38.815" v="107" actId="6549"/>
          <ac:spMkLst>
            <pc:docMk/>
            <pc:sldMk cId="491411680" sldId="264"/>
            <ac:spMk id="3" creationId="{602ECB2F-F3B9-B659-B9D7-CEF79378CD6B}"/>
          </ac:spMkLst>
        </pc:spChg>
        <pc:picChg chg="add mod">
          <ac:chgData name="Άριστος Αρέστη" userId="813aa191-2d4c-464f-9d05-0a7e494d859f" providerId="ADAL" clId="{42400A2B-A17D-4E9A-B169-9A3FD55A17D1}" dt="2026-09-13T07:04:31.995" v="115" actId="14100"/>
          <ac:picMkLst>
            <pc:docMk/>
            <pc:sldMk cId="491411680" sldId="264"/>
            <ac:picMk id="8" creationId="{E77B068B-E0B1-CBDC-2E55-147D1F9CC64D}"/>
          </ac:picMkLst>
        </pc:picChg>
      </pc:sldChg>
      <pc:sldChg chg="modSp add mod">
        <pc:chgData name="Άριστος Αρέστη" userId="813aa191-2d4c-464f-9d05-0a7e494d859f" providerId="ADAL" clId="{42400A2B-A17D-4E9A-B169-9A3FD55A17D1}" dt="2026-09-15T13:48:01.429" v="192" actId="20577"/>
        <pc:sldMkLst>
          <pc:docMk/>
          <pc:sldMk cId="860981612" sldId="265"/>
        </pc:sldMkLst>
        <pc:spChg chg="mod">
          <ac:chgData name="Άριστος Αρέστη" userId="813aa191-2d4c-464f-9d05-0a7e494d859f" providerId="ADAL" clId="{42400A2B-A17D-4E9A-B169-9A3FD55A17D1}" dt="2026-09-15T13:48:01.429" v="192" actId="20577"/>
          <ac:spMkLst>
            <pc:docMk/>
            <pc:sldMk cId="860981612" sldId="265"/>
            <ac:spMk id="3" creationId="{602ECB2F-F3B9-B659-B9D7-CEF79378CD6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585AB-590D-2940-F9D8-91A2DEA70A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41E1D7-50E5-605C-ACD7-89AFACCFD5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EE8DB3-D225-FB0F-4A95-87FE121AC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99004-FBBF-4BCC-9BC3-88F554ADE514}" type="datetimeFigureOut">
              <a:rPr lang="en-CY" smtClean="0"/>
              <a:t>09/20/2026</a:t>
            </a:fld>
            <a:endParaRPr lang="en-C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F4E33A-D01E-EAC3-6198-75DCE67E4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783C2F-F6A4-CF68-E054-91D3A8A6F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1C89F-AE7A-4C3B-889F-FA429D0A7F97}" type="slidenum">
              <a:rPr lang="en-CY" smtClean="0"/>
              <a:t>‹#›</a:t>
            </a:fld>
            <a:endParaRPr lang="en-CY"/>
          </a:p>
        </p:txBody>
      </p:sp>
    </p:spTree>
    <p:extLst>
      <p:ext uri="{BB962C8B-B14F-4D97-AF65-F5344CB8AC3E}">
        <p14:creationId xmlns:p14="http://schemas.microsoft.com/office/powerpoint/2010/main" val="1971136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58505-B11D-1416-6D6F-42532E02D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57602-7C8E-F65F-3DCB-CA7DA659D7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E13BDD-A3BD-F0FA-C970-7CE1AFD21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99004-FBBF-4BCC-9BC3-88F554ADE514}" type="datetimeFigureOut">
              <a:rPr lang="en-CY" smtClean="0"/>
              <a:t>09/20/2026</a:t>
            </a:fld>
            <a:endParaRPr lang="en-C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9A8432-C7E6-45F5-17B8-825C34C7B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2DBF15-3DC3-0F8C-B5EC-8D7DEA727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1C89F-AE7A-4C3B-889F-FA429D0A7F97}" type="slidenum">
              <a:rPr lang="en-CY" smtClean="0"/>
              <a:t>‹#›</a:t>
            </a:fld>
            <a:endParaRPr lang="en-CY"/>
          </a:p>
        </p:txBody>
      </p:sp>
    </p:spTree>
    <p:extLst>
      <p:ext uri="{BB962C8B-B14F-4D97-AF65-F5344CB8AC3E}">
        <p14:creationId xmlns:p14="http://schemas.microsoft.com/office/powerpoint/2010/main" val="2718837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48EAB-F365-E770-1C52-96B2FFEDB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5EF05D-0555-A1C8-D595-C855A03CE5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C5151F-7E9E-AD94-792E-FA61FDA2D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99004-FBBF-4BCC-9BC3-88F554ADE514}" type="datetimeFigureOut">
              <a:rPr lang="en-CY" smtClean="0"/>
              <a:t>09/20/2026</a:t>
            </a:fld>
            <a:endParaRPr lang="en-C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AE9C9E-7194-E1C7-7588-B038C3405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68C605-454F-8B7B-3D33-D05911EDD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1C89F-AE7A-4C3B-889F-FA429D0A7F97}" type="slidenum">
              <a:rPr lang="en-CY" smtClean="0"/>
              <a:t>‹#›</a:t>
            </a:fld>
            <a:endParaRPr lang="en-CY"/>
          </a:p>
        </p:txBody>
      </p:sp>
    </p:spTree>
    <p:extLst>
      <p:ext uri="{BB962C8B-B14F-4D97-AF65-F5344CB8AC3E}">
        <p14:creationId xmlns:p14="http://schemas.microsoft.com/office/powerpoint/2010/main" val="1205390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05F7B-A0AC-1293-82D4-9C86467F1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EC535-A3DE-99E7-ABC8-9CC4CE6E3D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EDD5AB-35E0-87E1-275F-04606C697E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510989-7939-77EB-0752-100DC7AFE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99004-FBBF-4BCC-9BC3-88F554ADE514}" type="datetimeFigureOut">
              <a:rPr lang="en-CY" smtClean="0"/>
              <a:t>09/20/2026</a:t>
            </a:fld>
            <a:endParaRPr lang="en-C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AA337F-EF84-36B2-1842-7E5CFCFDF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313D7F-1250-5155-CC8F-1D7F74BF5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1C89F-AE7A-4C3B-889F-FA429D0A7F97}" type="slidenum">
              <a:rPr lang="en-CY" smtClean="0"/>
              <a:t>‹#›</a:t>
            </a:fld>
            <a:endParaRPr lang="en-CY"/>
          </a:p>
        </p:txBody>
      </p:sp>
    </p:spTree>
    <p:extLst>
      <p:ext uri="{BB962C8B-B14F-4D97-AF65-F5344CB8AC3E}">
        <p14:creationId xmlns:p14="http://schemas.microsoft.com/office/powerpoint/2010/main" val="11440352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F6333-8C0F-A01D-5F86-7F6CB2076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B0F6EB-5092-BB38-AE7A-D8A53CBE12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2B800C-4EB4-5C42-1D78-6D44443DC8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E5F6E3-A638-F3AA-A0D8-8243AE1143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606B9C-947E-6E0E-3FB7-6409CA1AA0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49EA02-9727-20CE-6F2F-AEE777190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99004-FBBF-4BCC-9BC3-88F554ADE514}" type="datetimeFigureOut">
              <a:rPr lang="en-CY" smtClean="0"/>
              <a:t>09/20/2026</a:t>
            </a:fld>
            <a:endParaRPr lang="en-C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455506-EB11-CC08-A287-4C40A1068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29B98D-1ABA-F8A4-E267-33AA94C81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1C89F-AE7A-4C3B-889F-FA429D0A7F97}" type="slidenum">
              <a:rPr lang="en-CY" smtClean="0"/>
              <a:t>‹#›</a:t>
            </a:fld>
            <a:endParaRPr lang="en-CY"/>
          </a:p>
        </p:txBody>
      </p:sp>
    </p:spTree>
    <p:extLst>
      <p:ext uri="{BB962C8B-B14F-4D97-AF65-F5344CB8AC3E}">
        <p14:creationId xmlns:p14="http://schemas.microsoft.com/office/powerpoint/2010/main" val="1023880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44A6F-AB0F-F2C2-8460-CD823A4D0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BB32F1-CA42-21EF-BB3D-FD9E4BF81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99004-FBBF-4BCC-9BC3-88F554ADE514}" type="datetimeFigureOut">
              <a:rPr lang="en-CY" smtClean="0"/>
              <a:t>09/20/2026</a:t>
            </a:fld>
            <a:endParaRPr lang="en-C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D18139-25BA-A607-F49E-FAC8B9FF8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1A14D5-22B8-8B31-2F15-3327A9172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1C89F-AE7A-4C3B-889F-FA429D0A7F97}" type="slidenum">
              <a:rPr lang="en-CY" smtClean="0"/>
              <a:t>‹#›</a:t>
            </a:fld>
            <a:endParaRPr lang="en-CY"/>
          </a:p>
        </p:txBody>
      </p:sp>
    </p:spTree>
    <p:extLst>
      <p:ext uri="{BB962C8B-B14F-4D97-AF65-F5344CB8AC3E}">
        <p14:creationId xmlns:p14="http://schemas.microsoft.com/office/powerpoint/2010/main" val="24738694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651FDA-FADC-718F-3679-DD1D82038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99004-FBBF-4BCC-9BC3-88F554ADE514}" type="datetimeFigureOut">
              <a:rPr lang="en-CY" smtClean="0"/>
              <a:t>09/20/2026</a:t>
            </a:fld>
            <a:endParaRPr lang="en-C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6CFA23-F762-DAC7-F055-34BBBEEA1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E4845E-D252-E586-D35F-F6971F010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1C89F-AE7A-4C3B-889F-FA429D0A7F97}" type="slidenum">
              <a:rPr lang="en-CY" smtClean="0"/>
              <a:t>‹#›</a:t>
            </a:fld>
            <a:endParaRPr lang="en-CY"/>
          </a:p>
        </p:txBody>
      </p:sp>
    </p:spTree>
    <p:extLst>
      <p:ext uri="{BB962C8B-B14F-4D97-AF65-F5344CB8AC3E}">
        <p14:creationId xmlns:p14="http://schemas.microsoft.com/office/powerpoint/2010/main" val="2229654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CC88C-4219-7229-D578-F248CEBE5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8FCADE-8154-624B-6907-062ADFA18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788E2C-3D70-2723-B03E-3E54F428E7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F4CF5D-DB9F-46BD-AA7E-99259ABBD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99004-FBBF-4BCC-9BC3-88F554ADE514}" type="datetimeFigureOut">
              <a:rPr lang="en-CY" smtClean="0"/>
              <a:t>09/20/2026</a:t>
            </a:fld>
            <a:endParaRPr lang="en-C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D966BC-122D-0C34-66A6-82641A0F3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0D53ED-CC38-27CB-CE75-0363724E2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1C89F-AE7A-4C3B-889F-FA429D0A7F97}" type="slidenum">
              <a:rPr lang="en-CY" smtClean="0"/>
              <a:t>‹#›</a:t>
            </a:fld>
            <a:endParaRPr lang="en-CY"/>
          </a:p>
        </p:txBody>
      </p:sp>
    </p:spTree>
    <p:extLst>
      <p:ext uri="{BB962C8B-B14F-4D97-AF65-F5344CB8AC3E}">
        <p14:creationId xmlns:p14="http://schemas.microsoft.com/office/powerpoint/2010/main" val="1260296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D30A6-B84A-5729-409B-EECAD2538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8942B2-A346-D722-B157-F50399986B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D48F45-61CA-44E0-DBAE-9D36F6365D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7F642F-E08C-B0D6-DCF9-FC1121C3A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99004-FBBF-4BCC-9BC3-88F554ADE514}" type="datetimeFigureOut">
              <a:rPr lang="en-CY" smtClean="0"/>
              <a:t>09/20/2026</a:t>
            </a:fld>
            <a:endParaRPr lang="en-C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5CD439-5831-B89F-A032-126BDC3BC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F8F52A-1268-BF36-C904-53855E60D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1C89F-AE7A-4C3B-889F-FA429D0A7F97}" type="slidenum">
              <a:rPr lang="en-CY" smtClean="0"/>
              <a:t>‹#›</a:t>
            </a:fld>
            <a:endParaRPr lang="en-CY"/>
          </a:p>
        </p:txBody>
      </p:sp>
    </p:spTree>
    <p:extLst>
      <p:ext uri="{BB962C8B-B14F-4D97-AF65-F5344CB8AC3E}">
        <p14:creationId xmlns:p14="http://schemas.microsoft.com/office/powerpoint/2010/main" val="244369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DC5F4-D20C-2DB3-8411-B320533BB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0EA972-BBB4-2124-F72C-ECCD006349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44EE25-5808-5EF9-D529-A97D9A5F4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99004-FBBF-4BCC-9BC3-88F554ADE514}" type="datetimeFigureOut">
              <a:rPr lang="en-CY" smtClean="0"/>
              <a:t>09/20/2026</a:t>
            </a:fld>
            <a:endParaRPr lang="en-C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62F814-6E03-DA7E-994E-BD8357BF2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08E29C-8AD9-8F1D-C539-6DC238A4F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1C89F-AE7A-4C3B-889F-FA429D0A7F97}" type="slidenum">
              <a:rPr lang="en-CY" smtClean="0"/>
              <a:t>‹#›</a:t>
            </a:fld>
            <a:endParaRPr lang="en-CY"/>
          </a:p>
        </p:txBody>
      </p:sp>
    </p:spTree>
    <p:extLst>
      <p:ext uri="{BB962C8B-B14F-4D97-AF65-F5344CB8AC3E}">
        <p14:creationId xmlns:p14="http://schemas.microsoft.com/office/powerpoint/2010/main" val="2303798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9B99B6-549F-E1E7-9083-8BA3B57D86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6435A8-2F0B-810A-E41D-C6ABD4CC49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877F48-282A-7BEC-513D-DD66A962A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99004-FBBF-4BCC-9BC3-88F554ADE514}" type="datetimeFigureOut">
              <a:rPr lang="en-CY" smtClean="0"/>
              <a:t>09/20/2026</a:t>
            </a:fld>
            <a:endParaRPr lang="en-C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E748BA-3A52-EFDE-3B83-2A4BC4568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D26422-6EB7-6DF1-340C-059F62421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1C89F-AE7A-4C3B-889F-FA429D0A7F97}" type="slidenum">
              <a:rPr lang="en-CY" smtClean="0"/>
              <a:t>‹#›</a:t>
            </a:fld>
            <a:endParaRPr lang="en-CY"/>
          </a:p>
        </p:txBody>
      </p:sp>
    </p:spTree>
    <p:extLst>
      <p:ext uri="{BB962C8B-B14F-4D97-AF65-F5344CB8AC3E}">
        <p14:creationId xmlns:p14="http://schemas.microsoft.com/office/powerpoint/2010/main" val="703845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F3D97B-511D-E64B-9F91-7097B8212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5744D8-7A9E-E0ED-82DF-9733866DDA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F6EFA3-0111-31E5-4E51-7B8F9DEA33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B99004-FBBF-4BCC-9BC3-88F554ADE514}" type="datetimeFigureOut">
              <a:rPr lang="en-CY" smtClean="0"/>
              <a:t>09/20/2026</a:t>
            </a:fld>
            <a:endParaRPr lang="en-C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804E89-7CB4-43E2-759A-8B18BC095A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A3C9D-A059-CF8F-49C2-BF85966941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21C89F-AE7A-4C3B-889F-FA429D0A7F97}" type="slidenum">
              <a:rPr lang="en-CY" smtClean="0"/>
              <a:t>‹#›</a:t>
            </a:fld>
            <a:endParaRPr lang="en-CY"/>
          </a:p>
        </p:txBody>
      </p:sp>
    </p:spTree>
    <p:extLst>
      <p:ext uri="{BB962C8B-B14F-4D97-AF65-F5344CB8AC3E}">
        <p14:creationId xmlns:p14="http://schemas.microsoft.com/office/powerpoint/2010/main" val="1480925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Y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571B63-82A4-FC3D-9860-20F38F1238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93338"/>
            <a:ext cx="9144000" cy="3274592"/>
          </a:xfrm>
        </p:spPr>
        <p:txBody>
          <a:bodyPr anchor="ctr">
            <a:normAutofit/>
          </a:bodyPr>
          <a:lstStyle/>
          <a:p>
            <a:r>
              <a:rPr lang="el-GR" sz="7200"/>
              <a:t>Αρχεία</a:t>
            </a:r>
            <a:endParaRPr lang="en-CY" sz="72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01352E-A170-144A-523B-B61C8AE338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514052"/>
            <a:ext cx="9144000" cy="651910"/>
          </a:xfrm>
        </p:spPr>
        <p:txBody>
          <a:bodyPr anchor="ctr">
            <a:normAutofit/>
          </a:bodyPr>
          <a:lstStyle/>
          <a:p>
            <a:endParaRPr lang="en-CY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9854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40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41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3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4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57759B8-F883-AF39-A232-3F38E0FBC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l-GR" sz="3600">
                <a:solidFill>
                  <a:schemeClr val="tx2"/>
                </a:solidFill>
              </a:rPr>
              <a:t>Τι θα μάθουμε σήμερα</a:t>
            </a:r>
            <a:endParaRPr lang="en-CY" sz="3600">
              <a:solidFill>
                <a:schemeClr val="tx2"/>
              </a:solidFill>
            </a:endParaRPr>
          </a:p>
        </p:txBody>
      </p:sp>
      <p:sp>
        <p:nvSpPr>
          <p:cNvPr id="45" name="Content Placeholder 2">
            <a:extLst>
              <a:ext uri="{FF2B5EF4-FFF2-40B4-BE49-F238E27FC236}">
                <a16:creationId xmlns:a16="http://schemas.microsoft.com/office/drawing/2014/main" id="{602ECB2F-F3B9-B659-B9D7-CEF79378CD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r>
              <a:rPr lang="el-GR" sz="1800">
                <a:solidFill>
                  <a:schemeClr val="tx2"/>
                </a:solidFill>
              </a:rPr>
              <a:t>Να αναγνωρίζουμε τις κύριες Περιφερειακές Μονάδες Αποθήκευσης που συναντούμε στο ΓΠΕ και να βλέπουμε το περιεχόμενό τους </a:t>
            </a:r>
          </a:p>
          <a:p>
            <a:r>
              <a:rPr lang="el-GR" sz="1800">
                <a:solidFill>
                  <a:schemeClr val="tx2"/>
                </a:solidFill>
              </a:rPr>
              <a:t>Να αναφέρουμε τι είναι αρχείο και τι μπορεί να περιέχει να αρχείο </a:t>
            </a:r>
          </a:p>
          <a:p>
            <a:r>
              <a:rPr lang="el-GR" sz="1800">
                <a:solidFill>
                  <a:schemeClr val="tx2"/>
                </a:solidFill>
              </a:rPr>
              <a:t>Να αναφέρουμε τι είναι φάκελος </a:t>
            </a:r>
          </a:p>
          <a:p>
            <a:r>
              <a:rPr lang="el-GR" sz="1800">
                <a:solidFill>
                  <a:schemeClr val="tx2"/>
                </a:solidFill>
              </a:rPr>
              <a:t>Να διακρίνουμε διαφορετικούς τύπους αρχείων από τα εικονίδιά τους </a:t>
            </a:r>
          </a:p>
          <a:p>
            <a:r>
              <a:rPr lang="el-GR" sz="1800">
                <a:solidFill>
                  <a:schemeClr val="tx2"/>
                </a:solidFill>
              </a:rPr>
              <a:t>Να αναγνωρίζουμε τα βασικά χαρακτηριστικά ενός αρχείου (όνομα, επέκταση, μέγεθος, ημερομηνία) </a:t>
            </a:r>
          </a:p>
          <a:p>
            <a:r>
              <a:rPr lang="el-GR" sz="1800">
                <a:solidFill>
                  <a:schemeClr val="tx2"/>
                </a:solidFill>
              </a:rPr>
              <a:t>Να συγκρίνουμε τα διάφορα αρχεία χρησιμοποιώντας τα βασικά χαρακτηριστικά τους </a:t>
            </a:r>
          </a:p>
          <a:p>
            <a:r>
              <a:rPr lang="el-GR" sz="1800">
                <a:solidFill>
                  <a:schemeClr val="tx2"/>
                </a:solidFill>
              </a:rPr>
              <a:t>Να επιλέγουμε τους διαφορετικούς τρόπους προβολής των αρχείων (Large Icons, Tiles, List, Details). </a:t>
            </a:r>
            <a:endParaRPr lang="en-CY" sz="1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9378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759B8-F883-AF39-A232-3F38E0FBC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anchor="b">
            <a:normAutofit fontScale="90000"/>
          </a:bodyPr>
          <a:lstStyle/>
          <a:p>
            <a:r>
              <a:rPr lang="el-GR" sz="3600" b="0" i="0" u="none" strike="noStrike" baseline="0" dirty="0">
                <a:latin typeface="Tahoma" panose="020B0604030504040204" pitchFamily="34" charset="0"/>
              </a:rPr>
              <a:t>Περιφερειακές Μονάδες</a:t>
            </a:r>
            <a:r>
              <a:rPr lang="en-US" sz="3600" b="0" i="0" u="none" strike="noStrike" baseline="0" dirty="0">
                <a:latin typeface="Tahoma" panose="020B0604030504040204" pitchFamily="34" charset="0"/>
              </a:rPr>
              <a:t> </a:t>
            </a:r>
            <a:r>
              <a:rPr lang="el-GR" sz="3600" b="0" i="0" u="none" strike="noStrike" baseline="0" dirty="0">
                <a:latin typeface="Tahoma" panose="020B0604030504040204" pitchFamily="34" charset="0"/>
              </a:rPr>
              <a:t>Αποθήκευσης</a:t>
            </a:r>
            <a:endParaRPr lang="en-CY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2ECB2F-F3B9-B659-B9D7-CEF79378CD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066" y="2031101"/>
            <a:ext cx="4282984" cy="3511943"/>
          </a:xfrm>
        </p:spPr>
        <p:txBody>
          <a:bodyPr anchor="ctr">
            <a:normAutofit/>
          </a:bodyPr>
          <a:lstStyle/>
          <a:p>
            <a:pPr algn="l"/>
            <a:r>
              <a:rPr lang="el-GR" sz="1800" b="0" i="0" u="none" strike="noStrike" baseline="0" dirty="0">
                <a:latin typeface="Tahoma" panose="020B0604030504040204" pitchFamily="34" charset="0"/>
              </a:rPr>
              <a:t>Καθώς ο υπολογιστής επεξεργάζεται δεδομένα,</a:t>
            </a:r>
            <a:r>
              <a:rPr lang="en-US" sz="1800" b="0" i="0" u="none" strike="noStrike" baseline="0" dirty="0">
                <a:latin typeface="Tahoma" panose="020B0604030504040204" pitchFamily="34" charset="0"/>
              </a:rPr>
              <a:t> </a:t>
            </a:r>
            <a:r>
              <a:rPr lang="el-GR" sz="1800" b="0" i="0" u="none" strike="noStrike" baseline="0" dirty="0">
                <a:latin typeface="Tahoma" panose="020B0604030504040204" pitchFamily="34" charset="0"/>
              </a:rPr>
              <a:t>μέσα από κάποιο πρόγραμμα, προκύπτουν</a:t>
            </a:r>
            <a:r>
              <a:rPr lang="en-US" sz="1800" b="0" i="0" u="none" strike="noStrike" baseline="0" dirty="0">
                <a:latin typeface="Tahoma" panose="020B0604030504040204" pitchFamily="34" charset="0"/>
              </a:rPr>
              <a:t> </a:t>
            </a:r>
            <a:r>
              <a:rPr lang="el-GR" sz="1800" b="0" i="0" u="none" strike="noStrike" baseline="0" dirty="0">
                <a:latin typeface="Tahoma" panose="020B0604030504040204" pitchFamily="34" charset="0"/>
              </a:rPr>
              <a:t>πληροφορίες που χρειάζεται να αποθηκευτούν</a:t>
            </a:r>
            <a:r>
              <a:rPr lang="en-US" sz="1800" b="0" i="0" u="none" strike="noStrike" baseline="0" dirty="0">
                <a:latin typeface="Tahoma" panose="020B0604030504040204" pitchFamily="34" charset="0"/>
              </a:rPr>
              <a:t> </a:t>
            </a:r>
            <a:r>
              <a:rPr lang="el-GR" sz="1800" b="0" i="0" u="none" strike="noStrike" baseline="0" dirty="0">
                <a:latin typeface="Tahoma" panose="020B0604030504040204" pitchFamily="34" charset="0"/>
              </a:rPr>
              <a:t>για να χρησιμοποιηθούν αργότερα. </a:t>
            </a:r>
            <a:endParaRPr lang="en-US" sz="1800" b="0" i="0" u="none" strike="noStrike" baseline="0" dirty="0">
              <a:latin typeface="Tahoma" panose="020B060403050404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77B068B-E0B1-CBDC-2E55-147D1F9CC6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7600" y="1777547"/>
            <a:ext cx="4282983" cy="2330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4116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DA84E-B036-233B-D5D9-168525BAB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66FC7-9BEF-BFBC-DF03-E1261CD7E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anchor="b">
            <a:normAutofit fontScale="90000"/>
          </a:bodyPr>
          <a:lstStyle/>
          <a:p>
            <a:r>
              <a:rPr lang="el-GR" sz="3600" b="0" i="0" u="none" strike="noStrike" baseline="0" dirty="0">
                <a:latin typeface="Tahoma" panose="020B0604030504040204" pitchFamily="34" charset="0"/>
              </a:rPr>
              <a:t>Περιφερειακές Μονάδες</a:t>
            </a:r>
            <a:r>
              <a:rPr lang="en-US" sz="3600" b="0" i="0" u="none" strike="noStrike" baseline="0" dirty="0">
                <a:latin typeface="Tahoma" panose="020B0604030504040204" pitchFamily="34" charset="0"/>
              </a:rPr>
              <a:t> </a:t>
            </a:r>
            <a:r>
              <a:rPr lang="el-GR" sz="3600" b="0" i="0" u="none" strike="noStrike" baseline="0" dirty="0">
                <a:latin typeface="Tahoma" panose="020B0604030504040204" pitchFamily="34" charset="0"/>
              </a:rPr>
              <a:t>Αποθήκευσης</a:t>
            </a:r>
            <a:endParaRPr lang="en-CY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30F89E-33BD-B2B6-CD9B-EF21E63038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066" y="2031101"/>
            <a:ext cx="4282984" cy="3511943"/>
          </a:xfrm>
        </p:spPr>
        <p:txBody>
          <a:bodyPr anchor="ctr">
            <a:normAutofit/>
          </a:bodyPr>
          <a:lstStyle/>
          <a:p>
            <a:r>
              <a:rPr lang="el-GR" sz="1800" dirty="0">
                <a:latin typeface="Tahoma" panose="020B0604030504040204" pitchFamily="34" charset="0"/>
              </a:rPr>
              <a:t>Οι πληροφορίες </a:t>
            </a:r>
            <a:r>
              <a:rPr lang="el-GR" sz="1800" b="0" i="0" u="none" strike="noStrike" baseline="0" dirty="0">
                <a:latin typeface="Tahoma" panose="020B0604030504040204" pitchFamily="34" charset="0"/>
              </a:rPr>
              <a:t>τοποθετούνται στις Περιφερειακές Μονάδες</a:t>
            </a:r>
            <a:r>
              <a:rPr lang="en-US" sz="1800" b="0" i="0" u="none" strike="noStrike" baseline="0" dirty="0">
                <a:latin typeface="Tahoma" panose="020B0604030504040204" pitchFamily="34" charset="0"/>
              </a:rPr>
              <a:t> </a:t>
            </a:r>
            <a:r>
              <a:rPr lang="el-GR" sz="1800" b="0" i="0" u="none" strike="noStrike" baseline="0" dirty="0">
                <a:latin typeface="Tahoma" panose="020B0604030504040204" pitchFamily="34" charset="0"/>
              </a:rPr>
              <a:t>Αποθήκευσης (Σκληρό Δίσκο, Δισκέτες, Μνήμη</a:t>
            </a:r>
            <a:r>
              <a:rPr lang="en-US" sz="1800" b="0" i="0" u="none" strike="noStrike" baseline="0" dirty="0">
                <a:latin typeface="Tahoma" panose="020B0604030504040204" pitchFamily="34" charset="0"/>
              </a:rPr>
              <a:t> </a:t>
            </a:r>
            <a:r>
              <a:rPr lang="el-GR" sz="1800" b="0" i="0" u="none" strike="noStrike" baseline="0" dirty="0">
                <a:latin typeface="Tahoma" panose="020B0604030504040204" pitchFamily="34" charset="0"/>
              </a:rPr>
              <a:t>Φλας κ.λπ.)</a:t>
            </a:r>
            <a:endParaRPr lang="en-CY" sz="1800" dirty="0"/>
          </a:p>
        </p:txBody>
      </p:sp>
      <p:pic>
        <p:nvPicPr>
          <p:cNvPr id="4" name="Picture 3" descr="Η μνήμη του υπολογιστή και τα αποθηκευτικά μέσα – Εκπαιδευτικό Υλικό και  άλλα…">
            <a:extLst>
              <a:ext uri="{FF2B5EF4-FFF2-40B4-BE49-F238E27FC236}">
                <a16:creationId xmlns:a16="http://schemas.microsoft.com/office/drawing/2014/main" id="{1A454115-ED61-A37E-84F0-1A2274780A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8158" y="971044"/>
            <a:ext cx="6096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884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759B8-F883-AF39-A232-3F38E0FBC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anchor="b">
            <a:normAutofit/>
          </a:bodyPr>
          <a:lstStyle/>
          <a:p>
            <a:r>
              <a:rPr lang="el-GR" sz="3600"/>
              <a:t>Αρχεία</a:t>
            </a:r>
            <a:endParaRPr lang="en-CY" sz="3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2ECB2F-F3B9-B659-B9D7-CEF79378CD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066" y="2031101"/>
            <a:ext cx="4282984" cy="3511943"/>
          </a:xfrm>
        </p:spPr>
        <p:txBody>
          <a:bodyPr anchor="ctr">
            <a:normAutofit lnSpcReduction="10000"/>
          </a:bodyPr>
          <a:lstStyle/>
          <a:p>
            <a:r>
              <a:rPr lang="el-GR" sz="1800" dirty="0"/>
              <a:t>Αρχείο είναι ένα σύνολο από πληροφορίες που σχετίζονται μεταξύ τους</a:t>
            </a:r>
          </a:p>
          <a:p>
            <a:r>
              <a:rPr lang="el-GR" sz="1800" dirty="0"/>
              <a:t>Αναγνωρίζεται με κάποιο όνομα και είναι αποθηκευμένο σε κάποια Περιφερειακή Μονάδα Αποθήκευσης. </a:t>
            </a:r>
          </a:p>
          <a:p>
            <a:r>
              <a:rPr lang="el-GR" sz="1800" dirty="0"/>
              <a:t>Μαζί με το όνομα αποθηκεύονται και άλλες πληροφορίες, όπως η ημερομηνία και ώρα που δημιουργήθηκε και το μέγεθός του (δηλ. πόσες πληροφορίες περιέχει).</a:t>
            </a:r>
            <a:endParaRPr lang="en-US" sz="1800" dirty="0"/>
          </a:p>
          <a:p>
            <a:r>
              <a:rPr lang="en-US" sz="1800" dirty="0"/>
              <a:t>Opens with: </a:t>
            </a:r>
            <a:r>
              <a:rPr lang="el-GR" sz="1800" dirty="0"/>
              <a:t>ποιο πρόγραμμα θα το ανοίξει</a:t>
            </a:r>
            <a:r>
              <a:rPr lang="en-GB" sz="1800"/>
              <a:t>;</a:t>
            </a:r>
            <a:endParaRPr lang="en-CY" sz="18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7DEFFD-9218-392E-D0E2-4CC1939D9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0268" y="650494"/>
            <a:ext cx="3802958" cy="5324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9816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505BF5-78CC-8635-3531-FA518A96A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819" y="227532"/>
            <a:ext cx="5077967" cy="702515"/>
          </a:xfrm>
        </p:spPr>
        <p:txBody>
          <a:bodyPr>
            <a:normAutofit/>
          </a:bodyPr>
          <a:lstStyle/>
          <a:p>
            <a:r>
              <a:rPr lang="el-GR" dirty="0"/>
              <a:t>Αρχεία</a:t>
            </a:r>
            <a:endParaRPr lang="en-C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10852C-F561-9A82-8CFF-E603774AA6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819" y="1157579"/>
            <a:ext cx="4619621" cy="2181674"/>
          </a:xfrm>
        </p:spPr>
        <p:txBody>
          <a:bodyPr>
            <a:normAutofit/>
          </a:bodyPr>
          <a:lstStyle/>
          <a:p>
            <a:r>
              <a:rPr lang="el-GR" sz="2000" dirty="0"/>
              <a:t>Κάποια αρχεία μπορεί να περιέχουν κείμενο, εικόνες, φωτογραφίες, βίντεο, κ.λπ.</a:t>
            </a:r>
          </a:p>
          <a:p>
            <a:r>
              <a:rPr lang="el-GR" sz="2000" dirty="0"/>
              <a:t>Υπάρχουν, επίσης, αρχεία που περιέχουν σειρές από εντολές, δηλαδή προγράμματα.</a:t>
            </a:r>
            <a:endParaRPr lang="en-CY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864325-0C79-009A-5AF6-B2F474BBBDC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85" r="1" b="1"/>
          <a:stretch/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2F1100D-0037-FD50-9F5C-0D2651BD26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819" y="3518748"/>
            <a:ext cx="4943936" cy="2423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785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A891DF-6CE0-4192-7234-93DF9825D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635843"/>
          </a:xfrm>
        </p:spPr>
        <p:txBody>
          <a:bodyPr anchor="b">
            <a:normAutofit fontScale="90000"/>
          </a:bodyPr>
          <a:lstStyle/>
          <a:p>
            <a:r>
              <a:rPr lang="el-GR" sz="4800" dirty="0"/>
              <a:t>Ονόματα αρχείων</a:t>
            </a:r>
            <a:r>
              <a:rPr lang="en-US" sz="4800" dirty="0"/>
              <a:t> - </a:t>
            </a:r>
            <a:r>
              <a:rPr lang="el-GR" sz="4800" b="1" dirty="0">
                <a:latin typeface="CourierNewPS-BoldMT"/>
              </a:rPr>
              <a:t>mybook.docx</a:t>
            </a:r>
            <a:endParaRPr lang="en-CY" sz="48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3ABF95-DC89-7D15-AA0A-184E28331F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l-GR" sz="1700" b="0" i="0" u="none" strike="noStrike" baseline="0" dirty="0">
                <a:latin typeface="Tahoma" panose="020B0604030504040204" pitchFamily="34" charset="0"/>
              </a:rPr>
              <a:t>Το όνομα ενός αρχείου αποτελείται από δύο μέρη, που διαχωρίζονται με μία τελεία. Για παράδειγμα το όνομα αρχείου </a:t>
            </a:r>
            <a:r>
              <a:rPr lang="el-GR" sz="1700" b="1" i="0" u="none" strike="noStrike" baseline="0" dirty="0">
                <a:latin typeface="CourierNewPS-BoldMT"/>
              </a:rPr>
              <a:t>mybook.docx</a:t>
            </a:r>
            <a:r>
              <a:rPr lang="el-GR" sz="1700" b="0" i="0" u="none" strike="noStrike" baseline="0" dirty="0">
                <a:latin typeface="Tahoma" panose="020B0604030504040204" pitchFamily="34" charset="0"/>
              </a:rPr>
              <a:t>, όπου το </a:t>
            </a:r>
            <a:r>
              <a:rPr lang="el-GR" sz="1700" b="1" i="0" u="none" strike="noStrike" baseline="0" dirty="0" err="1">
                <a:latin typeface="CourierNewPS-BoldMT"/>
              </a:rPr>
              <a:t>mybook</a:t>
            </a:r>
            <a:r>
              <a:rPr lang="el-GR" sz="1700" b="1" i="0" u="none" strike="noStrike" baseline="0" dirty="0">
                <a:latin typeface="CourierNewPS-BoldMT"/>
              </a:rPr>
              <a:t> </a:t>
            </a:r>
            <a:r>
              <a:rPr lang="el-GR" sz="1700" b="0" i="0" u="none" strike="noStrike" baseline="0" dirty="0">
                <a:latin typeface="Tahoma" panose="020B0604030504040204" pitchFamily="34" charset="0"/>
              </a:rPr>
              <a:t>ονομάζεται </a:t>
            </a:r>
            <a:r>
              <a:rPr lang="el-GR" sz="1700" b="1" i="0" u="none" strike="noStrike" baseline="0" dirty="0">
                <a:latin typeface="Tahoma-Bold"/>
              </a:rPr>
              <a:t>κυρίως όνομα </a:t>
            </a:r>
            <a:r>
              <a:rPr lang="el-GR" sz="1700" b="0" i="0" u="none" strike="noStrike" baseline="0" dirty="0">
                <a:latin typeface="Tahoma" panose="020B0604030504040204" pitchFamily="34" charset="0"/>
              </a:rPr>
              <a:t>και το </a:t>
            </a:r>
            <a:r>
              <a:rPr lang="el-GR" sz="1700" b="1" i="0" u="none" strike="noStrike" baseline="0" dirty="0" err="1">
                <a:latin typeface="CourierNewPS-BoldMT"/>
              </a:rPr>
              <a:t>docx</a:t>
            </a:r>
            <a:r>
              <a:rPr lang="el-GR" sz="1700" b="1" i="0" u="none" strike="noStrike" baseline="0" dirty="0">
                <a:latin typeface="CourierNewPS-BoldMT"/>
              </a:rPr>
              <a:t> </a:t>
            </a:r>
            <a:r>
              <a:rPr lang="el-GR" sz="1700" b="0" i="0" u="none" strike="noStrike" baseline="0" dirty="0">
                <a:latin typeface="Tahoma" panose="020B0604030504040204" pitchFamily="34" charset="0"/>
              </a:rPr>
              <a:t>ονομάζεται </a:t>
            </a:r>
            <a:r>
              <a:rPr lang="el-GR" sz="1700" b="1" i="0" u="none" strike="noStrike" baseline="0" dirty="0">
                <a:latin typeface="Tahoma-Bold"/>
              </a:rPr>
              <a:t>επέκταση </a:t>
            </a:r>
            <a:r>
              <a:rPr lang="el-GR" sz="1700" b="0" i="0" u="none" strike="noStrike" baseline="0" dirty="0">
                <a:latin typeface="Tahoma" panose="020B0604030504040204" pitchFamily="34" charset="0"/>
              </a:rPr>
              <a:t>ή </a:t>
            </a:r>
            <a:r>
              <a:rPr lang="el-GR" sz="1700" b="1" i="0" u="none" strike="noStrike" baseline="0" dirty="0">
                <a:latin typeface="Tahoma-Bold"/>
              </a:rPr>
              <a:t>προέκταση</a:t>
            </a:r>
            <a:r>
              <a:rPr lang="el-GR" sz="1700" b="0" i="0" u="none" strike="noStrike" baseline="0" dirty="0">
                <a:latin typeface="Tahoma" panose="020B0604030504040204" pitchFamily="34" charset="0"/>
              </a:rPr>
              <a:t>.</a:t>
            </a:r>
          </a:p>
          <a:p>
            <a:r>
              <a:rPr lang="el-GR" sz="1700" b="0" i="0" u="none" strike="noStrike" baseline="0" dirty="0">
                <a:latin typeface="Tahoma" panose="020B0604030504040204" pitchFamily="34" charset="0"/>
              </a:rPr>
              <a:t>Το κυρίως όνομα καθορίζεται συνήθως από τον χρήστη</a:t>
            </a:r>
            <a:r>
              <a:rPr lang="el-GR" sz="1700" dirty="0">
                <a:latin typeface="Tahoma" panose="020B0604030504040204" pitchFamily="34" charset="0"/>
              </a:rPr>
              <a:t>.</a:t>
            </a:r>
          </a:p>
          <a:p>
            <a:r>
              <a:rPr lang="el-GR" sz="1700" b="0" i="0" u="none" strike="noStrike" baseline="0" dirty="0">
                <a:latin typeface="Tahoma" panose="020B0604030504040204" pitchFamily="34" charset="0"/>
              </a:rPr>
              <a:t>Η επέκταση δηλώνει τον τύπο του αρχείου (δηλαδή τι είδους πληροφορίες περιλαμβάνει) και συνήθως την προσθέτει αυτόματα το πρόγραμμα που δημιουργεί το αρχείο.</a:t>
            </a:r>
          </a:p>
          <a:p>
            <a:endParaRPr lang="en-CY" sz="17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5AB149-A7C6-C9A3-2FB7-60D8001197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3555" y="1227007"/>
            <a:ext cx="5649144" cy="4939178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3970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D1CB1-33E5-37BF-3C82-C001B4271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5" y="640080"/>
            <a:ext cx="5700853" cy="1481328"/>
          </a:xfrm>
        </p:spPr>
        <p:txBody>
          <a:bodyPr anchor="b">
            <a:normAutofit/>
          </a:bodyPr>
          <a:lstStyle/>
          <a:p>
            <a:r>
              <a:rPr lang="el-GR" sz="5000" dirty="0"/>
              <a:t>Κυρίως όνομα αρχείων</a:t>
            </a:r>
            <a:endParaRPr lang="en-CY" sz="5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89C351-09F0-AF46-2428-AFB22DDCAD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el-GR" sz="2200" dirty="0"/>
              <a:t>Μπορεί να αποτελούνται από γράμματα, αριθμούς ακόμη και διάφορα σύμβολα.  </a:t>
            </a:r>
          </a:p>
          <a:p>
            <a:r>
              <a:rPr lang="el-GR" sz="2200" dirty="0"/>
              <a:t>Δεν επιτρέπονται όλα τα σύμβολα, όπως, &lt;,&gt;, *, :, κ.ά..</a:t>
            </a:r>
          </a:p>
          <a:p>
            <a:r>
              <a:rPr lang="el-GR" sz="2200" dirty="0"/>
              <a:t>Δεν επιτρέπονται κενά ονόματα.</a:t>
            </a:r>
          </a:p>
          <a:p>
            <a:pPr marL="0" indent="0">
              <a:buNone/>
            </a:pPr>
            <a:endParaRPr lang="el-GR" sz="2200" dirty="0"/>
          </a:p>
          <a:p>
            <a:endParaRPr lang="en-CY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F6A1E6-1211-08A2-74C9-1F580EC955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1875214"/>
            <a:ext cx="5458968" cy="3107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0548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FAB33-C9EF-E4B5-3400-E24E3CAB8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10047"/>
            <a:ext cx="3300984" cy="1645920"/>
          </a:xfrm>
        </p:spPr>
        <p:txBody>
          <a:bodyPr>
            <a:normAutofit/>
          </a:bodyPr>
          <a:lstStyle/>
          <a:p>
            <a:r>
              <a:rPr lang="el-GR" dirty="0"/>
              <a:t>Προβολές</a:t>
            </a:r>
            <a:endParaRPr lang="en-C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E09C2F-CCC1-74D5-E87A-964D0C7F9C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1144" y="510047"/>
            <a:ext cx="6858000" cy="1645920"/>
          </a:xfrm>
        </p:spPr>
        <p:txBody>
          <a:bodyPr anchor="ctr">
            <a:normAutofit/>
          </a:bodyPr>
          <a:lstStyle/>
          <a:p>
            <a:r>
              <a:rPr lang="el-GR" sz="1800" dirty="0"/>
              <a:t>Ο τρόπος που καθορίζουμε στον υπολογιστή ώστε να μας εμφανίζει τα περιεχόμενα ενός παραθύρου. </a:t>
            </a:r>
          </a:p>
          <a:p>
            <a:r>
              <a:rPr lang="el-GR" sz="1800" dirty="0"/>
              <a:t>Γραμμή μενού και επιλογή </a:t>
            </a:r>
            <a:r>
              <a:rPr lang="en-US" sz="1800" dirty="0"/>
              <a:t>View.</a:t>
            </a:r>
            <a:endParaRPr lang="el-GR" sz="1800" dirty="0"/>
          </a:p>
          <a:p>
            <a:endParaRPr lang="en-CY" sz="18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470DD4D-00A7-1B6E-3867-6339388868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4696" y="2666017"/>
            <a:ext cx="3584448" cy="34733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8AAB98C-7967-5236-4B23-FDE938B0B6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7599" y="2768311"/>
            <a:ext cx="3584448" cy="33156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D8C6094-1500-7537-A0F3-C136C36408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24" y="2839453"/>
            <a:ext cx="3714816" cy="1981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8350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F1E7BB-CB22-80D1-6F93-1729B7732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251316" cy="1807305"/>
          </a:xfrm>
        </p:spPr>
        <p:txBody>
          <a:bodyPr>
            <a:normAutofit/>
          </a:bodyPr>
          <a:lstStyle/>
          <a:p>
            <a:r>
              <a:rPr lang="el-GR"/>
              <a:t>Ασκήσεις</a:t>
            </a:r>
            <a:endParaRPr lang="en-C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B06FC5-E736-C4C3-A851-1BF6C398AE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33297"/>
            <a:ext cx="4619621" cy="3843666"/>
          </a:xfrm>
        </p:spPr>
        <p:txBody>
          <a:bodyPr>
            <a:normAutofit/>
          </a:bodyPr>
          <a:lstStyle/>
          <a:p>
            <a:r>
              <a:rPr lang="el-GR" sz="2000" dirty="0"/>
              <a:t>Σελίδα 39 και 40, ασκήσεις 1-7, με την καθοδήγηση του καθηγητή σας.</a:t>
            </a:r>
          </a:p>
          <a:p>
            <a:r>
              <a:rPr lang="el-GR" sz="2000" dirty="0"/>
              <a:t>Σελίδα 40-42 οι ασκήσεις 8, 9, 14</a:t>
            </a:r>
            <a:endParaRPr lang="en-CY" sz="2000" dirty="0"/>
          </a:p>
          <a:p>
            <a:endParaRPr lang="el-GR" sz="2000" dirty="0"/>
          </a:p>
          <a:p>
            <a:pPr marL="0" indent="0">
              <a:buNone/>
            </a:pPr>
            <a:endParaRPr lang="en-CY" sz="2000" dirty="0"/>
          </a:p>
        </p:txBody>
      </p:sp>
      <p:pic>
        <p:nvPicPr>
          <p:cNvPr id="1028" name="Picture 4" descr="teacher and student computer clip art - Clip Art Library">
            <a:extLst>
              <a:ext uri="{FF2B5EF4-FFF2-40B4-BE49-F238E27FC236}">
                <a16:creationId xmlns:a16="http://schemas.microsoft.com/office/drawing/2014/main" id="{43F8529F-65E5-998B-753C-92E8AF53AEC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24" r="16307" b="1"/>
          <a:stretch/>
        </p:blipFill>
        <p:spPr bwMode="auto"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58786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AE698-8678-D891-4A6F-29AB7E3B2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anchor="ctr">
            <a:normAutofit/>
          </a:bodyPr>
          <a:lstStyle/>
          <a:p>
            <a:r>
              <a:rPr lang="el-GR" sz="4800"/>
              <a:t>Άσκηση για το σπίτι</a:t>
            </a:r>
            <a:endParaRPr lang="en-CY" sz="4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4EA9D-51CA-E692-F388-D50BE1527C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502920"/>
            <a:ext cx="6894576" cy="1463040"/>
          </a:xfrm>
        </p:spPr>
        <p:txBody>
          <a:bodyPr anchor="ctr">
            <a:normAutofit/>
          </a:bodyPr>
          <a:lstStyle/>
          <a:p>
            <a:endParaRPr lang="en-CY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7296DB-D8CC-505C-B0F7-96AFDA8527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66" y="2290936"/>
            <a:ext cx="10023676" cy="3959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6848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396</Words>
  <Application>Microsoft Office PowerPoint</Application>
  <PresentationFormat>Widescreen</PresentationFormat>
  <Paragraphs>36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CourierNewPS-BoldMT</vt:lpstr>
      <vt:lpstr>Tahoma</vt:lpstr>
      <vt:lpstr>Tahoma-Bold</vt:lpstr>
      <vt:lpstr>Office Theme</vt:lpstr>
      <vt:lpstr>Αρχεία</vt:lpstr>
      <vt:lpstr>Τι θα μάθουμε σήμερα</vt:lpstr>
      <vt:lpstr>Περιφερειακές Μονάδες Αποθήκευσης</vt:lpstr>
      <vt:lpstr>Περιφερειακές Μονάδες Αποθήκευσης</vt:lpstr>
      <vt:lpstr>Αρχεία</vt:lpstr>
      <vt:lpstr>Αρχεία</vt:lpstr>
      <vt:lpstr>Ονόματα αρχείων - mybook.docx</vt:lpstr>
      <vt:lpstr>Κυρίως όνομα αρχείων</vt:lpstr>
      <vt:lpstr>Προβολές</vt:lpstr>
      <vt:lpstr>Ασκήσεις</vt:lpstr>
      <vt:lpstr>Άσκηση για το σπίτι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Αρχεία</dc:title>
  <dc:creator>Σπύρος Σπύρου</dc:creator>
  <cp:lastModifiedBy>Άριστος Αρέστη</cp:lastModifiedBy>
  <cp:revision>2</cp:revision>
  <dcterms:created xsi:type="dcterms:W3CDTF">2023-09-26T19:26:33Z</dcterms:created>
  <dcterms:modified xsi:type="dcterms:W3CDTF">2026-09-20T17:44:49Z</dcterms:modified>
</cp:coreProperties>
</file>