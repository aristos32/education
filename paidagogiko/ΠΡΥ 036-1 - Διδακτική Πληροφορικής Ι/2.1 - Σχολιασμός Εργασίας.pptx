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notesSlides/notesSlide1.xml" ContentType="application/vnd.openxmlformats-officedocument.presentationml.notesSlide+xml"/>
  <Override PartName="/ppt/theme/themeOverride2.xml" ContentType="application/vnd.openxmlformats-officedocument.themeOverride+xml"/>
  <Override PartName="/ppt/notesSlides/notesSlide2.xml" ContentType="application/vnd.openxmlformats-officedocument.presentationml.notesSlide+xml"/>
  <Override PartName="/ppt/theme/themeOverride3.xml" ContentType="application/vnd.openxmlformats-officedocument.themeOverride+xml"/>
  <Override PartName="/ppt/notesSlides/notesSlide3.xml" ContentType="application/vnd.openxmlformats-officedocument.presentationml.notesSlide+xml"/>
  <Override PartName="/ppt/theme/themeOverride4.xml" ContentType="application/vnd.openxmlformats-officedocument.themeOverride+xml"/>
  <Override PartName="/ppt/notesSlides/notesSlide4.xml" ContentType="application/vnd.openxmlformats-officedocument.presentationml.notesSlide+xml"/>
  <Override PartName="/ppt/theme/themeOverride5.xml" ContentType="application/vnd.openxmlformats-officedocument.themeOverr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77" r:id="rId2"/>
    <p:sldId id="276" r:id="rId3"/>
    <p:sldId id="280" r:id="rId4"/>
    <p:sldId id="287" r:id="rId5"/>
    <p:sldId id="329" r:id="rId6"/>
    <p:sldId id="330" r:id="rId7"/>
    <p:sldId id="331" r:id="rId8"/>
    <p:sldId id="332" r:id="rId9"/>
    <p:sldId id="333" r:id="rId1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AC09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6228" autoAdjust="0"/>
    <p:restoredTop sz="86118" autoAdjust="0"/>
  </p:normalViewPr>
  <p:slideViewPr>
    <p:cSldViewPr>
      <p:cViewPr varScale="1">
        <p:scale>
          <a:sx n="95" d="100"/>
          <a:sy n="95" d="100"/>
        </p:scale>
        <p:origin x="1662" y="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Άριστος Αρέστη" userId="813aa191-2d4c-464f-9d05-0a7e494d859f" providerId="ADAL" clId="{49C7B61D-1ACF-4AFF-A04E-A3B433E32474}"/>
    <pc:docChg chg="delSld">
      <pc:chgData name="Άριστος Αρέστη" userId="813aa191-2d4c-464f-9d05-0a7e494d859f" providerId="ADAL" clId="{49C7B61D-1ACF-4AFF-A04E-A3B433E32474}" dt="2026-10-18T18:30:58.213" v="0" actId="47"/>
      <pc:docMkLst>
        <pc:docMk/>
      </pc:docMkLst>
      <pc:sldChg chg="del">
        <pc:chgData name="Άριστος Αρέστη" userId="813aa191-2d4c-464f-9d05-0a7e494d859f" providerId="ADAL" clId="{49C7B61D-1ACF-4AFF-A04E-A3B433E32474}" dt="2026-10-18T18:30:58.213" v="0" actId="47"/>
        <pc:sldMkLst>
          <pc:docMk/>
          <pc:sldMk cId="0" sldId="274"/>
        </pc:sldMkLst>
      </pc:sldChg>
      <pc:sldChg chg="del">
        <pc:chgData name="Άριστος Αρέστη" userId="813aa191-2d4c-464f-9d05-0a7e494d859f" providerId="ADAL" clId="{49C7B61D-1ACF-4AFF-A04E-A3B433E32474}" dt="2026-10-18T18:30:58.213" v="0" actId="47"/>
        <pc:sldMkLst>
          <pc:docMk/>
          <pc:sldMk cId="2418946017" sldId="288"/>
        </pc:sldMkLst>
      </pc:sldChg>
      <pc:sldChg chg="del">
        <pc:chgData name="Άριστος Αρέστη" userId="813aa191-2d4c-464f-9d05-0a7e494d859f" providerId="ADAL" clId="{49C7B61D-1ACF-4AFF-A04E-A3B433E32474}" dt="2026-10-18T18:30:58.213" v="0" actId="47"/>
        <pc:sldMkLst>
          <pc:docMk/>
          <pc:sldMk cId="3446216825" sldId="292"/>
        </pc:sldMkLst>
      </pc:sldChg>
      <pc:sldChg chg="del">
        <pc:chgData name="Άριστος Αρέστη" userId="813aa191-2d4c-464f-9d05-0a7e494d859f" providerId="ADAL" clId="{49C7B61D-1ACF-4AFF-A04E-A3B433E32474}" dt="2026-10-18T18:30:58.213" v="0" actId="47"/>
        <pc:sldMkLst>
          <pc:docMk/>
          <pc:sldMk cId="3677577980" sldId="304"/>
        </pc:sldMkLst>
      </pc:sldChg>
      <pc:sldChg chg="del">
        <pc:chgData name="Άριστος Αρέστη" userId="813aa191-2d4c-464f-9d05-0a7e494d859f" providerId="ADAL" clId="{49C7B61D-1ACF-4AFF-A04E-A3B433E32474}" dt="2026-10-18T18:30:58.213" v="0" actId="47"/>
        <pc:sldMkLst>
          <pc:docMk/>
          <pc:sldMk cId="640548699" sldId="305"/>
        </pc:sldMkLst>
      </pc:sldChg>
      <pc:sldChg chg="del">
        <pc:chgData name="Άριστος Αρέστη" userId="813aa191-2d4c-464f-9d05-0a7e494d859f" providerId="ADAL" clId="{49C7B61D-1ACF-4AFF-A04E-A3B433E32474}" dt="2026-10-18T18:30:58.213" v="0" actId="47"/>
        <pc:sldMkLst>
          <pc:docMk/>
          <pc:sldMk cId="1110861717" sldId="306"/>
        </pc:sldMkLst>
      </pc:sldChg>
      <pc:sldChg chg="del">
        <pc:chgData name="Άριστος Αρέστη" userId="813aa191-2d4c-464f-9d05-0a7e494d859f" providerId="ADAL" clId="{49C7B61D-1ACF-4AFF-A04E-A3B433E32474}" dt="2026-10-18T18:30:58.213" v="0" actId="47"/>
        <pc:sldMkLst>
          <pc:docMk/>
          <pc:sldMk cId="3047317244" sldId="307"/>
        </pc:sldMkLst>
      </pc:sldChg>
      <pc:sldChg chg="del">
        <pc:chgData name="Άριστος Αρέστη" userId="813aa191-2d4c-464f-9d05-0a7e494d859f" providerId="ADAL" clId="{49C7B61D-1ACF-4AFF-A04E-A3B433E32474}" dt="2026-10-18T18:30:58.213" v="0" actId="47"/>
        <pc:sldMkLst>
          <pc:docMk/>
          <pc:sldMk cId="489489999" sldId="309"/>
        </pc:sldMkLst>
      </pc:sldChg>
      <pc:sldChg chg="del">
        <pc:chgData name="Άριστος Αρέστη" userId="813aa191-2d4c-464f-9d05-0a7e494d859f" providerId="ADAL" clId="{49C7B61D-1ACF-4AFF-A04E-A3B433E32474}" dt="2026-10-18T18:30:58.213" v="0" actId="47"/>
        <pc:sldMkLst>
          <pc:docMk/>
          <pc:sldMk cId="1232182934" sldId="310"/>
        </pc:sldMkLst>
      </pc:sldChg>
      <pc:sldChg chg="del">
        <pc:chgData name="Άριστος Αρέστη" userId="813aa191-2d4c-464f-9d05-0a7e494d859f" providerId="ADAL" clId="{49C7B61D-1ACF-4AFF-A04E-A3B433E32474}" dt="2026-10-18T18:30:58.213" v="0" actId="47"/>
        <pc:sldMkLst>
          <pc:docMk/>
          <pc:sldMk cId="1171405002" sldId="328"/>
        </pc:sldMkLst>
      </pc:sldChg>
      <pc:sldChg chg="del">
        <pc:chgData name="Άριστος Αρέστη" userId="813aa191-2d4c-464f-9d05-0a7e494d859f" providerId="ADAL" clId="{49C7B61D-1ACF-4AFF-A04E-A3B433E32474}" dt="2026-10-18T18:30:58.213" v="0" actId="47"/>
        <pc:sldMkLst>
          <pc:docMk/>
          <pc:sldMk cId="4121809810" sldId="334"/>
        </pc:sldMkLst>
      </pc:sldChg>
      <pc:sldChg chg="del">
        <pc:chgData name="Άριστος Αρέστη" userId="813aa191-2d4c-464f-9d05-0a7e494d859f" providerId="ADAL" clId="{49C7B61D-1ACF-4AFF-A04E-A3B433E32474}" dt="2026-10-18T18:30:58.213" v="0" actId="47"/>
        <pc:sldMkLst>
          <pc:docMk/>
          <pc:sldMk cId="1206363132" sldId="335"/>
        </pc:sldMkLst>
      </pc:sldChg>
      <pc:sldChg chg="del">
        <pc:chgData name="Άριστος Αρέστη" userId="813aa191-2d4c-464f-9d05-0a7e494d859f" providerId="ADAL" clId="{49C7B61D-1ACF-4AFF-A04E-A3B433E32474}" dt="2026-10-18T18:30:58.213" v="0" actId="47"/>
        <pc:sldMkLst>
          <pc:docMk/>
          <pc:sldMk cId="2836230710" sldId="336"/>
        </pc:sldMkLst>
      </pc:sldChg>
      <pc:sldChg chg="del">
        <pc:chgData name="Άριστος Αρέστη" userId="813aa191-2d4c-464f-9d05-0a7e494d859f" providerId="ADAL" clId="{49C7B61D-1ACF-4AFF-A04E-A3B433E32474}" dt="2026-10-18T18:30:58.213" v="0" actId="47"/>
        <pc:sldMkLst>
          <pc:docMk/>
          <pc:sldMk cId="668829049" sldId="337"/>
        </pc:sldMkLst>
      </pc:sldChg>
    </pc:docChg>
  </pc:docChgLst>
  <pc:docChgLst>
    <pc:chgData name="Παύλος Παυλικκάς" userId="87ce08cf-e656-4f7b-a509-c64b0287524c" providerId="ADAL" clId="{76C507FD-C420-4F5F-B7C5-76F21C83873B}"/>
    <pc:docChg chg="addSld modSld sldOrd">
      <pc:chgData name="Παύλος Παυλικκάς" userId="87ce08cf-e656-4f7b-a509-c64b0287524c" providerId="ADAL" clId="{76C507FD-C420-4F5F-B7C5-76F21C83873B}" dt="2026-09-30T08:33:08.789" v="31"/>
      <pc:docMkLst>
        <pc:docMk/>
      </pc:docMkLst>
      <pc:sldChg chg="modSp">
        <pc:chgData name="Παύλος Παυλικκάς" userId="87ce08cf-e656-4f7b-a509-c64b0287524c" providerId="ADAL" clId="{76C507FD-C420-4F5F-B7C5-76F21C83873B}" dt="2026-09-30T07:15:04.990" v="16"/>
        <pc:sldMkLst>
          <pc:docMk/>
          <pc:sldMk cId="3542971618" sldId="280"/>
        </pc:sldMkLst>
        <pc:spChg chg="mod">
          <ac:chgData name="Παύλος Παυλικκάς" userId="87ce08cf-e656-4f7b-a509-c64b0287524c" providerId="ADAL" clId="{76C507FD-C420-4F5F-B7C5-76F21C83873B}" dt="2026-09-30T07:15:04.990" v="16"/>
          <ac:spMkLst>
            <pc:docMk/>
            <pc:sldMk cId="3542971618" sldId="280"/>
            <ac:spMk id="9" creationId="{00000000-0000-0000-0000-000000000000}"/>
          </ac:spMkLst>
        </pc:spChg>
      </pc:sldChg>
      <pc:sldChg chg="modSp">
        <pc:chgData name="Παύλος Παυλικκάς" userId="87ce08cf-e656-4f7b-a509-c64b0287524c" providerId="ADAL" clId="{76C507FD-C420-4F5F-B7C5-76F21C83873B}" dt="2026-09-30T07:17:10.080" v="22"/>
        <pc:sldMkLst>
          <pc:docMk/>
          <pc:sldMk cId="3737734990" sldId="287"/>
        </pc:sldMkLst>
        <pc:spChg chg="mod">
          <ac:chgData name="Παύλος Παυλικκάς" userId="87ce08cf-e656-4f7b-a509-c64b0287524c" providerId="ADAL" clId="{76C507FD-C420-4F5F-B7C5-76F21C83873B}" dt="2026-09-30T07:17:10.080" v="22"/>
          <ac:spMkLst>
            <pc:docMk/>
            <pc:sldMk cId="3737734990" sldId="287"/>
            <ac:spMk id="2" creationId="{00000000-0000-0000-0000-000000000000}"/>
          </ac:spMkLst>
        </pc:spChg>
      </pc:sldChg>
      <pc:sldChg chg="modSp ord">
        <pc:chgData name="Παύλος Παυλικκάς" userId="87ce08cf-e656-4f7b-a509-c64b0287524c" providerId="ADAL" clId="{76C507FD-C420-4F5F-B7C5-76F21C83873B}" dt="2026-09-30T07:30:47.150" v="25"/>
        <pc:sldMkLst>
          <pc:docMk/>
          <pc:sldMk cId="3111683312" sldId="329"/>
        </pc:sldMkLst>
        <pc:spChg chg="mod">
          <ac:chgData name="Παύλος Παυλικκάς" userId="87ce08cf-e656-4f7b-a509-c64b0287524c" providerId="ADAL" clId="{76C507FD-C420-4F5F-B7C5-76F21C83873B}" dt="2026-09-30T07:30:47.150" v="25"/>
          <ac:spMkLst>
            <pc:docMk/>
            <pc:sldMk cId="3111683312" sldId="329"/>
            <ac:spMk id="7" creationId="{883944B7-7223-423B-BEFA-F0D7FC831454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4567DA2-3ABD-4083-9D89-D1C9CC448C3D}" type="datetimeFigureOut">
              <a:rPr lang="en-GB" smtClean="0"/>
              <a:t>18/10/2026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1F438E-B2CF-4AE8-BCBD-5C0C5824013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115773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E1AF84-2661-2E63-BC81-A5FC876EC7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1DC62B9-7AFA-082A-58B5-F66870B1F0D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917575" y="744538"/>
            <a:ext cx="4962525" cy="3722687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53325E0-1BBD-66C1-302D-3E0EB51E45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81C73A-769A-5085-FDDC-08A77C553BD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A63F591-F0B7-4228-BB71-5A60929AFF28}" type="slidenum">
              <a:rPr lang="el-GR" smtClean="0"/>
              <a:pPr/>
              <a:t>5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102653860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28DB46-43F4-F3F8-8222-FCA6B45715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62DF883-ADA8-7191-AD9E-E0424CE0FC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917575" y="744538"/>
            <a:ext cx="4962525" cy="3722687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A8F6DDF-763F-994A-8DE5-BB8F8FDD8A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0FF863-8A49-DC1A-ADE8-05C0DFB25DB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A63F591-F0B7-4228-BB71-5A60929AFF28}" type="slidenum">
              <a:rPr lang="el-GR" smtClean="0"/>
              <a:pPr/>
              <a:t>6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120733512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21CE27-764D-D45C-958F-C1355D402F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14E0BE3-DA78-8E43-F387-D15C3AEC8E0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917575" y="744538"/>
            <a:ext cx="4962525" cy="3722687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4055CC0-EA5D-5CE0-CFBD-0350B59C92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CAD05C-51F6-86FA-3C29-65F319CAF57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A63F591-F0B7-4228-BB71-5A60929AFF28}" type="slidenum">
              <a:rPr lang="el-GR" smtClean="0"/>
              <a:pPr/>
              <a:t>7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142094891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22F61D-1667-7F29-BD5E-1A1063DBF5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D3ED931-941E-BD2A-5E33-7592F3EB720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917575" y="744538"/>
            <a:ext cx="4962525" cy="3722687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82AB19D-34DD-B559-77A6-F088CFDABA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CA37E3-C2A0-BE17-95C6-C5A6F3A01B9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A63F591-F0B7-4228-BB71-5A60929AFF28}" type="slidenum">
              <a:rPr lang="el-GR" smtClean="0"/>
              <a:pPr/>
              <a:t>8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78573217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03C90C-6C32-FC03-976D-FBDF9C0ED3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7C95A6F-4160-C7AF-6B75-610124C1F18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917575" y="744538"/>
            <a:ext cx="4962525" cy="3722687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75DF509-4D1A-6A59-EF63-B4D0FCA4137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A82B04-DB56-4064-9DAC-AC56B5EAC69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A63F591-F0B7-4228-BB71-5A60929AFF28}" type="slidenum">
              <a:rPr lang="el-GR" smtClean="0"/>
              <a:pPr/>
              <a:t>9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40348733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80B2B7-3155-4641-A8F2-C1656F8110F8}" type="datetimeFigureOut">
              <a:rPr lang="en-US" smtClean="0"/>
              <a:pPr/>
              <a:t>18-Oct-26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BD3ACA-0F0F-432C-927D-6EE186D4D50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80B2B7-3155-4641-A8F2-C1656F8110F8}" type="datetimeFigureOut">
              <a:rPr lang="en-US" smtClean="0"/>
              <a:pPr/>
              <a:t>18-Oct-26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BD3ACA-0F0F-432C-927D-6EE186D4D50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80B2B7-3155-4641-A8F2-C1656F8110F8}" type="datetimeFigureOut">
              <a:rPr lang="en-US" smtClean="0"/>
              <a:pPr/>
              <a:t>18-Oct-26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BD3ACA-0F0F-432C-927D-6EE186D4D50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80B2B7-3155-4641-A8F2-C1656F8110F8}" type="datetimeFigureOut">
              <a:rPr lang="en-US" smtClean="0"/>
              <a:pPr/>
              <a:t>18-Oct-26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BD3ACA-0F0F-432C-927D-6EE186D4D50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80B2B7-3155-4641-A8F2-C1656F8110F8}" type="datetimeFigureOut">
              <a:rPr lang="en-US" smtClean="0"/>
              <a:pPr/>
              <a:t>18-Oct-26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BD3ACA-0F0F-432C-927D-6EE186D4D50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80B2B7-3155-4641-A8F2-C1656F8110F8}" type="datetimeFigureOut">
              <a:rPr lang="en-US" smtClean="0"/>
              <a:pPr/>
              <a:t>18-Oct-26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BD3ACA-0F0F-432C-927D-6EE186D4D50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80B2B7-3155-4641-A8F2-C1656F8110F8}" type="datetimeFigureOut">
              <a:rPr lang="en-US" smtClean="0"/>
              <a:pPr/>
              <a:t>18-Oct-26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BD3ACA-0F0F-432C-927D-6EE186D4D50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80B2B7-3155-4641-A8F2-C1656F8110F8}" type="datetimeFigureOut">
              <a:rPr lang="en-US" smtClean="0"/>
              <a:pPr/>
              <a:t>18-Oct-26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BD3ACA-0F0F-432C-927D-6EE186D4D50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80B2B7-3155-4641-A8F2-C1656F8110F8}" type="datetimeFigureOut">
              <a:rPr lang="en-US" smtClean="0"/>
              <a:pPr/>
              <a:t>18-Oct-26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BD3ACA-0F0F-432C-927D-6EE186D4D50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80B2B7-3155-4641-A8F2-C1656F8110F8}" type="datetimeFigureOut">
              <a:rPr lang="en-US" smtClean="0"/>
              <a:pPr/>
              <a:t>18-Oct-26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BD3ACA-0F0F-432C-927D-6EE186D4D50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80B2B7-3155-4641-A8F2-C1656F8110F8}" type="datetimeFigureOut">
              <a:rPr lang="en-US" smtClean="0"/>
              <a:pPr/>
              <a:t>18-Oct-26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BD3ACA-0F0F-432C-927D-6EE186D4D50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80B2B7-3155-4641-A8F2-C1656F8110F8}" type="datetimeFigureOut">
              <a:rPr lang="en-US" smtClean="0"/>
              <a:pPr/>
              <a:t>18-Oct-26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BD3ACA-0F0F-432C-927D-6EE186D4D509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3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4.xml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5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3000">
              <a:schemeClr val="accent6">
                <a:lumMod val="0"/>
                <a:lumOff val="100000"/>
              </a:schemeClr>
            </a:gs>
            <a:gs pos="29000">
              <a:schemeClr val="accent6">
                <a:lumMod val="0"/>
                <a:lumOff val="100000"/>
              </a:schemeClr>
            </a:gs>
            <a:gs pos="51000">
              <a:srgbClr val="FAC090"/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Freeform 23"/>
          <p:cNvSpPr/>
          <p:nvPr/>
        </p:nvSpPr>
        <p:spPr>
          <a:xfrm>
            <a:off x="3886200" y="-1219200"/>
            <a:ext cx="8686799" cy="8869680"/>
          </a:xfrm>
          <a:custGeom>
            <a:avLst/>
            <a:gdLst>
              <a:gd name="connsiteX0" fmla="*/ 6705599 w 8686799"/>
              <a:gd name="connsiteY0" fmla="*/ 6736080 h 8869680"/>
              <a:gd name="connsiteX1" fmla="*/ 7162799 w 8686799"/>
              <a:gd name="connsiteY1" fmla="*/ 5821680 h 8869680"/>
              <a:gd name="connsiteX2" fmla="*/ 8229599 w 8686799"/>
              <a:gd name="connsiteY2" fmla="*/ 5821680 h 8869680"/>
              <a:gd name="connsiteX3" fmla="*/ 8686799 w 8686799"/>
              <a:gd name="connsiteY3" fmla="*/ 6736080 h 8869680"/>
              <a:gd name="connsiteX4" fmla="*/ 8229599 w 8686799"/>
              <a:gd name="connsiteY4" fmla="*/ 7650480 h 8869680"/>
              <a:gd name="connsiteX5" fmla="*/ 7162799 w 8686799"/>
              <a:gd name="connsiteY5" fmla="*/ 7650480 h 8869680"/>
              <a:gd name="connsiteX6" fmla="*/ 6659879 w 8686799"/>
              <a:gd name="connsiteY6" fmla="*/ 2743200 h 8869680"/>
              <a:gd name="connsiteX7" fmla="*/ 7117079 w 8686799"/>
              <a:gd name="connsiteY7" fmla="*/ 1828800 h 8869680"/>
              <a:gd name="connsiteX8" fmla="*/ 8183879 w 8686799"/>
              <a:gd name="connsiteY8" fmla="*/ 1828800 h 8869680"/>
              <a:gd name="connsiteX9" fmla="*/ 8641079 w 8686799"/>
              <a:gd name="connsiteY9" fmla="*/ 2743200 h 8869680"/>
              <a:gd name="connsiteX10" fmla="*/ 8183879 w 8686799"/>
              <a:gd name="connsiteY10" fmla="*/ 3657600 h 8869680"/>
              <a:gd name="connsiteX11" fmla="*/ 7117079 w 8686799"/>
              <a:gd name="connsiteY11" fmla="*/ 3657600 h 8869680"/>
              <a:gd name="connsiteX12" fmla="*/ 6659879 w 8686799"/>
              <a:gd name="connsiteY12" fmla="*/ 4739640 h 8869680"/>
              <a:gd name="connsiteX13" fmla="*/ 7117079 w 8686799"/>
              <a:gd name="connsiteY13" fmla="*/ 3825240 h 8869680"/>
              <a:gd name="connsiteX14" fmla="*/ 8183879 w 8686799"/>
              <a:gd name="connsiteY14" fmla="*/ 3825240 h 8869680"/>
              <a:gd name="connsiteX15" fmla="*/ 8641079 w 8686799"/>
              <a:gd name="connsiteY15" fmla="*/ 4739640 h 8869680"/>
              <a:gd name="connsiteX16" fmla="*/ 8183879 w 8686799"/>
              <a:gd name="connsiteY16" fmla="*/ 5654040 h 8869680"/>
              <a:gd name="connsiteX17" fmla="*/ 7117079 w 8686799"/>
              <a:gd name="connsiteY17" fmla="*/ 5654040 h 8869680"/>
              <a:gd name="connsiteX18" fmla="*/ 5084013 w 8686799"/>
              <a:gd name="connsiteY18" fmla="*/ 7828689 h 8869680"/>
              <a:gd name="connsiteX19" fmla="*/ 5541213 w 8686799"/>
              <a:gd name="connsiteY19" fmla="*/ 6914287 h 8869680"/>
              <a:gd name="connsiteX20" fmla="*/ 6608013 w 8686799"/>
              <a:gd name="connsiteY20" fmla="*/ 6914287 h 8869680"/>
              <a:gd name="connsiteX21" fmla="*/ 7065213 w 8686799"/>
              <a:gd name="connsiteY21" fmla="*/ 7828689 h 8869680"/>
              <a:gd name="connsiteX22" fmla="*/ 6608013 w 8686799"/>
              <a:gd name="connsiteY22" fmla="*/ 8743089 h 8869680"/>
              <a:gd name="connsiteX23" fmla="*/ 5541213 w 8686799"/>
              <a:gd name="connsiteY23" fmla="*/ 8743089 h 8869680"/>
              <a:gd name="connsiteX24" fmla="*/ 5044439 w 8686799"/>
              <a:gd name="connsiteY24" fmla="*/ 5821680 h 8869680"/>
              <a:gd name="connsiteX25" fmla="*/ 5501639 w 8686799"/>
              <a:gd name="connsiteY25" fmla="*/ 4907280 h 8869680"/>
              <a:gd name="connsiteX26" fmla="*/ 6568439 w 8686799"/>
              <a:gd name="connsiteY26" fmla="*/ 4907280 h 8869680"/>
              <a:gd name="connsiteX27" fmla="*/ 7025639 w 8686799"/>
              <a:gd name="connsiteY27" fmla="*/ 5821680 h 8869680"/>
              <a:gd name="connsiteX28" fmla="*/ 6568439 w 8686799"/>
              <a:gd name="connsiteY28" fmla="*/ 6736080 h 8869680"/>
              <a:gd name="connsiteX29" fmla="*/ 5501639 w 8686799"/>
              <a:gd name="connsiteY29" fmla="*/ 6736080 h 8869680"/>
              <a:gd name="connsiteX30" fmla="*/ 4998719 w 8686799"/>
              <a:gd name="connsiteY30" fmla="*/ 1828800 h 8869680"/>
              <a:gd name="connsiteX31" fmla="*/ 5455919 w 8686799"/>
              <a:gd name="connsiteY31" fmla="*/ 914400 h 8869680"/>
              <a:gd name="connsiteX32" fmla="*/ 6522719 w 8686799"/>
              <a:gd name="connsiteY32" fmla="*/ 914400 h 8869680"/>
              <a:gd name="connsiteX33" fmla="*/ 6979919 w 8686799"/>
              <a:gd name="connsiteY33" fmla="*/ 1828800 h 8869680"/>
              <a:gd name="connsiteX34" fmla="*/ 6522719 w 8686799"/>
              <a:gd name="connsiteY34" fmla="*/ 2743200 h 8869680"/>
              <a:gd name="connsiteX35" fmla="*/ 5455919 w 8686799"/>
              <a:gd name="connsiteY35" fmla="*/ 2743200 h 8869680"/>
              <a:gd name="connsiteX36" fmla="*/ 4998719 w 8686799"/>
              <a:gd name="connsiteY36" fmla="*/ 3825240 h 8869680"/>
              <a:gd name="connsiteX37" fmla="*/ 5455919 w 8686799"/>
              <a:gd name="connsiteY37" fmla="*/ 2910840 h 8869680"/>
              <a:gd name="connsiteX38" fmla="*/ 6522719 w 8686799"/>
              <a:gd name="connsiteY38" fmla="*/ 2910840 h 8869680"/>
              <a:gd name="connsiteX39" fmla="*/ 6979919 w 8686799"/>
              <a:gd name="connsiteY39" fmla="*/ 3825240 h 8869680"/>
              <a:gd name="connsiteX40" fmla="*/ 6522719 w 8686799"/>
              <a:gd name="connsiteY40" fmla="*/ 4739640 h 8869680"/>
              <a:gd name="connsiteX41" fmla="*/ 5455919 w 8686799"/>
              <a:gd name="connsiteY41" fmla="*/ 4739640 h 8869680"/>
              <a:gd name="connsiteX42" fmla="*/ 3383280 w 8686799"/>
              <a:gd name="connsiteY42" fmla="*/ 4907280 h 8869680"/>
              <a:gd name="connsiteX43" fmla="*/ 3840480 w 8686799"/>
              <a:gd name="connsiteY43" fmla="*/ 3992880 h 8869680"/>
              <a:gd name="connsiteX44" fmla="*/ 4907279 w 8686799"/>
              <a:gd name="connsiteY44" fmla="*/ 3992880 h 8869680"/>
              <a:gd name="connsiteX45" fmla="*/ 5364479 w 8686799"/>
              <a:gd name="connsiteY45" fmla="*/ 4907280 h 8869680"/>
              <a:gd name="connsiteX46" fmla="*/ 4907279 w 8686799"/>
              <a:gd name="connsiteY46" fmla="*/ 5821680 h 8869680"/>
              <a:gd name="connsiteX47" fmla="*/ 3840480 w 8686799"/>
              <a:gd name="connsiteY47" fmla="*/ 5821680 h 8869680"/>
              <a:gd name="connsiteX48" fmla="*/ 3353291 w 8686799"/>
              <a:gd name="connsiteY48" fmla="*/ 6899541 h 8869680"/>
              <a:gd name="connsiteX49" fmla="*/ 3810491 w 8686799"/>
              <a:gd name="connsiteY49" fmla="*/ 5985141 h 8869680"/>
              <a:gd name="connsiteX50" fmla="*/ 4877291 w 8686799"/>
              <a:gd name="connsiteY50" fmla="*/ 5985141 h 8869680"/>
              <a:gd name="connsiteX51" fmla="*/ 5334491 w 8686799"/>
              <a:gd name="connsiteY51" fmla="*/ 6899541 h 8869680"/>
              <a:gd name="connsiteX52" fmla="*/ 4877291 w 8686799"/>
              <a:gd name="connsiteY52" fmla="*/ 7813941 h 8869680"/>
              <a:gd name="connsiteX53" fmla="*/ 3810491 w 8686799"/>
              <a:gd name="connsiteY53" fmla="*/ 7813941 h 8869680"/>
              <a:gd name="connsiteX54" fmla="*/ 3337560 w 8686799"/>
              <a:gd name="connsiteY54" fmla="*/ 914400 h 8869680"/>
              <a:gd name="connsiteX55" fmla="*/ 3794760 w 8686799"/>
              <a:gd name="connsiteY55" fmla="*/ 0 h 8869680"/>
              <a:gd name="connsiteX56" fmla="*/ 4861559 w 8686799"/>
              <a:gd name="connsiteY56" fmla="*/ 0 h 8869680"/>
              <a:gd name="connsiteX57" fmla="*/ 5318759 w 8686799"/>
              <a:gd name="connsiteY57" fmla="*/ 914400 h 8869680"/>
              <a:gd name="connsiteX58" fmla="*/ 4861559 w 8686799"/>
              <a:gd name="connsiteY58" fmla="*/ 1828800 h 8869680"/>
              <a:gd name="connsiteX59" fmla="*/ 3794760 w 8686799"/>
              <a:gd name="connsiteY59" fmla="*/ 1828800 h 8869680"/>
              <a:gd name="connsiteX60" fmla="*/ 3337560 w 8686799"/>
              <a:gd name="connsiteY60" fmla="*/ 2910840 h 8869680"/>
              <a:gd name="connsiteX61" fmla="*/ 3794760 w 8686799"/>
              <a:gd name="connsiteY61" fmla="*/ 1996440 h 8869680"/>
              <a:gd name="connsiteX62" fmla="*/ 4861559 w 8686799"/>
              <a:gd name="connsiteY62" fmla="*/ 1996440 h 8869680"/>
              <a:gd name="connsiteX63" fmla="*/ 5318759 w 8686799"/>
              <a:gd name="connsiteY63" fmla="*/ 2910840 h 8869680"/>
              <a:gd name="connsiteX64" fmla="*/ 4861559 w 8686799"/>
              <a:gd name="connsiteY64" fmla="*/ 3825240 h 8869680"/>
              <a:gd name="connsiteX65" fmla="*/ 3794760 w 8686799"/>
              <a:gd name="connsiteY65" fmla="*/ 3825240 h 8869680"/>
              <a:gd name="connsiteX66" fmla="*/ 1721873 w 8686799"/>
              <a:gd name="connsiteY66" fmla="*/ 7955280 h 8869680"/>
              <a:gd name="connsiteX67" fmla="*/ 2179073 w 8686799"/>
              <a:gd name="connsiteY67" fmla="*/ 7040880 h 8869680"/>
              <a:gd name="connsiteX68" fmla="*/ 3245873 w 8686799"/>
              <a:gd name="connsiteY68" fmla="*/ 7040880 h 8869680"/>
              <a:gd name="connsiteX69" fmla="*/ 3703073 w 8686799"/>
              <a:gd name="connsiteY69" fmla="*/ 7955280 h 8869680"/>
              <a:gd name="connsiteX70" fmla="*/ 3245873 w 8686799"/>
              <a:gd name="connsiteY70" fmla="*/ 8869680 h 8869680"/>
              <a:gd name="connsiteX71" fmla="*/ 2179073 w 8686799"/>
              <a:gd name="connsiteY71" fmla="*/ 8869680 h 8869680"/>
              <a:gd name="connsiteX72" fmla="*/ 1691640 w 8686799"/>
              <a:gd name="connsiteY72" fmla="*/ 5989320 h 8869680"/>
              <a:gd name="connsiteX73" fmla="*/ 2148841 w 8686799"/>
              <a:gd name="connsiteY73" fmla="*/ 5074920 h 8869680"/>
              <a:gd name="connsiteX74" fmla="*/ 3215640 w 8686799"/>
              <a:gd name="connsiteY74" fmla="*/ 5074920 h 8869680"/>
              <a:gd name="connsiteX75" fmla="*/ 3672840 w 8686799"/>
              <a:gd name="connsiteY75" fmla="*/ 5989320 h 8869680"/>
              <a:gd name="connsiteX76" fmla="*/ 3215640 w 8686799"/>
              <a:gd name="connsiteY76" fmla="*/ 6903719 h 8869680"/>
              <a:gd name="connsiteX77" fmla="*/ 2148840 w 8686799"/>
              <a:gd name="connsiteY77" fmla="*/ 6903719 h 8869680"/>
              <a:gd name="connsiteX78" fmla="*/ 1645920 w 8686799"/>
              <a:gd name="connsiteY78" fmla="*/ 1996440 h 8869680"/>
              <a:gd name="connsiteX79" fmla="*/ 2103120 w 8686799"/>
              <a:gd name="connsiteY79" fmla="*/ 1082040 h 8869680"/>
              <a:gd name="connsiteX80" fmla="*/ 3169920 w 8686799"/>
              <a:gd name="connsiteY80" fmla="*/ 1082040 h 8869680"/>
              <a:gd name="connsiteX81" fmla="*/ 3627120 w 8686799"/>
              <a:gd name="connsiteY81" fmla="*/ 1996440 h 8869680"/>
              <a:gd name="connsiteX82" fmla="*/ 3169920 w 8686799"/>
              <a:gd name="connsiteY82" fmla="*/ 2910840 h 8869680"/>
              <a:gd name="connsiteX83" fmla="*/ 2103120 w 8686799"/>
              <a:gd name="connsiteY83" fmla="*/ 2910840 h 8869680"/>
              <a:gd name="connsiteX84" fmla="*/ 1645920 w 8686799"/>
              <a:gd name="connsiteY84" fmla="*/ 3992880 h 8869680"/>
              <a:gd name="connsiteX85" fmla="*/ 2103120 w 8686799"/>
              <a:gd name="connsiteY85" fmla="*/ 3078480 h 8869680"/>
              <a:gd name="connsiteX86" fmla="*/ 3169920 w 8686799"/>
              <a:gd name="connsiteY86" fmla="*/ 3078480 h 8869680"/>
              <a:gd name="connsiteX87" fmla="*/ 3627120 w 8686799"/>
              <a:gd name="connsiteY87" fmla="*/ 3992880 h 8869680"/>
              <a:gd name="connsiteX88" fmla="*/ 3169920 w 8686799"/>
              <a:gd name="connsiteY88" fmla="*/ 4907280 h 8869680"/>
              <a:gd name="connsiteX89" fmla="*/ 2103120 w 8686799"/>
              <a:gd name="connsiteY89" fmla="*/ 4907280 h 8869680"/>
              <a:gd name="connsiteX90" fmla="*/ 45720 w 8686799"/>
              <a:gd name="connsiteY90" fmla="*/ 5059680 h 8869680"/>
              <a:gd name="connsiteX91" fmla="*/ 502920 w 8686799"/>
              <a:gd name="connsiteY91" fmla="*/ 4145280 h 8869680"/>
              <a:gd name="connsiteX92" fmla="*/ 1569720 w 8686799"/>
              <a:gd name="connsiteY92" fmla="*/ 4145280 h 8869680"/>
              <a:gd name="connsiteX93" fmla="*/ 2026920 w 8686799"/>
              <a:gd name="connsiteY93" fmla="*/ 5059680 h 8869680"/>
              <a:gd name="connsiteX94" fmla="*/ 1569720 w 8686799"/>
              <a:gd name="connsiteY94" fmla="*/ 5974080 h 8869680"/>
              <a:gd name="connsiteX95" fmla="*/ 502920 w 8686799"/>
              <a:gd name="connsiteY95" fmla="*/ 5974080 h 8869680"/>
              <a:gd name="connsiteX96" fmla="*/ 45719 w 8686799"/>
              <a:gd name="connsiteY96" fmla="*/ 6987539 h 8869680"/>
              <a:gd name="connsiteX97" fmla="*/ 502919 w 8686799"/>
              <a:gd name="connsiteY97" fmla="*/ 6073140 h 8869680"/>
              <a:gd name="connsiteX98" fmla="*/ 1569719 w 8686799"/>
              <a:gd name="connsiteY98" fmla="*/ 6073140 h 8869680"/>
              <a:gd name="connsiteX99" fmla="*/ 2026919 w 8686799"/>
              <a:gd name="connsiteY99" fmla="*/ 6987539 h 8869680"/>
              <a:gd name="connsiteX100" fmla="*/ 1569719 w 8686799"/>
              <a:gd name="connsiteY100" fmla="*/ 7901940 h 8869680"/>
              <a:gd name="connsiteX101" fmla="*/ 502919 w 8686799"/>
              <a:gd name="connsiteY101" fmla="*/ 7901940 h 8869680"/>
              <a:gd name="connsiteX102" fmla="*/ 0 w 8686799"/>
              <a:gd name="connsiteY102" fmla="*/ 3063240 h 8869680"/>
              <a:gd name="connsiteX103" fmla="*/ 457200 w 8686799"/>
              <a:gd name="connsiteY103" fmla="*/ 2148840 h 8869680"/>
              <a:gd name="connsiteX104" fmla="*/ 1524000 w 8686799"/>
              <a:gd name="connsiteY104" fmla="*/ 2148840 h 8869680"/>
              <a:gd name="connsiteX105" fmla="*/ 1981200 w 8686799"/>
              <a:gd name="connsiteY105" fmla="*/ 3063240 h 8869680"/>
              <a:gd name="connsiteX106" fmla="*/ 1524000 w 8686799"/>
              <a:gd name="connsiteY106" fmla="*/ 3977640 h 8869680"/>
              <a:gd name="connsiteX107" fmla="*/ 457200 w 8686799"/>
              <a:gd name="connsiteY107" fmla="*/ 3977640 h 8869680"/>
              <a:gd name="connsiteX108" fmla="*/ 0 w 8686799"/>
              <a:gd name="connsiteY108" fmla="*/ 1066800 h 8869680"/>
              <a:gd name="connsiteX109" fmla="*/ 457200 w 8686799"/>
              <a:gd name="connsiteY109" fmla="*/ 152400 h 8869680"/>
              <a:gd name="connsiteX110" fmla="*/ 1524000 w 8686799"/>
              <a:gd name="connsiteY110" fmla="*/ 152400 h 8869680"/>
              <a:gd name="connsiteX111" fmla="*/ 1981200 w 8686799"/>
              <a:gd name="connsiteY111" fmla="*/ 1066800 h 8869680"/>
              <a:gd name="connsiteX112" fmla="*/ 1524000 w 8686799"/>
              <a:gd name="connsiteY112" fmla="*/ 1981200 h 8869680"/>
              <a:gd name="connsiteX113" fmla="*/ 457200 w 8686799"/>
              <a:gd name="connsiteY113" fmla="*/ 1981200 h 88696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</a:cxnLst>
            <a:rect l="l" t="t" r="r" b="b"/>
            <a:pathLst>
              <a:path w="8686799" h="8869680">
                <a:moveTo>
                  <a:pt x="6705599" y="6736080"/>
                </a:moveTo>
                <a:lnTo>
                  <a:pt x="7162799" y="5821680"/>
                </a:lnTo>
                <a:lnTo>
                  <a:pt x="8229599" y="5821680"/>
                </a:lnTo>
                <a:lnTo>
                  <a:pt x="8686799" y="6736080"/>
                </a:lnTo>
                <a:lnTo>
                  <a:pt x="8229599" y="7650480"/>
                </a:lnTo>
                <a:lnTo>
                  <a:pt x="7162799" y="7650480"/>
                </a:lnTo>
                <a:close/>
                <a:moveTo>
                  <a:pt x="6659879" y="2743200"/>
                </a:moveTo>
                <a:lnTo>
                  <a:pt x="7117079" y="1828800"/>
                </a:lnTo>
                <a:lnTo>
                  <a:pt x="8183879" y="1828800"/>
                </a:lnTo>
                <a:lnTo>
                  <a:pt x="8641079" y="2743200"/>
                </a:lnTo>
                <a:lnTo>
                  <a:pt x="8183879" y="3657600"/>
                </a:lnTo>
                <a:lnTo>
                  <a:pt x="7117079" y="3657600"/>
                </a:lnTo>
                <a:close/>
                <a:moveTo>
                  <a:pt x="6659879" y="4739640"/>
                </a:moveTo>
                <a:lnTo>
                  <a:pt x="7117079" y="3825240"/>
                </a:lnTo>
                <a:lnTo>
                  <a:pt x="8183879" y="3825240"/>
                </a:lnTo>
                <a:lnTo>
                  <a:pt x="8641079" y="4739640"/>
                </a:lnTo>
                <a:lnTo>
                  <a:pt x="8183879" y="5654040"/>
                </a:lnTo>
                <a:lnTo>
                  <a:pt x="7117079" y="5654040"/>
                </a:lnTo>
                <a:close/>
                <a:moveTo>
                  <a:pt x="5084013" y="7828689"/>
                </a:moveTo>
                <a:lnTo>
                  <a:pt x="5541213" y="6914287"/>
                </a:lnTo>
                <a:lnTo>
                  <a:pt x="6608013" y="6914287"/>
                </a:lnTo>
                <a:lnTo>
                  <a:pt x="7065213" y="7828689"/>
                </a:lnTo>
                <a:lnTo>
                  <a:pt x="6608013" y="8743089"/>
                </a:lnTo>
                <a:lnTo>
                  <a:pt x="5541213" y="8743089"/>
                </a:lnTo>
                <a:close/>
                <a:moveTo>
                  <a:pt x="5044439" y="5821680"/>
                </a:moveTo>
                <a:lnTo>
                  <a:pt x="5501639" y="4907280"/>
                </a:lnTo>
                <a:lnTo>
                  <a:pt x="6568439" y="4907280"/>
                </a:lnTo>
                <a:lnTo>
                  <a:pt x="7025639" y="5821680"/>
                </a:lnTo>
                <a:lnTo>
                  <a:pt x="6568439" y="6736080"/>
                </a:lnTo>
                <a:lnTo>
                  <a:pt x="5501639" y="6736080"/>
                </a:lnTo>
                <a:close/>
                <a:moveTo>
                  <a:pt x="4998719" y="1828800"/>
                </a:moveTo>
                <a:lnTo>
                  <a:pt x="5455919" y="914400"/>
                </a:lnTo>
                <a:lnTo>
                  <a:pt x="6522719" y="914400"/>
                </a:lnTo>
                <a:lnTo>
                  <a:pt x="6979919" y="1828800"/>
                </a:lnTo>
                <a:lnTo>
                  <a:pt x="6522719" y="2743200"/>
                </a:lnTo>
                <a:lnTo>
                  <a:pt x="5455919" y="2743200"/>
                </a:lnTo>
                <a:close/>
                <a:moveTo>
                  <a:pt x="4998719" y="3825240"/>
                </a:moveTo>
                <a:lnTo>
                  <a:pt x="5455919" y="2910840"/>
                </a:lnTo>
                <a:lnTo>
                  <a:pt x="6522719" y="2910840"/>
                </a:lnTo>
                <a:lnTo>
                  <a:pt x="6979919" y="3825240"/>
                </a:lnTo>
                <a:lnTo>
                  <a:pt x="6522719" y="4739640"/>
                </a:lnTo>
                <a:lnTo>
                  <a:pt x="5455919" y="4739640"/>
                </a:lnTo>
                <a:close/>
                <a:moveTo>
                  <a:pt x="3383280" y="4907280"/>
                </a:moveTo>
                <a:lnTo>
                  <a:pt x="3840480" y="3992880"/>
                </a:lnTo>
                <a:lnTo>
                  <a:pt x="4907279" y="3992880"/>
                </a:lnTo>
                <a:lnTo>
                  <a:pt x="5364479" y="4907280"/>
                </a:lnTo>
                <a:lnTo>
                  <a:pt x="4907279" y="5821680"/>
                </a:lnTo>
                <a:lnTo>
                  <a:pt x="3840480" y="5821680"/>
                </a:lnTo>
                <a:close/>
                <a:moveTo>
                  <a:pt x="3353291" y="6899541"/>
                </a:moveTo>
                <a:lnTo>
                  <a:pt x="3810491" y="5985141"/>
                </a:lnTo>
                <a:lnTo>
                  <a:pt x="4877291" y="5985141"/>
                </a:lnTo>
                <a:lnTo>
                  <a:pt x="5334491" y="6899541"/>
                </a:lnTo>
                <a:lnTo>
                  <a:pt x="4877291" y="7813941"/>
                </a:lnTo>
                <a:lnTo>
                  <a:pt x="3810491" y="7813941"/>
                </a:lnTo>
                <a:close/>
                <a:moveTo>
                  <a:pt x="3337560" y="914400"/>
                </a:moveTo>
                <a:lnTo>
                  <a:pt x="3794760" y="0"/>
                </a:lnTo>
                <a:lnTo>
                  <a:pt x="4861559" y="0"/>
                </a:lnTo>
                <a:lnTo>
                  <a:pt x="5318759" y="914400"/>
                </a:lnTo>
                <a:lnTo>
                  <a:pt x="4861559" y="1828800"/>
                </a:lnTo>
                <a:lnTo>
                  <a:pt x="3794760" y="1828800"/>
                </a:lnTo>
                <a:close/>
                <a:moveTo>
                  <a:pt x="3337560" y="2910840"/>
                </a:moveTo>
                <a:lnTo>
                  <a:pt x="3794760" y="1996440"/>
                </a:lnTo>
                <a:lnTo>
                  <a:pt x="4861559" y="1996440"/>
                </a:lnTo>
                <a:lnTo>
                  <a:pt x="5318759" y="2910840"/>
                </a:lnTo>
                <a:lnTo>
                  <a:pt x="4861559" y="3825240"/>
                </a:lnTo>
                <a:lnTo>
                  <a:pt x="3794760" y="3825240"/>
                </a:lnTo>
                <a:close/>
                <a:moveTo>
                  <a:pt x="1721873" y="7955280"/>
                </a:moveTo>
                <a:lnTo>
                  <a:pt x="2179073" y="7040880"/>
                </a:lnTo>
                <a:lnTo>
                  <a:pt x="3245873" y="7040880"/>
                </a:lnTo>
                <a:lnTo>
                  <a:pt x="3703073" y="7955280"/>
                </a:lnTo>
                <a:lnTo>
                  <a:pt x="3245873" y="8869680"/>
                </a:lnTo>
                <a:lnTo>
                  <a:pt x="2179073" y="8869680"/>
                </a:lnTo>
                <a:close/>
                <a:moveTo>
                  <a:pt x="1691640" y="5989320"/>
                </a:moveTo>
                <a:lnTo>
                  <a:pt x="2148841" y="5074920"/>
                </a:lnTo>
                <a:lnTo>
                  <a:pt x="3215640" y="5074920"/>
                </a:lnTo>
                <a:lnTo>
                  <a:pt x="3672840" y="5989320"/>
                </a:lnTo>
                <a:lnTo>
                  <a:pt x="3215640" y="6903719"/>
                </a:lnTo>
                <a:lnTo>
                  <a:pt x="2148840" y="6903719"/>
                </a:lnTo>
                <a:close/>
                <a:moveTo>
                  <a:pt x="1645920" y="1996440"/>
                </a:moveTo>
                <a:lnTo>
                  <a:pt x="2103120" y="1082040"/>
                </a:lnTo>
                <a:lnTo>
                  <a:pt x="3169920" y="1082040"/>
                </a:lnTo>
                <a:lnTo>
                  <a:pt x="3627120" y="1996440"/>
                </a:lnTo>
                <a:lnTo>
                  <a:pt x="3169920" y="2910840"/>
                </a:lnTo>
                <a:lnTo>
                  <a:pt x="2103120" y="2910840"/>
                </a:lnTo>
                <a:close/>
                <a:moveTo>
                  <a:pt x="1645920" y="3992880"/>
                </a:moveTo>
                <a:lnTo>
                  <a:pt x="2103120" y="3078480"/>
                </a:lnTo>
                <a:lnTo>
                  <a:pt x="3169920" y="3078480"/>
                </a:lnTo>
                <a:lnTo>
                  <a:pt x="3627120" y="3992880"/>
                </a:lnTo>
                <a:lnTo>
                  <a:pt x="3169920" y="4907280"/>
                </a:lnTo>
                <a:lnTo>
                  <a:pt x="2103120" y="4907280"/>
                </a:lnTo>
                <a:close/>
                <a:moveTo>
                  <a:pt x="45720" y="5059680"/>
                </a:moveTo>
                <a:lnTo>
                  <a:pt x="502920" y="4145280"/>
                </a:lnTo>
                <a:lnTo>
                  <a:pt x="1569720" y="4145280"/>
                </a:lnTo>
                <a:lnTo>
                  <a:pt x="2026920" y="5059680"/>
                </a:lnTo>
                <a:lnTo>
                  <a:pt x="1569720" y="5974080"/>
                </a:lnTo>
                <a:lnTo>
                  <a:pt x="502920" y="5974080"/>
                </a:lnTo>
                <a:close/>
                <a:moveTo>
                  <a:pt x="45719" y="6987539"/>
                </a:moveTo>
                <a:lnTo>
                  <a:pt x="502919" y="6073140"/>
                </a:lnTo>
                <a:lnTo>
                  <a:pt x="1569719" y="6073140"/>
                </a:lnTo>
                <a:lnTo>
                  <a:pt x="2026919" y="6987539"/>
                </a:lnTo>
                <a:lnTo>
                  <a:pt x="1569719" y="7901940"/>
                </a:lnTo>
                <a:lnTo>
                  <a:pt x="502919" y="7901940"/>
                </a:lnTo>
                <a:close/>
                <a:moveTo>
                  <a:pt x="0" y="3063240"/>
                </a:moveTo>
                <a:lnTo>
                  <a:pt x="457200" y="2148840"/>
                </a:lnTo>
                <a:lnTo>
                  <a:pt x="1524000" y="2148840"/>
                </a:lnTo>
                <a:lnTo>
                  <a:pt x="1981200" y="3063240"/>
                </a:lnTo>
                <a:lnTo>
                  <a:pt x="1524000" y="3977640"/>
                </a:lnTo>
                <a:lnTo>
                  <a:pt x="457200" y="3977640"/>
                </a:lnTo>
                <a:close/>
                <a:moveTo>
                  <a:pt x="0" y="1066800"/>
                </a:moveTo>
                <a:lnTo>
                  <a:pt x="457200" y="152400"/>
                </a:lnTo>
                <a:lnTo>
                  <a:pt x="1524000" y="152400"/>
                </a:lnTo>
                <a:lnTo>
                  <a:pt x="1981200" y="1066800"/>
                </a:lnTo>
                <a:lnTo>
                  <a:pt x="1524000" y="1981200"/>
                </a:lnTo>
                <a:lnTo>
                  <a:pt x="457200" y="1981200"/>
                </a:lnTo>
                <a:close/>
              </a:path>
            </a:pathLst>
          </a:cu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6" name="Title 1"/>
          <p:cNvSpPr txBox="1">
            <a:spLocks/>
          </p:cNvSpPr>
          <p:nvPr/>
        </p:nvSpPr>
        <p:spPr>
          <a:xfrm>
            <a:off x="0" y="4038600"/>
            <a:ext cx="3886200" cy="195072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l-GR" sz="4000" b="1" dirty="0">
                <a:latin typeface="+mn-lt"/>
                <a:cs typeface="Arial" pitchFamily="34" charset="0"/>
              </a:rPr>
              <a:t>Πρόγραμμα </a:t>
            </a:r>
            <a:r>
              <a:rPr lang="el-GR" sz="4000" b="1" dirty="0" err="1">
                <a:latin typeface="+mn-lt"/>
                <a:cs typeface="Arial" pitchFamily="34" charset="0"/>
              </a:rPr>
              <a:t>Προϋπηρεσιακής</a:t>
            </a:r>
            <a:r>
              <a:rPr lang="el-GR" sz="4000" b="1" dirty="0">
                <a:latin typeface="+mn-lt"/>
                <a:cs typeface="Arial" pitchFamily="34" charset="0"/>
              </a:rPr>
              <a:t> Κατάρτισης</a:t>
            </a:r>
            <a:endParaRPr lang="en-US" sz="4000" b="1" dirty="0">
              <a:latin typeface="+mn-lt"/>
              <a:cs typeface="Arial" pitchFamily="34" charset="0"/>
            </a:endParaRPr>
          </a:p>
        </p:txBody>
      </p:sp>
      <p:pic>
        <p:nvPicPr>
          <p:cNvPr id="4" name="Picture 2" descr="http://ucy.ac.cy/proypiresiaki/images/template_img/logo_el.pn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44625" y="55306"/>
            <a:ext cx="3566156" cy="9906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5378815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8000">
              <a:schemeClr val="accent6">
                <a:lumMod val="0"/>
                <a:lumOff val="100000"/>
              </a:schemeClr>
            </a:gs>
            <a:gs pos="51000">
              <a:schemeClr val="accent6">
                <a:lumMod val="0"/>
                <a:lumOff val="100000"/>
              </a:schemeClr>
            </a:gs>
            <a:gs pos="73000">
              <a:srgbClr val="FAC090"/>
            </a:gs>
          </a:gsLst>
          <a:path path="circle">
            <a:fillToRect l="50000" t="-80000" r="50000" b="18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Freeform 23"/>
          <p:cNvSpPr/>
          <p:nvPr/>
        </p:nvSpPr>
        <p:spPr>
          <a:xfrm>
            <a:off x="3886200" y="-2956559"/>
            <a:ext cx="8686799" cy="8869680"/>
          </a:xfrm>
          <a:custGeom>
            <a:avLst/>
            <a:gdLst>
              <a:gd name="connsiteX0" fmla="*/ 6705599 w 8686799"/>
              <a:gd name="connsiteY0" fmla="*/ 6736080 h 8869680"/>
              <a:gd name="connsiteX1" fmla="*/ 7162799 w 8686799"/>
              <a:gd name="connsiteY1" fmla="*/ 5821680 h 8869680"/>
              <a:gd name="connsiteX2" fmla="*/ 8229599 w 8686799"/>
              <a:gd name="connsiteY2" fmla="*/ 5821680 h 8869680"/>
              <a:gd name="connsiteX3" fmla="*/ 8686799 w 8686799"/>
              <a:gd name="connsiteY3" fmla="*/ 6736080 h 8869680"/>
              <a:gd name="connsiteX4" fmla="*/ 8229599 w 8686799"/>
              <a:gd name="connsiteY4" fmla="*/ 7650480 h 8869680"/>
              <a:gd name="connsiteX5" fmla="*/ 7162799 w 8686799"/>
              <a:gd name="connsiteY5" fmla="*/ 7650480 h 8869680"/>
              <a:gd name="connsiteX6" fmla="*/ 6659879 w 8686799"/>
              <a:gd name="connsiteY6" fmla="*/ 2743200 h 8869680"/>
              <a:gd name="connsiteX7" fmla="*/ 7117079 w 8686799"/>
              <a:gd name="connsiteY7" fmla="*/ 1828800 h 8869680"/>
              <a:gd name="connsiteX8" fmla="*/ 8183879 w 8686799"/>
              <a:gd name="connsiteY8" fmla="*/ 1828800 h 8869680"/>
              <a:gd name="connsiteX9" fmla="*/ 8641079 w 8686799"/>
              <a:gd name="connsiteY9" fmla="*/ 2743200 h 8869680"/>
              <a:gd name="connsiteX10" fmla="*/ 8183879 w 8686799"/>
              <a:gd name="connsiteY10" fmla="*/ 3657600 h 8869680"/>
              <a:gd name="connsiteX11" fmla="*/ 7117079 w 8686799"/>
              <a:gd name="connsiteY11" fmla="*/ 3657600 h 8869680"/>
              <a:gd name="connsiteX12" fmla="*/ 6659879 w 8686799"/>
              <a:gd name="connsiteY12" fmla="*/ 4739640 h 8869680"/>
              <a:gd name="connsiteX13" fmla="*/ 7117079 w 8686799"/>
              <a:gd name="connsiteY13" fmla="*/ 3825240 h 8869680"/>
              <a:gd name="connsiteX14" fmla="*/ 8183879 w 8686799"/>
              <a:gd name="connsiteY14" fmla="*/ 3825240 h 8869680"/>
              <a:gd name="connsiteX15" fmla="*/ 8641079 w 8686799"/>
              <a:gd name="connsiteY15" fmla="*/ 4739640 h 8869680"/>
              <a:gd name="connsiteX16" fmla="*/ 8183879 w 8686799"/>
              <a:gd name="connsiteY16" fmla="*/ 5654040 h 8869680"/>
              <a:gd name="connsiteX17" fmla="*/ 7117079 w 8686799"/>
              <a:gd name="connsiteY17" fmla="*/ 5654040 h 8869680"/>
              <a:gd name="connsiteX18" fmla="*/ 5084013 w 8686799"/>
              <a:gd name="connsiteY18" fmla="*/ 7828689 h 8869680"/>
              <a:gd name="connsiteX19" fmla="*/ 5541213 w 8686799"/>
              <a:gd name="connsiteY19" fmla="*/ 6914287 h 8869680"/>
              <a:gd name="connsiteX20" fmla="*/ 6608013 w 8686799"/>
              <a:gd name="connsiteY20" fmla="*/ 6914287 h 8869680"/>
              <a:gd name="connsiteX21" fmla="*/ 7065213 w 8686799"/>
              <a:gd name="connsiteY21" fmla="*/ 7828689 h 8869680"/>
              <a:gd name="connsiteX22" fmla="*/ 6608013 w 8686799"/>
              <a:gd name="connsiteY22" fmla="*/ 8743089 h 8869680"/>
              <a:gd name="connsiteX23" fmla="*/ 5541213 w 8686799"/>
              <a:gd name="connsiteY23" fmla="*/ 8743089 h 8869680"/>
              <a:gd name="connsiteX24" fmla="*/ 5044439 w 8686799"/>
              <a:gd name="connsiteY24" fmla="*/ 5821680 h 8869680"/>
              <a:gd name="connsiteX25" fmla="*/ 5501639 w 8686799"/>
              <a:gd name="connsiteY25" fmla="*/ 4907280 h 8869680"/>
              <a:gd name="connsiteX26" fmla="*/ 6568439 w 8686799"/>
              <a:gd name="connsiteY26" fmla="*/ 4907280 h 8869680"/>
              <a:gd name="connsiteX27" fmla="*/ 7025639 w 8686799"/>
              <a:gd name="connsiteY27" fmla="*/ 5821680 h 8869680"/>
              <a:gd name="connsiteX28" fmla="*/ 6568439 w 8686799"/>
              <a:gd name="connsiteY28" fmla="*/ 6736080 h 8869680"/>
              <a:gd name="connsiteX29" fmla="*/ 5501639 w 8686799"/>
              <a:gd name="connsiteY29" fmla="*/ 6736080 h 8869680"/>
              <a:gd name="connsiteX30" fmla="*/ 4998719 w 8686799"/>
              <a:gd name="connsiteY30" fmla="*/ 1828800 h 8869680"/>
              <a:gd name="connsiteX31" fmla="*/ 5455919 w 8686799"/>
              <a:gd name="connsiteY31" fmla="*/ 914400 h 8869680"/>
              <a:gd name="connsiteX32" fmla="*/ 6522719 w 8686799"/>
              <a:gd name="connsiteY32" fmla="*/ 914400 h 8869680"/>
              <a:gd name="connsiteX33" fmla="*/ 6979919 w 8686799"/>
              <a:gd name="connsiteY33" fmla="*/ 1828800 h 8869680"/>
              <a:gd name="connsiteX34" fmla="*/ 6522719 w 8686799"/>
              <a:gd name="connsiteY34" fmla="*/ 2743200 h 8869680"/>
              <a:gd name="connsiteX35" fmla="*/ 5455919 w 8686799"/>
              <a:gd name="connsiteY35" fmla="*/ 2743200 h 8869680"/>
              <a:gd name="connsiteX36" fmla="*/ 4998719 w 8686799"/>
              <a:gd name="connsiteY36" fmla="*/ 3825240 h 8869680"/>
              <a:gd name="connsiteX37" fmla="*/ 5455919 w 8686799"/>
              <a:gd name="connsiteY37" fmla="*/ 2910840 h 8869680"/>
              <a:gd name="connsiteX38" fmla="*/ 6522719 w 8686799"/>
              <a:gd name="connsiteY38" fmla="*/ 2910840 h 8869680"/>
              <a:gd name="connsiteX39" fmla="*/ 6979919 w 8686799"/>
              <a:gd name="connsiteY39" fmla="*/ 3825240 h 8869680"/>
              <a:gd name="connsiteX40" fmla="*/ 6522719 w 8686799"/>
              <a:gd name="connsiteY40" fmla="*/ 4739640 h 8869680"/>
              <a:gd name="connsiteX41" fmla="*/ 5455919 w 8686799"/>
              <a:gd name="connsiteY41" fmla="*/ 4739640 h 8869680"/>
              <a:gd name="connsiteX42" fmla="*/ 3383280 w 8686799"/>
              <a:gd name="connsiteY42" fmla="*/ 4907280 h 8869680"/>
              <a:gd name="connsiteX43" fmla="*/ 3840480 w 8686799"/>
              <a:gd name="connsiteY43" fmla="*/ 3992880 h 8869680"/>
              <a:gd name="connsiteX44" fmla="*/ 4907279 w 8686799"/>
              <a:gd name="connsiteY44" fmla="*/ 3992880 h 8869680"/>
              <a:gd name="connsiteX45" fmla="*/ 5364479 w 8686799"/>
              <a:gd name="connsiteY45" fmla="*/ 4907280 h 8869680"/>
              <a:gd name="connsiteX46" fmla="*/ 4907279 w 8686799"/>
              <a:gd name="connsiteY46" fmla="*/ 5821680 h 8869680"/>
              <a:gd name="connsiteX47" fmla="*/ 3840480 w 8686799"/>
              <a:gd name="connsiteY47" fmla="*/ 5821680 h 8869680"/>
              <a:gd name="connsiteX48" fmla="*/ 3353291 w 8686799"/>
              <a:gd name="connsiteY48" fmla="*/ 6899541 h 8869680"/>
              <a:gd name="connsiteX49" fmla="*/ 3810491 w 8686799"/>
              <a:gd name="connsiteY49" fmla="*/ 5985141 h 8869680"/>
              <a:gd name="connsiteX50" fmla="*/ 4877291 w 8686799"/>
              <a:gd name="connsiteY50" fmla="*/ 5985141 h 8869680"/>
              <a:gd name="connsiteX51" fmla="*/ 5334491 w 8686799"/>
              <a:gd name="connsiteY51" fmla="*/ 6899541 h 8869680"/>
              <a:gd name="connsiteX52" fmla="*/ 4877291 w 8686799"/>
              <a:gd name="connsiteY52" fmla="*/ 7813941 h 8869680"/>
              <a:gd name="connsiteX53" fmla="*/ 3810491 w 8686799"/>
              <a:gd name="connsiteY53" fmla="*/ 7813941 h 8869680"/>
              <a:gd name="connsiteX54" fmla="*/ 3337560 w 8686799"/>
              <a:gd name="connsiteY54" fmla="*/ 914400 h 8869680"/>
              <a:gd name="connsiteX55" fmla="*/ 3794760 w 8686799"/>
              <a:gd name="connsiteY55" fmla="*/ 0 h 8869680"/>
              <a:gd name="connsiteX56" fmla="*/ 4861559 w 8686799"/>
              <a:gd name="connsiteY56" fmla="*/ 0 h 8869680"/>
              <a:gd name="connsiteX57" fmla="*/ 5318759 w 8686799"/>
              <a:gd name="connsiteY57" fmla="*/ 914400 h 8869680"/>
              <a:gd name="connsiteX58" fmla="*/ 4861559 w 8686799"/>
              <a:gd name="connsiteY58" fmla="*/ 1828800 h 8869680"/>
              <a:gd name="connsiteX59" fmla="*/ 3794760 w 8686799"/>
              <a:gd name="connsiteY59" fmla="*/ 1828800 h 8869680"/>
              <a:gd name="connsiteX60" fmla="*/ 3337560 w 8686799"/>
              <a:gd name="connsiteY60" fmla="*/ 2910840 h 8869680"/>
              <a:gd name="connsiteX61" fmla="*/ 3794760 w 8686799"/>
              <a:gd name="connsiteY61" fmla="*/ 1996440 h 8869680"/>
              <a:gd name="connsiteX62" fmla="*/ 4861559 w 8686799"/>
              <a:gd name="connsiteY62" fmla="*/ 1996440 h 8869680"/>
              <a:gd name="connsiteX63" fmla="*/ 5318759 w 8686799"/>
              <a:gd name="connsiteY63" fmla="*/ 2910840 h 8869680"/>
              <a:gd name="connsiteX64" fmla="*/ 4861559 w 8686799"/>
              <a:gd name="connsiteY64" fmla="*/ 3825240 h 8869680"/>
              <a:gd name="connsiteX65" fmla="*/ 3794760 w 8686799"/>
              <a:gd name="connsiteY65" fmla="*/ 3825240 h 8869680"/>
              <a:gd name="connsiteX66" fmla="*/ 1721873 w 8686799"/>
              <a:gd name="connsiteY66" fmla="*/ 7955280 h 8869680"/>
              <a:gd name="connsiteX67" fmla="*/ 2179073 w 8686799"/>
              <a:gd name="connsiteY67" fmla="*/ 7040880 h 8869680"/>
              <a:gd name="connsiteX68" fmla="*/ 3245873 w 8686799"/>
              <a:gd name="connsiteY68" fmla="*/ 7040880 h 8869680"/>
              <a:gd name="connsiteX69" fmla="*/ 3703073 w 8686799"/>
              <a:gd name="connsiteY69" fmla="*/ 7955280 h 8869680"/>
              <a:gd name="connsiteX70" fmla="*/ 3245873 w 8686799"/>
              <a:gd name="connsiteY70" fmla="*/ 8869680 h 8869680"/>
              <a:gd name="connsiteX71" fmla="*/ 2179073 w 8686799"/>
              <a:gd name="connsiteY71" fmla="*/ 8869680 h 8869680"/>
              <a:gd name="connsiteX72" fmla="*/ 1691640 w 8686799"/>
              <a:gd name="connsiteY72" fmla="*/ 5989320 h 8869680"/>
              <a:gd name="connsiteX73" fmla="*/ 2148841 w 8686799"/>
              <a:gd name="connsiteY73" fmla="*/ 5074920 h 8869680"/>
              <a:gd name="connsiteX74" fmla="*/ 3215640 w 8686799"/>
              <a:gd name="connsiteY74" fmla="*/ 5074920 h 8869680"/>
              <a:gd name="connsiteX75" fmla="*/ 3672840 w 8686799"/>
              <a:gd name="connsiteY75" fmla="*/ 5989320 h 8869680"/>
              <a:gd name="connsiteX76" fmla="*/ 3215640 w 8686799"/>
              <a:gd name="connsiteY76" fmla="*/ 6903719 h 8869680"/>
              <a:gd name="connsiteX77" fmla="*/ 2148840 w 8686799"/>
              <a:gd name="connsiteY77" fmla="*/ 6903719 h 8869680"/>
              <a:gd name="connsiteX78" fmla="*/ 1645920 w 8686799"/>
              <a:gd name="connsiteY78" fmla="*/ 1996440 h 8869680"/>
              <a:gd name="connsiteX79" fmla="*/ 2103120 w 8686799"/>
              <a:gd name="connsiteY79" fmla="*/ 1082040 h 8869680"/>
              <a:gd name="connsiteX80" fmla="*/ 3169920 w 8686799"/>
              <a:gd name="connsiteY80" fmla="*/ 1082040 h 8869680"/>
              <a:gd name="connsiteX81" fmla="*/ 3627120 w 8686799"/>
              <a:gd name="connsiteY81" fmla="*/ 1996440 h 8869680"/>
              <a:gd name="connsiteX82" fmla="*/ 3169920 w 8686799"/>
              <a:gd name="connsiteY82" fmla="*/ 2910840 h 8869680"/>
              <a:gd name="connsiteX83" fmla="*/ 2103120 w 8686799"/>
              <a:gd name="connsiteY83" fmla="*/ 2910840 h 8869680"/>
              <a:gd name="connsiteX84" fmla="*/ 1645920 w 8686799"/>
              <a:gd name="connsiteY84" fmla="*/ 3992880 h 8869680"/>
              <a:gd name="connsiteX85" fmla="*/ 2103120 w 8686799"/>
              <a:gd name="connsiteY85" fmla="*/ 3078480 h 8869680"/>
              <a:gd name="connsiteX86" fmla="*/ 3169920 w 8686799"/>
              <a:gd name="connsiteY86" fmla="*/ 3078480 h 8869680"/>
              <a:gd name="connsiteX87" fmla="*/ 3627120 w 8686799"/>
              <a:gd name="connsiteY87" fmla="*/ 3992880 h 8869680"/>
              <a:gd name="connsiteX88" fmla="*/ 3169920 w 8686799"/>
              <a:gd name="connsiteY88" fmla="*/ 4907280 h 8869680"/>
              <a:gd name="connsiteX89" fmla="*/ 2103120 w 8686799"/>
              <a:gd name="connsiteY89" fmla="*/ 4907280 h 8869680"/>
              <a:gd name="connsiteX90" fmla="*/ 45720 w 8686799"/>
              <a:gd name="connsiteY90" fmla="*/ 5059680 h 8869680"/>
              <a:gd name="connsiteX91" fmla="*/ 502920 w 8686799"/>
              <a:gd name="connsiteY91" fmla="*/ 4145280 h 8869680"/>
              <a:gd name="connsiteX92" fmla="*/ 1569720 w 8686799"/>
              <a:gd name="connsiteY92" fmla="*/ 4145280 h 8869680"/>
              <a:gd name="connsiteX93" fmla="*/ 2026920 w 8686799"/>
              <a:gd name="connsiteY93" fmla="*/ 5059680 h 8869680"/>
              <a:gd name="connsiteX94" fmla="*/ 1569720 w 8686799"/>
              <a:gd name="connsiteY94" fmla="*/ 5974080 h 8869680"/>
              <a:gd name="connsiteX95" fmla="*/ 502920 w 8686799"/>
              <a:gd name="connsiteY95" fmla="*/ 5974080 h 8869680"/>
              <a:gd name="connsiteX96" fmla="*/ 45719 w 8686799"/>
              <a:gd name="connsiteY96" fmla="*/ 6987539 h 8869680"/>
              <a:gd name="connsiteX97" fmla="*/ 502919 w 8686799"/>
              <a:gd name="connsiteY97" fmla="*/ 6073140 h 8869680"/>
              <a:gd name="connsiteX98" fmla="*/ 1569719 w 8686799"/>
              <a:gd name="connsiteY98" fmla="*/ 6073140 h 8869680"/>
              <a:gd name="connsiteX99" fmla="*/ 2026919 w 8686799"/>
              <a:gd name="connsiteY99" fmla="*/ 6987539 h 8869680"/>
              <a:gd name="connsiteX100" fmla="*/ 1569719 w 8686799"/>
              <a:gd name="connsiteY100" fmla="*/ 7901940 h 8869680"/>
              <a:gd name="connsiteX101" fmla="*/ 502919 w 8686799"/>
              <a:gd name="connsiteY101" fmla="*/ 7901940 h 8869680"/>
              <a:gd name="connsiteX102" fmla="*/ 0 w 8686799"/>
              <a:gd name="connsiteY102" fmla="*/ 3063240 h 8869680"/>
              <a:gd name="connsiteX103" fmla="*/ 457200 w 8686799"/>
              <a:gd name="connsiteY103" fmla="*/ 2148840 h 8869680"/>
              <a:gd name="connsiteX104" fmla="*/ 1524000 w 8686799"/>
              <a:gd name="connsiteY104" fmla="*/ 2148840 h 8869680"/>
              <a:gd name="connsiteX105" fmla="*/ 1981200 w 8686799"/>
              <a:gd name="connsiteY105" fmla="*/ 3063240 h 8869680"/>
              <a:gd name="connsiteX106" fmla="*/ 1524000 w 8686799"/>
              <a:gd name="connsiteY106" fmla="*/ 3977640 h 8869680"/>
              <a:gd name="connsiteX107" fmla="*/ 457200 w 8686799"/>
              <a:gd name="connsiteY107" fmla="*/ 3977640 h 8869680"/>
              <a:gd name="connsiteX108" fmla="*/ 0 w 8686799"/>
              <a:gd name="connsiteY108" fmla="*/ 1066800 h 8869680"/>
              <a:gd name="connsiteX109" fmla="*/ 457200 w 8686799"/>
              <a:gd name="connsiteY109" fmla="*/ 152400 h 8869680"/>
              <a:gd name="connsiteX110" fmla="*/ 1524000 w 8686799"/>
              <a:gd name="connsiteY110" fmla="*/ 152400 h 8869680"/>
              <a:gd name="connsiteX111" fmla="*/ 1981200 w 8686799"/>
              <a:gd name="connsiteY111" fmla="*/ 1066800 h 8869680"/>
              <a:gd name="connsiteX112" fmla="*/ 1524000 w 8686799"/>
              <a:gd name="connsiteY112" fmla="*/ 1981200 h 8869680"/>
              <a:gd name="connsiteX113" fmla="*/ 457200 w 8686799"/>
              <a:gd name="connsiteY113" fmla="*/ 1981200 h 88696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</a:cxnLst>
            <a:rect l="l" t="t" r="r" b="b"/>
            <a:pathLst>
              <a:path w="8686799" h="8869680">
                <a:moveTo>
                  <a:pt x="6705599" y="6736080"/>
                </a:moveTo>
                <a:lnTo>
                  <a:pt x="7162799" y="5821680"/>
                </a:lnTo>
                <a:lnTo>
                  <a:pt x="8229599" y="5821680"/>
                </a:lnTo>
                <a:lnTo>
                  <a:pt x="8686799" y="6736080"/>
                </a:lnTo>
                <a:lnTo>
                  <a:pt x="8229599" y="7650480"/>
                </a:lnTo>
                <a:lnTo>
                  <a:pt x="7162799" y="7650480"/>
                </a:lnTo>
                <a:close/>
                <a:moveTo>
                  <a:pt x="6659879" y="2743200"/>
                </a:moveTo>
                <a:lnTo>
                  <a:pt x="7117079" y="1828800"/>
                </a:lnTo>
                <a:lnTo>
                  <a:pt x="8183879" y="1828800"/>
                </a:lnTo>
                <a:lnTo>
                  <a:pt x="8641079" y="2743200"/>
                </a:lnTo>
                <a:lnTo>
                  <a:pt x="8183879" y="3657600"/>
                </a:lnTo>
                <a:lnTo>
                  <a:pt x="7117079" y="3657600"/>
                </a:lnTo>
                <a:close/>
                <a:moveTo>
                  <a:pt x="6659879" y="4739640"/>
                </a:moveTo>
                <a:lnTo>
                  <a:pt x="7117079" y="3825240"/>
                </a:lnTo>
                <a:lnTo>
                  <a:pt x="8183879" y="3825240"/>
                </a:lnTo>
                <a:lnTo>
                  <a:pt x="8641079" y="4739640"/>
                </a:lnTo>
                <a:lnTo>
                  <a:pt x="8183879" y="5654040"/>
                </a:lnTo>
                <a:lnTo>
                  <a:pt x="7117079" y="5654040"/>
                </a:lnTo>
                <a:close/>
                <a:moveTo>
                  <a:pt x="5084013" y="7828689"/>
                </a:moveTo>
                <a:lnTo>
                  <a:pt x="5541213" y="6914287"/>
                </a:lnTo>
                <a:lnTo>
                  <a:pt x="6608013" y="6914287"/>
                </a:lnTo>
                <a:lnTo>
                  <a:pt x="7065213" y="7828689"/>
                </a:lnTo>
                <a:lnTo>
                  <a:pt x="6608013" y="8743089"/>
                </a:lnTo>
                <a:lnTo>
                  <a:pt x="5541213" y="8743089"/>
                </a:lnTo>
                <a:close/>
                <a:moveTo>
                  <a:pt x="5044439" y="5821680"/>
                </a:moveTo>
                <a:lnTo>
                  <a:pt x="5501639" y="4907280"/>
                </a:lnTo>
                <a:lnTo>
                  <a:pt x="6568439" y="4907280"/>
                </a:lnTo>
                <a:lnTo>
                  <a:pt x="7025639" y="5821680"/>
                </a:lnTo>
                <a:lnTo>
                  <a:pt x="6568439" y="6736080"/>
                </a:lnTo>
                <a:lnTo>
                  <a:pt x="5501639" y="6736080"/>
                </a:lnTo>
                <a:close/>
                <a:moveTo>
                  <a:pt x="4998719" y="1828800"/>
                </a:moveTo>
                <a:lnTo>
                  <a:pt x="5455919" y="914400"/>
                </a:lnTo>
                <a:lnTo>
                  <a:pt x="6522719" y="914400"/>
                </a:lnTo>
                <a:lnTo>
                  <a:pt x="6979919" y="1828800"/>
                </a:lnTo>
                <a:lnTo>
                  <a:pt x="6522719" y="2743200"/>
                </a:lnTo>
                <a:lnTo>
                  <a:pt x="5455919" y="2743200"/>
                </a:lnTo>
                <a:close/>
                <a:moveTo>
                  <a:pt x="4998719" y="3825240"/>
                </a:moveTo>
                <a:lnTo>
                  <a:pt x="5455919" y="2910840"/>
                </a:lnTo>
                <a:lnTo>
                  <a:pt x="6522719" y="2910840"/>
                </a:lnTo>
                <a:lnTo>
                  <a:pt x="6979919" y="3825240"/>
                </a:lnTo>
                <a:lnTo>
                  <a:pt x="6522719" y="4739640"/>
                </a:lnTo>
                <a:lnTo>
                  <a:pt x="5455919" y="4739640"/>
                </a:lnTo>
                <a:close/>
                <a:moveTo>
                  <a:pt x="3383280" y="4907280"/>
                </a:moveTo>
                <a:lnTo>
                  <a:pt x="3840480" y="3992880"/>
                </a:lnTo>
                <a:lnTo>
                  <a:pt x="4907279" y="3992880"/>
                </a:lnTo>
                <a:lnTo>
                  <a:pt x="5364479" y="4907280"/>
                </a:lnTo>
                <a:lnTo>
                  <a:pt x="4907279" y="5821680"/>
                </a:lnTo>
                <a:lnTo>
                  <a:pt x="3840480" y="5821680"/>
                </a:lnTo>
                <a:close/>
                <a:moveTo>
                  <a:pt x="3353291" y="6899541"/>
                </a:moveTo>
                <a:lnTo>
                  <a:pt x="3810491" y="5985141"/>
                </a:lnTo>
                <a:lnTo>
                  <a:pt x="4877291" y="5985141"/>
                </a:lnTo>
                <a:lnTo>
                  <a:pt x="5334491" y="6899541"/>
                </a:lnTo>
                <a:lnTo>
                  <a:pt x="4877291" y="7813941"/>
                </a:lnTo>
                <a:lnTo>
                  <a:pt x="3810491" y="7813941"/>
                </a:lnTo>
                <a:close/>
                <a:moveTo>
                  <a:pt x="3337560" y="914400"/>
                </a:moveTo>
                <a:lnTo>
                  <a:pt x="3794760" y="0"/>
                </a:lnTo>
                <a:lnTo>
                  <a:pt x="4861559" y="0"/>
                </a:lnTo>
                <a:lnTo>
                  <a:pt x="5318759" y="914400"/>
                </a:lnTo>
                <a:lnTo>
                  <a:pt x="4861559" y="1828800"/>
                </a:lnTo>
                <a:lnTo>
                  <a:pt x="3794760" y="1828800"/>
                </a:lnTo>
                <a:close/>
                <a:moveTo>
                  <a:pt x="3337560" y="2910840"/>
                </a:moveTo>
                <a:lnTo>
                  <a:pt x="3794760" y="1996440"/>
                </a:lnTo>
                <a:lnTo>
                  <a:pt x="4861559" y="1996440"/>
                </a:lnTo>
                <a:lnTo>
                  <a:pt x="5318759" y="2910840"/>
                </a:lnTo>
                <a:lnTo>
                  <a:pt x="4861559" y="3825240"/>
                </a:lnTo>
                <a:lnTo>
                  <a:pt x="3794760" y="3825240"/>
                </a:lnTo>
                <a:close/>
                <a:moveTo>
                  <a:pt x="1721873" y="7955280"/>
                </a:moveTo>
                <a:lnTo>
                  <a:pt x="2179073" y="7040880"/>
                </a:lnTo>
                <a:lnTo>
                  <a:pt x="3245873" y="7040880"/>
                </a:lnTo>
                <a:lnTo>
                  <a:pt x="3703073" y="7955280"/>
                </a:lnTo>
                <a:lnTo>
                  <a:pt x="3245873" y="8869680"/>
                </a:lnTo>
                <a:lnTo>
                  <a:pt x="2179073" y="8869680"/>
                </a:lnTo>
                <a:close/>
                <a:moveTo>
                  <a:pt x="1691640" y="5989320"/>
                </a:moveTo>
                <a:lnTo>
                  <a:pt x="2148841" y="5074920"/>
                </a:lnTo>
                <a:lnTo>
                  <a:pt x="3215640" y="5074920"/>
                </a:lnTo>
                <a:lnTo>
                  <a:pt x="3672840" y="5989320"/>
                </a:lnTo>
                <a:lnTo>
                  <a:pt x="3215640" y="6903719"/>
                </a:lnTo>
                <a:lnTo>
                  <a:pt x="2148840" y="6903719"/>
                </a:lnTo>
                <a:close/>
                <a:moveTo>
                  <a:pt x="1645920" y="1996440"/>
                </a:moveTo>
                <a:lnTo>
                  <a:pt x="2103120" y="1082040"/>
                </a:lnTo>
                <a:lnTo>
                  <a:pt x="3169920" y="1082040"/>
                </a:lnTo>
                <a:lnTo>
                  <a:pt x="3627120" y="1996440"/>
                </a:lnTo>
                <a:lnTo>
                  <a:pt x="3169920" y="2910840"/>
                </a:lnTo>
                <a:lnTo>
                  <a:pt x="2103120" y="2910840"/>
                </a:lnTo>
                <a:close/>
                <a:moveTo>
                  <a:pt x="1645920" y="3992880"/>
                </a:moveTo>
                <a:lnTo>
                  <a:pt x="2103120" y="3078480"/>
                </a:lnTo>
                <a:lnTo>
                  <a:pt x="3169920" y="3078480"/>
                </a:lnTo>
                <a:lnTo>
                  <a:pt x="3627120" y="3992880"/>
                </a:lnTo>
                <a:lnTo>
                  <a:pt x="3169920" y="4907280"/>
                </a:lnTo>
                <a:lnTo>
                  <a:pt x="2103120" y="4907280"/>
                </a:lnTo>
                <a:close/>
                <a:moveTo>
                  <a:pt x="45720" y="5059680"/>
                </a:moveTo>
                <a:lnTo>
                  <a:pt x="502920" y="4145280"/>
                </a:lnTo>
                <a:lnTo>
                  <a:pt x="1569720" y="4145280"/>
                </a:lnTo>
                <a:lnTo>
                  <a:pt x="2026920" y="5059680"/>
                </a:lnTo>
                <a:lnTo>
                  <a:pt x="1569720" y="5974080"/>
                </a:lnTo>
                <a:lnTo>
                  <a:pt x="502920" y="5974080"/>
                </a:lnTo>
                <a:close/>
                <a:moveTo>
                  <a:pt x="45719" y="6987539"/>
                </a:moveTo>
                <a:lnTo>
                  <a:pt x="502919" y="6073140"/>
                </a:lnTo>
                <a:lnTo>
                  <a:pt x="1569719" y="6073140"/>
                </a:lnTo>
                <a:lnTo>
                  <a:pt x="2026919" y="6987539"/>
                </a:lnTo>
                <a:lnTo>
                  <a:pt x="1569719" y="7901940"/>
                </a:lnTo>
                <a:lnTo>
                  <a:pt x="502919" y="7901940"/>
                </a:lnTo>
                <a:close/>
                <a:moveTo>
                  <a:pt x="0" y="3063240"/>
                </a:moveTo>
                <a:lnTo>
                  <a:pt x="457200" y="2148840"/>
                </a:lnTo>
                <a:lnTo>
                  <a:pt x="1524000" y="2148840"/>
                </a:lnTo>
                <a:lnTo>
                  <a:pt x="1981200" y="3063240"/>
                </a:lnTo>
                <a:lnTo>
                  <a:pt x="1524000" y="3977640"/>
                </a:lnTo>
                <a:lnTo>
                  <a:pt x="457200" y="3977640"/>
                </a:lnTo>
                <a:close/>
                <a:moveTo>
                  <a:pt x="0" y="1066800"/>
                </a:moveTo>
                <a:lnTo>
                  <a:pt x="457200" y="152400"/>
                </a:lnTo>
                <a:lnTo>
                  <a:pt x="1524000" y="152400"/>
                </a:lnTo>
                <a:lnTo>
                  <a:pt x="1981200" y="1066800"/>
                </a:lnTo>
                <a:lnTo>
                  <a:pt x="1524000" y="1981200"/>
                </a:lnTo>
                <a:lnTo>
                  <a:pt x="457200" y="1981200"/>
                </a:lnTo>
                <a:close/>
              </a:path>
            </a:pathLst>
          </a:cu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6" name="Title 1"/>
          <p:cNvSpPr txBox="1">
            <a:spLocks/>
          </p:cNvSpPr>
          <p:nvPr/>
        </p:nvSpPr>
        <p:spPr>
          <a:xfrm>
            <a:off x="81454" y="5440680"/>
            <a:ext cx="8153400" cy="141732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l-GR" sz="4000" b="1" dirty="0"/>
              <a:t>ΠΡΥ036 - Διδακτική Πληροφορικής Ι</a:t>
            </a:r>
            <a:r>
              <a:rPr lang="en-US" sz="4000" b="1" dirty="0"/>
              <a:t> </a:t>
            </a:r>
          </a:p>
        </p:txBody>
      </p:sp>
      <p:pic>
        <p:nvPicPr>
          <p:cNvPr id="27" name="Picture 2" descr="http://ucy.ac.cy/proypiresiaki/images/template_img/logo_el.pn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87611" y="152400"/>
            <a:ext cx="3566156" cy="9906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0606419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/>
          <p:cNvGrpSpPr/>
          <p:nvPr/>
        </p:nvGrpSpPr>
        <p:grpSpPr>
          <a:xfrm>
            <a:off x="0" y="0"/>
            <a:ext cx="3086100" cy="6858000"/>
            <a:chOff x="0" y="0"/>
            <a:chExt cx="3086100" cy="6858000"/>
          </a:xfrm>
        </p:grpSpPr>
        <p:sp>
          <p:nvSpPr>
            <p:cNvPr id="5" name="Rectangle 4"/>
            <p:cNvSpPr/>
            <p:nvPr/>
          </p:nvSpPr>
          <p:spPr>
            <a:xfrm>
              <a:off x="0" y="0"/>
              <a:ext cx="3086100" cy="685800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" name="TextBox 6"/>
            <p:cNvSpPr txBox="1"/>
            <p:nvPr/>
          </p:nvSpPr>
          <p:spPr>
            <a:xfrm flipH="1">
              <a:off x="83820" y="1447800"/>
              <a:ext cx="2971799" cy="227754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l-GR" sz="5400" dirty="0"/>
                <a:t>01 </a:t>
              </a:r>
            </a:p>
            <a:p>
              <a:pPr lvl="0"/>
              <a:r>
                <a:rPr lang="el-GR" sz="2800" dirty="0"/>
                <a:t>Σχολιασμός Εργασίας</a:t>
              </a:r>
              <a:endParaRPr lang="en-GB" sz="2800" dirty="0"/>
            </a:p>
            <a:p>
              <a:endParaRPr lang="en-GB" sz="3200" dirty="0"/>
            </a:p>
          </p:txBody>
        </p:sp>
      </p:grpSp>
      <p:grpSp>
        <p:nvGrpSpPr>
          <p:cNvPr id="12" name="Group 11"/>
          <p:cNvGrpSpPr/>
          <p:nvPr/>
        </p:nvGrpSpPr>
        <p:grpSpPr>
          <a:xfrm>
            <a:off x="6172200" y="0"/>
            <a:ext cx="3002280" cy="6858000"/>
            <a:chOff x="6172200" y="0"/>
            <a:chExt cx="3002280" cy="6858000"/>
          </a:xfrm>
        </p:grpSpPr>
        <p:sp>
          <p:nvSpPr>
            <p:cNvPr id="6" name="Rectangle 5"/>
            <p:cNvSpPr/>
            <p:nvPr/>
          </p:nvSpPr>
          <p:spPr>
            <a:xfrm>
              <a:off x="6172200" y="0"/>
              <a:ext cx="2971800" cy="6858000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8" name="TextBox 7"/>
            <p:cNvSpPr txBox="1"/>
            <p:nvPr/>
          </p:nvSpPr>
          <p:spPr>
            <a:xfrm flipH="1">
              <a:off x="6202681" y="1447800"/>
              <a:ext cx="2971799" cy="178510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l-GR" sz="5400" dirty="0"/>
                <a:t>03 </a:t>
              </a:r>
            </a:p>
            <a:p>
              <a:pPr lvl="0"/>
              <a:r>
                <a:rPr lang="el-GR" sz="2800" dirty="0"/>
                <a:t>Ολοκληρωμένο Σχέδιο Μαθήματος</a:t>
              </a:r>
              <a:endParaRPr lang="en-GB" sz="2800" dirty="0"/>
            </a:p>
          </p:txBody>
        </p:sp>
      </p:grpSp>
      <p:grpSp>
        <p:nvGrpSpPr>
          <p:cNvPr id="11" name="Group 10"/>
          <p:cNvGrpSpPr/>
          <p:nvPr/>
        </p:nvGrpSpPr>
        <p:grpSpPr>
          <a:xfrm>
            <a:off x="3086100" y="0"/>
            <a:ext cx="3086100" cy="6858000"/>
            <a:chOff x="3086100" y="0"/>
            <a:chExt cx="3086100" cy="6858000"/>
          </a:xfrm>
        </p:grpSpPr>
        <p:sp>
          <p:nvSpPr>
            <p:cNvPr id="4" name="Rectangle 3"/>
            <p:cNvSpPr/>
            <p:nvPr/>
          </p:nvSpPr>
          <p:spPr>
            <a:xfrm>
              <a:off x="3086100" y="0"/>
              <a:ext cx="3086100" cy="6858000"/>
            </a:xfrm>
            <a:prstGeom prst="rect">
              <a:avLst/>
            </a:prstGeom>
            <a:solidFill>
              <a:srgbClr val="FAC09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9" name="TextBox 8"/>
            <p:cNvSpPr txBox="1"/>
            <p:nvPr/>
          </p:nvSpPr>
          <p:spPr>
            <a:xfrm flipH="1">
              <a:off x="3116581" y="1463039"/>
              <a:ext cx="2971799" cy="35702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l-GR" sz="5400" dirty="0"/>
                <a:t>02 </a:t>
              </a:r>
            </a:p>
            <a:p>
              <a:pPr lvl="0"/>
              <a:r>
                <a:rPr lang="el-GR" sz="2800" dirty="0"/>
                <a:t>Δημιουργία Σχέδιου Μαθήματος (κομβικές δεξιότητες)</a:t>
              </a:r>
              <a:endParaRPr lang="en-GB" sz="2800" dirty="0"/>
            </a:p>
            <a:p>
              <a:pPr lvl="0"/>
              <a:endParaRPr lang="en-GB" sz="3200" dirty="0"/>
            </a:p>
          </p:txBody>
        </p:sp>
      </p:grpSp>
    </p:spTree>
    <p:extLst>
      <p:ext uri="{BB962C8B-B14F-4D97-AF65-F5344CB8AC3E}">
        <p14:creationId xmlns:p14="http://schemas.microsoft.com/office/powerpoint/2010/main" val="35429716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lvl="0"/>
            <a:r>
              <a:rPr lang="el-GR" dirty="0"/>
              <a:t>Σχολιασμός Εργασίας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subTitle" idx="1"/>
          </p:nvPr>
        </p:nvSpPr>
        <p:spPr>
          <a:xfrm>
            <a:off x="1371600" y="362585"/>
            <a:ext cx="6400800" cy="1752600"/>
          </a:xfrm>
        </p:spPr>
        <p:txBody>
          <a:bodyPr>
            <a:normAutofit/>
          </a:bodyPr>
          <a:lstStyle/>
          <a:p>
            <a:r>
              <a:rPr lang="el-GR" sz="8000" dirty="0">
                <a:solidFill>
                  <a:schemeClr val="tx1"/>
                </a:solidFill>
              </a:rPr>
              <a:t>01</a:t>
            </a:r>
            <a:endParaRPr lang="en-GB" sz="8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377349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>
          <a:extLst>
            <a:ext uri="{FF2B5EF4-FFF2-40B4-BE49-F238E27FC236}">
              <a16:creationId xmlns:a16="http://schemas.microsoft.com/office/drawing/2014/main" id="{6C1ED027-ED22-F68C-EA90-25148B62BB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24273A5B-7671-2EE1-E332-7E5D2555E2E0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rgbClr val="FAC090"/>
          </a:solidFill>
        </p:spPr>
        <p:txBody>
          <a:bodyPr>
            <a:normAutofit/>
          </a:bodyPr>
          <a:lstStyle/>
          <a:p>
            <a:r>
              <a:rPr lang="el-GR" dirty="0"/>
              <a:t>Β.4.1.M4</a:t>
            </a:r>
            <a:r>
              <a:rPr lang="en-US" dirty="0"/>
              <a:t> </a:t>
            </a:r>
            <a:r>
              <a:rPr lang="el-GR" dirty="0"/>
              <a:t>Διαχείριση Κελιών (2)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83944B7-7223-423B-BEFA-F0D7FC8314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550863" indent="-285750">
              <a:spcBef>
                <a:spcPts val="400"/>
              </a:spcBef>
            </a:pPr>
            <a:r>
              <a:rPr lang="el-GR" sz="2400" dirty="0"/>
              <a:t>Λάθος στις </a:t>
            </a:r>
            <a:r>
              <a:rPr lang="el-GR" sz="2400" dirty="0" err="1"/>
              <a:t>προαπαιτούμενες</a:t>
            </a:r>
            <a:r>
              <a:rPr lang="el-GR" sz="2400" dirty="0"/>
              <a:t>:</a:t>
            </a:r>
          </a:p>
          <a:p>
            <a:pPr marL="950913" lvl="1">
              <a:spcBef>
                <a:spcPts val="400"/>
              </a:spcBef>
            </a:pPr>
            <a:r>
              <a:rPr lang="el-GR" sz="2000" dirty="0"/>
              <a:t>Δεν ήταν απαραίτητες: </a:t>
            </a:r>
            <a:r>
              <a:rPr lang="en-US" sz="2000" dirty="0"/>
              <a:t>Undo/Redo, Find, Replace και τα</a:t>
            </a:r>
            <a:r>
              <a:rPr lang="en-US" sz="2000" dirty="0" err="1"/>
              <a:t>ξινόμηση</a:t>
            </a:r>
            <a:endParaRPr lang="el-GR" sz="2000" dirty="0"/>
          </a:p>
          <a:p>
            <a:pPr marL="950913" lvl="1">
              <a:spcBef>
                <a:spcPts val="400"/>
              </a:spcBef>
            </a:pPr>
            <a:r>
              <a:rPr lang="el-GR" sz="2000" dirty="0"/>
              <a:t>Ήταν απαραίτητη: εναλλαγή μεταξύ φύλλων εργασίας.</a:t>
            </a:r>
          </a:p>
          <a:p>
            <a:pPr marL="550863">
              <a:spcBef>
                <a:spcPts val="400"/>
              </a:spcBef>
            </a:pPr>
            <a:r>
              <a:rPr lang="el-GR" sz="2400" dirty="0"/>
              <a:t>Λάθος σε </a:t>
            </a:r>
            <a:r>
              <a:rPr lang="el-GR" sz="2400" dirty="0" err="1"/>
              <a:t>αφόρμηση</a:t>
            </a:r>
            <a:r>
              <a:rPr lang="el-GR" sz="2400" dirty="0"/>
              <a:t>:</a:t>
            </a:r>
          </a:p>
          <a:p>
            <a:pPr marL="950913" lvl="1">
              <a:spcBef>
                <a:spcPts val="400"/>
              </a:spcBef>
            </a:pPr>
            <a:r>
              <a:rPr lang="el-GR" sz="2000" dirty="0"/>
              <a:t>Επεξήγηση του </a:t>
            </a:r>
            <a:r>
              <a:rPr lang="en-US" sz="2000" dirty="0"/>
              <a:t>Autofill: </a:t>
            </a:r>
            <a:r>
              <a:rPr lang="el-GR" sz="2000" b="1" dirty="0"/>
              <a:t>«…</a:t>
            </a:r>
            <a:r>
              <a:rPr lang="en-CY" sz="2000" b="1" dirty="0" err="1"/>
              <a:t>ότ</a:t>
            </a:r>
            <a:r>
              <a:rPr lang="en-CY" sz="2000" b="1" dirty="0"/>
              <a:t>αν το κινητό τους προβλέπει ή συμπληρώνει μια λέξη/φράση που έχουν αρχίσει να πληκτρολογούν</a:t>
            </a:r>
            <a:r>
              <a:rPr lang="el-GR" sz="2000" b="1" dirty="0"/>
              <a:t>»</a:t>
            </a:r>
          </a:p>
        </p:txBody>
      </p:sp>
      <p:pic>
        <p:nvPicPr>
          <p:cNvPr id="5" name="Picture 2" descr="http://ucy.ac.cy/proypiresiaki/images/template_img/logo_el.png">
            <a:extLst>
              <a:ext uri="{FF2B5EF4-FFF2-40B4-BE49-F238E27FC236}">
                <a16:creationId xmlns:a16="http://schemas.microsoft.com/office/drawing/2014/main" id="{74547B7D-FD10-5305-3BF8-2A3121BCD1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7086600" y="6126163"/>
            <a:ext cx="1920240" cy="5334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11168331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>
          <a:extLst>
            <a:ext uri="{FF2B5EF4-FFF2-40B4-BE49-F238E27FC236}">
              <a16:creationId xmlns:a16="http://schemas.microsoft.com/office/drawing/2014/main" id="{E6AEED31-A8D6-50DD-0B8E-3911DD087F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9A2591FF-A7F5-320B-3E98-D2982D12D89D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rgbClr val="FAC090"/>
          </a:solidFill>
        </p:spPr>
        <p:txBody>
          <a:bodyPr>
            <a:normAutofit/>
          </a:bodyPr>
          <a:lstStyle/>
          <a:p>
            <a:r>
              <a:rPr lang="el-GR" dirty="0"/>
              <a:t>Β.4.2.Μ4</a:t>
            </a:r>
            <a:r>
              <a:rPr lang="en-US" dirty="0"/>
              <a:t> </a:t>
            </a:r>
            <a:r>
              <a:rPr lang="el-GR" dirty="0"/>
              <a:t>Κείμενο - Λίστες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99BF11EF-96D0-AA84-885D-E27E3146B7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550863" indent="-285750">
              <a:spcBef>
                <a:spcPts val="400"/>
              </a:spcBef>
            </a:pPr>
            <a:r>
              <a:rPr lang="el-GR" sz="2400" dirty="0"/>
              <a:t>Δείκτες επιτυχίας και επάρκειας</a:t>
            </a:r>
          </a:p>
          <a:p>
            <a:pPr marL="950913" lvl="1">
              <a:spcBef>
                <a:spcPts val="400"/>
              </a:spcBef>
            </a:pPr>
            <a:r>
              <a:rPr lang="el-GR" sz="2000" dirty="0"/>
              <a:t>Λάθη στον κύριο δείκτη επιτυχίας όσο και στους επιμέρους. (Χρησιμοποιούν μια εφαρμογή παρουσιάσεων για διαχειρίζονται γραφικά αντικείμενα, γραφικά κείμενα και αντικείμενα σχεδίασης)</a:t>
            </a:r>
          </a:p>
          <a:p>
            <a:pPr marL="550863" indent="-285750">
              <a:spcBef>
                <a:spcPts val="400"/>
              </a:spcBef>
            </a:pPr>
            <a:r>
              <a:rPr lang="el-GR" sz="2400" dirty="0"/>
              <a:t>Λάθος στις </a:t>
            </a:r>
            <a:r>
              <a:rPr lang="el-GR" sz="2400" dirty="0" err="1"/>
              <a:t>προαπαιτούμενες</a:t>
            </a:r>
            <a:r>
              <a:rPr lang="el-GR" sz="2400" dirty="0"/>
              <a:t>:</a:t>
            </a:r>
          </a:p>
          <a:p>
            <a:pPr marL="950913" lvl="1">
              <a:spcBef>
                <a:spcPts val="400"/>
              </a:spcBef>
            </a:pPr>
            <a:r>
              <a:rPr lang="el-GR" sz="2000" dirty="0"/>
              <a:t>Δείκτες επιτυχίας μπήκαν ως </a:t>
            </a:r>
            <a:r>
              <a:rPr lang="el-GR" sz="2000" dirty="0" err="1"/>
              <a:t>προαπαιτούμενες</a:t>
            </a:r>
            <a:endParaRPr lang="el-GR" sz="2000" dirty="0"/>
          </a:p>
          <a:p>
            <a:pPr marL="950913" lvl="1">
              <a:spcBef>
                <a:spcPts val="400"/>
              </a:spcBef>
            </a:pPr>
            <a:r>
              <a:rPr lang="el-GR" sz="2000" dirty="0"/>
              <a:t>απουσιάζουν σημαντικές προηγούμενες γνώσεις που απαιτούνται από το φύλλο εργασίας, όπως η εφαρμογή στοίχισης κειμένου και η προσθήκη/αφαίρεση κουκκίδων και αρίθμησης.</a:t>
            </a:r>
          </a:p>
          <a:p>
            <a:pPr marL="550863">
              <a:spcBef>
                <a:spcPts val="400"/>
              </a:spcBef>
            </a:pPr>
            <a:r>
              <a:rPr lang="el-GR" sz="2400" dirty="0"/>
              <a:t>Λάθος σε </a:t>
            </a:r>
            <a:r>
              <a:rPr lang="el-GR" sz="2400" dirty="0" err="1"/>
              <a:t>αφόρμηση</a:t>
            </a:r>
            <a:r>
              <a:rPr lang="el-GR" sz="2400" dirty="0"/>
              <a:t>:</a:t>
            </a:r>
          </a:p>
          <a:p>
            <a:pPr marL="950913" lvl="1">
              <a:spcBef>
                <a:spcPts val="400"/>
              </a:spcBef>
            </a:pPr>
            <a:r>
              <a:rPr lang="el-GR" sz="2000" dirty="0"/>
              <a:t>Δεν γινόταν αναφορά στην υπερσύνδεση (</a:t>
            </a:r>
            <a:r>
              <a:rPr lang="en-US" sz="2000" dirty="0"/>
              <a:t>hyperlink)</a:t>
            </a:r>
            <a:endParaRPr lang="el-GR" sz="2000" dirty="0"/>
          </a:p>
        </p:txBody>
      </p:sp>
      <p:pic>
        <p:nvPicPr>
          <p:cNvPr id="5" name="Picture 2" descr="http://ucy.ac.cy/proypiresiaki/images/template_img/logo_el.png">
            <a:extLst>
              <a:ext uri="{FF2B5EF4-FFF2-40B4-BE49-F238E27FC236}">
                <a16:creationId xmlns:a16="http://schemas.microsoft.com/office/drawing/2014/main" id="{C4CB6235-D5DF-5DC6-8887-74E37A6126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7086600" y="6126163"/>
            <a:ext cx="1920240" cy="5334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31132534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>
          <a:extLst>
            <a:ext uri="{FF2B5EF4-FFF2-40B4-BE49-F238E27FC236}">
              <a16:creationId xmlns:a16="http://schemas.microsoft.com/office/drawing/2014/main" id="{5FD167BB-99EE-194D-0FF0-3BBABCDEFA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BAA8381B-2583-3615-3F30-7BF644D508B9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rgbClr val="FAC090"/>
          </a:solidFill>
        </p:spPr>
        <p:txBody>
          <a:bodyPr>
            <a:normAutofit/>
          </a:bodyPr>
          <a:lstStyle/>
          <a:p>
            <a:r>
              <a:rPr lang="el-GR" dirty="0"/>
              <a:t>Β.4.2.Μ6</a:t>
            </a:r>
            <a:r>
              <a:rPr lang="en-US" dirty="0"/>
              <a:t> </a:t>
            </a:r>
            <a:r>
              <a:rPr lang="el-GR" dirty="0"/>
              <a:t>Γραφήματα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5780A846-749B-1A8D-083D-05AAA268CF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550863" indent="-285750">
              <a:spcBef>
                <a:spcPts val="400"/>
              </a:spcBef>
            </a:pPr>
            <a:r>
              <a:rPr lang="el-GR" sz="2400" dirty="0"/>
              <a:t>Δείκτες επιτυχίας και επάρκειας</a:t>
            </a:r>
          </a:p>
          <a:p>
            <a:pPr marL="950913" lvl="1">
              <a:spcBef>
                <a:spcPts val="400"/>
              </a:spcBef>
            </a:pPr>
            <a:r>
              <a:rPr lang="el-GR" sz="2000" dirty="0"/>
              <a:t>Σύγχυση με αντίστοιχο μάθημα της </a:t>
            </a:r>
            <a:r>
              <a:rPr lang="en-US" sz="2000" dirty="0"/>
              <a:t>Excel</a:t>
            </a:r>
            <a:endParaRPr lang="el-GR" sz="2000" dirty="0"/>
          </a:p>
          <a:p>
            <a:pPr marL="550863" indent="-285750">
              <a:spcBef>
                <a:spcPts val="400"/>
              </a:spcBef>
            </a:pPr>
            <a:r>
              <a:rPr lang="el-GR" sz="2400" dirty="0"/>
              <a:t>Λάθος στις </a:t>
            </a:r>
            <a:r>
              <a:rPr lang="el-GR" sz="2400" dirty="0" err="1"/>
              <a:t>προαπαιτούμενες</a:t>
            </a:r>
            <a:r>
              <a:rPr lang="el-GR" sz="2400" dirty="0"/>
              <a:t>:</a:t>
            </a:r>
          </a:p>
          <a:p>
            <a:pPr marL="950913" lvl="1">
              <a:spcBef>
                <a:spcPts val="400"/>
              </a:spcBef>
            </a:pPr>
            <a:r>
              <a:rPr lang="el-GR" sz="2000" dirty="0"/>
              <a:t>Ήταν </a:t>
            </a:r>
            <a:r>
              <a:rPr lang="el-GR" sz="2000" dirty="0" err="1"/>
              <a:t>προαπαιτούμενη</a:t>
            </a:r>
            <a:r>
              <a:rPr lang="el-GR" sz="2000" dirty="0"/>
              <a:t>: Μετακίνηση σε γραφημάτων.</a:t>
            </a:r>
          </a:p>
        </p:txBody>
      </p:sp>
      <p:pic>
        <p:nvPicPr>
          <p:cNvPr id="5" name="Picture 2" descr="http://ucy.ac.cy/proypiresiaki/images/template_img/logo_el.png">
            <a:extLst>
              <a:ext uri="{FF2B5EF4-FFF2-40B4-BE49-F238E27FC236}">
                <a16:creationId xmlns:a16="http://schemas.microsoft.com/office/drawing/2014/main" id="{18D21919-77BE-DF40-1086-21AF86E3CB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7086600" y="6126163"/>
            <a:ext cx="1920240" cy="5334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405121184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>
          <a:extLst>
            <a:ext uri="{FF2B5EF4-FFF2-40B4-BE49-F238E27FC236}">
              <a16:creationId xmlns:a16="http://schemas.microsoft.com/office/drawing/2014/main" id="{CB87907F-175D-C7D3-70BB-D72743F60A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CA24D3BA-1294-754A-BE7B-B0D149251589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rgbClr val="FAC090"/>
          </a:solidFill>
        </p:spPr>
        <p:txBody>
          <a:bodyPr>
            <a:normAutofit fontScale="90000"/>
          </a:bodyPr>
          <a:lstStyle/>
          <a:p>
            <a:r>
              <a:rPr lang="el-GR" dirty="0"/>
              <a:t>Γ.6.M15 </a:t>
            </a:r>
            <a:br>
              <a:rPr lang="el-GR" dirty="0"/>
            </a:br>
            <a:r>
              <a:rPr lang="el-GR" dirty="0"/>
              <a:t>Επιπρόσθετα Κριτήρια Ερωτημάτων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6DC1F3D4-0BF6-789E-89F2-D548A9747B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550863" indent="-285750">
              <a:spcBef>
                <a:spcPts val="400"/>
              </a:spcBef>
            </a:pPr>
            <a:r>
              <a:rPr lang="el-GR" sz="2400" dirty="0"/>
              <a:t>Λάθος στις </a:t>
            </a:r>
            <a:r>
              <a:rPr lang="el-GR" sz="2400" dirty="0" err="1"/>
              <a:t>προαπαιτούμενες</a:t>
            </a:r>
            <a:r>
              <a:rPr lang="el-GR" sz="2400" dirty="0"/>
              <a:t>:</a:t>
            </a:r>
          </a:p>
          <a:p>
            <a:pPr marL="950913" lvl="1">
              <a:spcBef>
                <a:spcPts val="400"/>
              </a:spcBef>
            </a:pPr>
            <a:r>
              <a:rPr lang="el-GR" sz="2000" dirty="0"/>
              <a:t>ο δείκτης που αφορά τη δημιουργία νέας βάσης δεδομένων, δεν είναι αναγκαίος για το συγκεκριμένο μάθημα, αφού στο φύλλο εργασίας οι μαθητές εργάζονται σε ήδη υπάρχουσα βάση δεδομένων.</a:t>
            </a:r>
          </a:p>
          <a:p>
            <a:pPr marL="550863">
              <a:spcBef>
                <a:spcPts val="400"/>
              </a:spcBef>
            </a:pPr>
            <a:r>
              <a:rPr lang="el-GR" sz="2400" dirty="0" err="1"/>
              <a:t>Αφόρμηση</a:t>
            </a:r>
            <a:endParaRPr lang="el-GR" sz="2400" dirty="0"/>
          </a:p>
          <a:p>
            <a:pPr marL="207963" indent="0">
              <a:spcBef>
                <a:spcPts val="400"/>
              </a:spcBef>
              <a:buNone/>
            </a:pPr>
            <a:r>
              <a:rPr lang="el-GR" sz="2400" dirty="0"/>
              <a:t>Ακολούθως στην εισαγωγή παρουσιάζεται στους μαθητές ένα μικρό σενάριο: τους ζητά να βρουν ένα μέλος στη βάση δεδομένων YouthCentre.accdb, αλλά γνωρίζουν μόνο ένα μέρος του επωνύμου του. Οι μαθητές καλούνται να προτείνουν τρόπους αναζήτησης και μέσα από το παράδειγμα </a:t>
            </a:r>
            <a:r>
              <a:rPr lang="el-GR" sz="2400" dirty="0" err="1"/>
              <a:t>Like</a:t>
            </a:r>
            <a:r>
              <a:rPr lang="el-GR" sz="2400" dirty="0"/>
              <a:t> "Αν*", παρατηρούν πώς μπορεί να χρησιμοποιηθεί το * για πιο ευέλικτη αναζήτηση.</a:t>
            </a:r>
          </a:p>
          <a:p>
            <a:pPr marL="207963" indent="0">
              <a:spcBef>
                <a:spcPts val="400"/>
              </a:spcBef>
              <a:buNone/>
            </a:pPr>
            <a:endParaRPr lang="el-GR" sz="2400" dirty="0"/>
          </a:p>
        </p:txBody>
      </p:sp>
      <p:pic>
        <p:nvPicPr>
          <p:cNvPr id="5" name="Picture 2" descr="http://ucy.ac.cy/proypiresiaki/images/template_img/logo_el.png">
            <a:extLst>
              <a:ext uri="{FF2B5EF4-FFF2-40B4-BE49-F238E27FC236}">
                <a16:creationId xmlns:a16="http://schemas.microsoft.com/office/drawing/2014/main" id="{67EA1DBB-CD49-3C8B-D8EA-71B37DEAD1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7086600" y="6126163"/>
            <a:ext cx="1920240" cy="5334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00410384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>
          <a:extLst>
            <a:ext uri="{FF2B5EF4-FFF2-40B4-BE49-F238E27FC236}">
              <a16:creationId xmlns:a16="http://schemas.microsoft.com/office/drawing/2014/main" id="{055C64DF-2D07-ED00-34B5-48C03573CA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2E559F85-7781-FB62-F93E-002C4C64A21A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rgbClr val="FAC090"/>
          </a:solidFill>
        </p:spPr>
        <p:txBody>
          <a:bodyPr>
            <a:normAutofit/>
          </a:bodyPr>
          <a:lstStyle/>
          <a:p>
            <a:r>
              <a:rPr lang="el-GR" dirty="0"/>
              <a:t>A.4.Μ6 Πολυμέσα - Εικόνα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F04668C7-2787-5FF4-DFAA-BF65936313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550863" indent="-285750">
              <a:spcBef>
                <a:spcPts val="400"/>
              </a:spcBef>
            </a:pPr>
            <a:r>
              <a:rPr lang="el-GR" sz="2400" dirty="0"/>
              <a:t>Λάθος στις </a:t>
            </a:r>
            <a:r>
              <a:rPr lang="el-GR" sz="2400" dirty="0" err="1"/>
              <a:t>προαπαιτούμενες</a:t>
            </a:r>
            <a:r>
              <a:rPr lang="el-GR" sz="2400" dirty="0"/>
              <a:t>:</a:t>
            </a:r>
          </a:p>
          <a:p>
            <a:pPr marL="950913" lvl="1">
              <a:spcBef>
                <a:spcPts val="400"/>
              </a:spcBef>
            </a:pPr>
            <a:r>
              <a:rPr lang="el-GR" sz="2000" dirty="0"/>
              <a:t>Δεν ήταν </a:t>
            </a:r>
            <a:r>
              <a:rPr lang="el-GR" sz="2000" dirty="0" err="1"/>
              <a:t>προαπαιτούμενες</a:t>
            </a:r>
            <a:r>
              <a:rPr lang="el-GR" sz="2000" dirty="0"/>
              <a:t>:</a:t>
            </a:r>
          </a:p>
          <a:p>
            <a:pPr marL="1350963" lvl="2">
              <a:spcBef>
                <a:spcPts val="400"/>
              </a:spcBef>
            </a:pPr>
            <a:r>
              <a:rPr lang="el-GR" sz="1600" dirty="0"/>
              <a:t>Εξαγωγή</a:t>
            </a:r>
          </a:p>
          <a:p>
            <a:pPr marL="1350963" lvl="2">
              <a:spcBef>
                <a:spcPts val="400"/>
              </a:spcBef>
            </a:pPr>
            <a:r>
              <a:rPr lang="el-GR" sz="1600" dirty="0"/>
              <a:t>Δημιουργία νέας εικόνας </a:t>
            </a:r>
          </a:p>
          <a:p>
            <a:pPr marL="207963" indent="0">
              <a:spcBef>
                <a:spcPts val="400"/>
              </a:spcBef>
              <a:buNone/>
            </a:pPr>
            <a:endParaRPr lang="el-GR" sz="2400" dirty="0"/>
          </a:p>
        </p:txBody>
      </p:sp>
      <p:pic>
        <p:nvPicPr>
          <p:cNvPr id="5" name="Picture 2" descr="http://ucy.ac.cy/proypiresiaki/images/template_img/logo_el.png">
            <a:extLst>
              <a:ext uri="{FF2B5EF4-FFF2-40B4-BE49-F238E27FC236}">
                <a16:creationId xmlns:a16="http://schemas.microsoft.com/office/drawing/2014/main" id="{E9390B50-C297-FF19-D48A-6913A1FC20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7086600" y="6126163"/>
            <a:ext cx="1920240" cy="5334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84547966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3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4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5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4439</TotalTime>
  <Words>328</Words>
  <Application>Microsoft Office PowerPoint</Application>
  <PresentationFormat>On-screen Show (4:3)</PresentationFormat>
  <Paragraphs>44</Paragraphs>
  <Slides>9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Σχολιασμός Εργασίας</vt:lpstr>
      <vt:lpstr>Β.4.1.M4 Διαχείριση Κελιών (2)</vt:lpstr>
      <vt:lpstr>Β.4.2.Μ4 Κείμενο - Λίστες</vt:lpstr>
      <vt:lpstr>Β.4.2.Μ6 Γραφήματα</vt:lpstr>
      <vt:lpstr>Γ.6.M15  Επιπρόσθετα Κριτήρια Ερωτημάτων</vt:lpstr>
      <vt:lpstr>A.4.Μ6 Πολυμέσα - Εικόνα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User</dc:creator>
  <cp:lastModifiedBy>Άριστος Αρέστη</cp:lastModifiedBy>
  <cp:revision>126</cp:revision>
  <dcterms:created xsi:type="dcterms:W3CDTF">2015-09-15T19:28:21Z</dcterms:created>
  <dcterms:modified xsi:type="dcterms:W3CDTF">2026-10-18T18:31:07Z</dcterms:modified>
</cp:coreProperties>
</file>