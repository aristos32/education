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09T18:42:06.014" v="1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09T18:42:02.305" v="0" actId="47"/>
        <pc:sldMkLst>
          <pc:docMk/>
          <pc:sldMk cId="3815878654" sldId="262"/>
        </pc:sldMkLst>
      </pc:sldChg>
      <pc:sldChg chg="del">
        <pc:chgData name="Άριστος Αρέστη" userId="813aa191-2d4c-464f-9d05-0a7e494d859f" providerId="ADAL" clId="{49C7B61D-1ACF-4AFF-A04E-A3B433E32474}" dt="2026-10-09T18:42:06.014" v="1" actId="47"/>
        <pc:sldMkLst>
          <pc:docMk/>
          <pc:sldMk cId="608684808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09-Oct-26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Επεξεργασία Αριθμητικών Δεδομένων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και Αναφορές Κελιών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9E3819-F191-45FC-9618-EB20CC32F245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Σχετική αναφορά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83E7A6-1C44-4713-B3BE-AA6DCD355D15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Η αναφορά αλλάζει όταν αντιγράφουμε τον τύπο.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61153-3BB9-471C-A740-0B059971C935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Παράδειγμα: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Στο D6: =B6*C6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Αντιγραφή μία γραμμή κάτω: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Στο D7: =B7*C7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652E0-8919-4828-91EB-C003AA411BF3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Αλλάζει η γραμμή ή η στήλη ανάλογα με τη νέα θέση.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575A4F-89ED-4D12-BF11-6AD257BD92CB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=B6*C6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=B7*C7</a:t>
            </a:r>
          </a:p>
        </p:txBody>
      </p:sp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3A8EB9-137A-4D7A-9C30-DEEAC15CFA60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Απόλυτη αναφορά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C37A4F-9FA3-4A32-A74B-E1601DE172AE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Το σύμβολο $ κλειδώνει τη γραμμή και τη στήλη.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7105E0-C8CB-4076-B061-2AB360B4C487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Παράδειγμα: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=B6*$B$3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Κατά την αντιγραφή αλλάζει το B6, αλλά το $B$3 παραμένει σταθερό.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68C9A-9B33-40A5-BF18-20A10870189D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B6  αλλάζει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$B$3  σταθερό</a:t>
            </a:r>
          </a:p>
        </p:txBody>
      </p:sp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F87606-7CF0-4F12-BFF8-475CC52E841D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Μεικτή αναφορά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0B5400-41B7-4ED0-86C9-17CF4C6F68CB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Κλείδωμα στήλης: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$B3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Κλείδωμα γραμμής: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B$3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Χρησιμοποιείται όταν θέλουμε να παραμένει σταθερό μόνο ένα μέρος της αναφοράς.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61813-7758-42C3-8AFD-476BD1BCFE54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$B3</a:t>
            </a:r>
          </a:p>
          <a:p>
            <a:endParaRPr sz="2250" b="1">
              <a:solidFill>
                <a:srgbClr val="D84B00"/>
              </a:solidFill>
              <a:latin typeface="Arial"/>
              <a:ea typeface="Arial"/>
              <a:cs typeface="Arial"/>
            </a:endParaRP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B$3</a:t>
            </a:r>
          </a:p>
        </p:txBody>
      </p:sp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813C47-134A-4AAF-9D56-BB2C4E5837C9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Γρήγορη αλλαγή αναφοράς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6E7345-B10E-4388-927C-48635D11E06E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την αναφορά μέσα στον τύπο.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Πατάμε F4.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Κάθε πάτημα αλλάζει τη μορφή: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B3, $B$3, B$3, $B3.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963310-7F02-4BF1-A928-40BB7D13F667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Σε φορητό υπολογιστή μπορεί να χρειάζεται Fn + F4.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31601" y="1571625"/>
            <a:ext cx="365329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E72980-4AD9-4CB4-9CB5-A303B9256751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Επιλογή σωστής αναφοράς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EA923-2D9D-4087-9097-D9FCFF356955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Σχετική: όταν κάθε γραμμή χρησιμοποιεί τα δικά της δεδομένα.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Απόλυτη: όταν όλοι οι τύποι χρησιμοποιούν ένα σταθερό κελί, όπως ποσοστό ΦΠΑ.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Μεικτή: όταν κλειδώνουμε μόνο γραμμή ή μόνο στήλη.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8B5738-ADA9-46D8-803D-E2CCE1C2E306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Σχετική  B6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Απόλυτη  $B$3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Μεικτή  B$3 ή $B3</a:t>
            </a:r>
          </a:p>
        </p:txBody>
      </p:sp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DocSecurity>0</DocSecurity>
  <PresentationFormat>Widescreen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Επεξεργασία Αριθμητικών Δεδομένων και Αναφορές Κελιών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2026-09-12T06:34:08Z</dcterms:created>
  <dcterms:modified xsi:type="dcterms:W3CDTF">2026-10-09T18:42:09Z</dcterms:modified>
</cp:coreProperties>
</file>