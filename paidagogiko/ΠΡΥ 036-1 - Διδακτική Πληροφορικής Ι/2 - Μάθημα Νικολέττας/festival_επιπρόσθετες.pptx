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75" d="100"/>
          <a:sy n="75" d="100"/>
        </p:scale>
        <p:origin x="2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Έσοδα (€)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Καντίνα</c:v>
                </c:pt>
                <c:pt idx="1">
                  <c:v>Λαχειοφόρος</c:v>
                </c:pt>
                <c:pt idx="2">
                  <c:v>Παιχνίδια</c:v>
                </c:pt>
                <c:pt idx="3">
                  <c:v>Συναυλία</c:v>
                </c:pt>
                <c:pt idx="4">
                  <c:v>Εργαστήρια</c:v>
                </c:pt>
                <c:pt idx="5">
                  <c:v>Δωρεές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420</c:v>
                </c:pt>
                <c:pt idx="1">
                  <c:v>260</c:v>
                </c:pt>
                <c:pt idx="2">
                  <c:v>310</c:v>
                </c:pt>
                <c:pt idx="3">
                  <c:v>520</c:v>
                </c:pt>
                <c:pt idx="4">
                  <c:v>180</c:v>
                </c:pt>
                <c:pt idx="5">
                  <c:v>390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34-49C4-8C82-E62D88003B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05139247"/>
        <c:axId val="1205133487"/>
      </c:barChart>
      <c:catAx>
        <c:axId val="12051392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133487"/>
        <c:crosses val="autoZero"/>
        <c:auto val="1"/>
        <c:lblAlgn val="ctr"/>
        <c:lblOffset val="100"/>
        <c:noMultiLvlLbl val="0"/>
      </c:catAx>
      <c:valAx>
        <c:axId val="1205133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51392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Επισκέπτες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Sheet1!$A$2:$A$8</c:f>
              <c:numCache>
                <c:formatCode>h:mm</c:formatCode>
                <c:ptCount val="7"/>
                <c:pt idx="0">
                  <c:v>0.41666666666666669</c:v>
                </c:pt>
                <c:pt idx="1">
                  <c:v>0.45833333333333331</c:v>
                </c:pt>
                <c:pt idx="2">
                  <c:v>0.5</c:v>
                </c:pt>
                <c:pt idx="3">
                  <c:v>0.54166666666666663</c:v>
                </c:pt>
                <c:pt idx="4">
                  <c:v>0.58333333333333337</c:v>
                </c:pt>
                <c:pt idx="5">
                  <c:v>0.625</c:v>
                </c:pt>
                <c:pt idx="6">
                  <c:v>0.66666666666666663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65</c:v>
                </c:pt>
                <c:pt idx="2">
                  <c:v>90</c:v>
                </c:pt>
                <c:pt idx="3">
                  <c:v>110</c:v>
                </c:pt>
                <c:pt idx="4">
                  <c:v>95</c:v>
                </c:pt>
                <c:pt idx="5">
                  <c:v>120</c:v>
                </c:pt>
                <c:pt idx="6">
                  <c:v>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9-4213-A9D2-C372F5F8C0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92443983"/>
        <c:axId val="1092439663"/>
      </c:lineChart>
      <c:catAx>
        <c:axId val="1092443983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2439663"/>
        <c:crosses val="autoZero"/>
        <c:auto val="1"/>
        <c:lblAlgn val="ctr"/>
        <c:lblOffset val="100"/>
        <c:noMultiLvlLbl val="0"/>
      </c:catAx>
      <c:valAx>
        <c:axId val="109243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24439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Κατανομή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01-4124-B184-A2AA0C6FF69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201-4124-B184-A2AA0C6FF69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201-4124-B184-A2AA0C6FF69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201-4124-B184-A2AA0C6FF69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201-4124-B184-A2AA0C6FF695}"/>
              </c:ext>
            </c:extLst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Φιλανθρωπία</c:v>
                </c:pt>
                <c:pt idx="1">
                  <c:v>Υλικά/Οργάνωση</c:v>
                </c:pt>
                <c:pt idx="2">
                  <c:v>Ήχος/Σκηνή</c:v>
                </c:pt>
                <c:pt idx="3">
                  <c:v>Ασφάλεια</c:v>
                </c:pt>
                <c:pt idx="4">
                  <c:v>Αποθεματικό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36-4B31-A81B-D6D0EF4D86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4C9C8B-9F45-4432-ADC9-D314CF39053F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B5D70A-FADD-4CA0-A260-5322E54541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889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48EA1-A2A2-AC12-5997-4B963D3113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91FE2F-45E2-CBA6-51B0-208FA6A924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225C5-9688-A41C-BF28-5AF2100D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C8648-A280-27FB-8A76-22BD5075C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368B4-113B-433B-1C90-3C14B8E5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320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C1BBB-67D3-F8DC-6CEC-A46AB44D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5B97B-D986-1BFE-6CAA-3A25DBE2D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38487-5557-77FA-0541-1762C0B3F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22ECB-3729-6B0E-F18D-D1795205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70B18-858C-486F-8B8B-C2B369F84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57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015E-C3C2-F953-2F8D-F63A365AF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8A0B6-4F02-1072-60B4-235AD8145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6DE9C-0A12-7EBB-E2BA-E86D4C77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63A8C-871D-5804-C2DC-A7042C4AB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D84FB-6C7F-7DEE-CD2B-63C36C635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329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4D13-0B04-6B8A-1B5C-F9CB42A40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521FD-2CC7-E532-8E16-E024D5052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D7305-CAC8-F40B-1552-0779146EF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55698-37B0-5AF7-11C4-E01E19F5D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88A59D-1624-C990-672E-6AC7A958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CD76E-9567-86AB-C0CB-793AEA62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47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4915-9F49-4688-63F6-62DD25B0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A8477-D676-DF40-E9CF-92217402F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79EEC9-A7CC-76B3-8274-69319397D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AF28B-D15A-387D-F38A-936FE85A9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2FC58-3570-71FF-1DC5-530FBE6D6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02D0A0-49D2-482B-18E1-C8D5B1EAA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BD99BE-040F-6906-D002-2C06CBEE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F26B5-297C-9292-3F20-1E880FD1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909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C7E61-7831-152D-E50F-D7CBEEF84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4A3A4-DDFD-A19B-4783-121EDB31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F7636-4CB7-54A5-E7C2-74F79869B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F7881-2435-F7C3-CCD9-DFDADDE5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86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587230-7E27-D88F-15FB-0D9F3C0F6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6F4797-B562-D039-7A20-DA1295C15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5E0DF-FC95-7F84-FDA2-597092AC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031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9970-E0F5-CA83-050D-2DD1AB4F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70DDF-7B30-F3BF-2A5B-18D9B6A2D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739A0-8FCF-B8E5-69EF-74E6E7211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89E41-2720-5E75-9EF0-DF8EF37C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985E9-AFF8-5B8B-3FF9-559728F5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2B0823-CA2B-617F-1EF3-D4917C29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14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6B838-F0A8-F552-01C5-B194BC611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3948DA-9A8C-B14B-BE7A-7D3F7C83C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40F71-1891-D3A3-1D6C-6F5D689799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F83BA-C0A6-FCD3-9686-C358E9D7B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8BF1E-1B51-EB95-7EB4-1912CF31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AB51D-232D-25BB-D40F-74F41A3B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014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53FD9-7A41-F334-8E20-54F1E1B5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BE66E7-B8C4-5C61-E956-E291493BB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7E13-8BBB-84E7-2B36-86743BAA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A607F-60BE-F863-A992-628B86F41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8C01-B31C-DF37-3486-2F6C6723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531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2ACC71-A6A6-5A06-35FA-720516839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97331-8BDB-A4D3-04B5-0CF3591BA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0FF0C-D9E7-69C4-EB30-E31569C5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95C77-3B8B-97FF-48EB-C047599B3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5E1C5-EB54-1DAF-7B5E-44EE8888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69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513BE-019C-EF40-BF9F-FEABDBE3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B7855-F74C-C345-2DAB-30C40AEA0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AE459-E9CE-A0EB-2343-2E26FBA73E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E11746-DD0D-4C23-A2E5-ED553A2A2548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DB929-FBE1-EDD9-77CD-6946F9E0C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477F29-8C67-130D-882A-F38E7946A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EECAF-1D2B-4218-BF41-2EB81435FA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285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0981D-9A4F-5801-B303-28FB94AE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796" y="183510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l-GR" sz="6600" b="1" dirty="0"/>
              <a:t>ΦΕΣΤΙΒΑΛ ΑΛΛΗΛΕΓΓΥΗΣ</a:t>
            </a:r>
            <a:endParaRPr lang="en-GB" sz="6600" b="1" dirty="0"/>
          </a:p>
        </p:txBody>
      </p:sp>
    </p:spTree>
    <p:extLst>
      <p:ext uri="{BB962C8B-B14F-4D97-AF65-F5344CB8AC3E}">
        <p14:creationId xmlns:p14="http://schemas.microsoft.com/office/powerpoint/2010/main" val="1355581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5572C-89C0-734F-2A5A-456044F7F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Έσοδ</a:t>
            </a:r>
            <a:r>
              <a:rPr lang="en-US" sz="6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α ανά δραστηριότητα</a:t>
            </a:r>
            <a:endParaRPr lang="en-GB" sz="6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94DE6D-C362-7744-4D7F-B8A7005428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80161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2">
            <a:extLst>
              <a:ext uri="{FF2B5EF4-FFF2-40B4-BE49-F238E27FC236}">
                <a16:creationId xmlns:a16="http://schemas.microsoft.com/office/drawing/2014/main" id="{29781481-9BC6-AFBF-886C-6DC976A68DBB}"/>
              </a:ext>
            </a:extLst>
          </p:cNvPr>
          <p:cNvSpPr/>
          <p:nvPr/>
        </p:nvSpPr>
        <p:spPr>
          <a:xfrm>
            <a:off x="722453" y="601863"/>
            <a:ext cx="898003" cy="8520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🎪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016312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2C36-BD05-352D-430A-DD429A9FD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Επ</a:t>
            </a:r>
            <a:r>
              <a:rPr lang="en-US" sz="6000" b="1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ισκέ</a:t>
            </a:r>
            <a:r>
              <a:rPr lang="en-US" sz="6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πτες ανά ώρα</a:t>
            </a:r>
            <a:endParaRPr lang="en-GB" sz="6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7B06D6A-5E1B-1A92-C0DE-FBDCC28A52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63058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2">
            <a:extLst>
              <a:ext uri="{FF2B5EF4-FFF2-40B4-BE49-F238E27FC236}">
                <a16:creationId xmlns:a16="http://schemas.microsoft.com/office/drawing/2014/main" id="{7E47CBA0-C648-E583-CBFE-8A0427593808}"/>
              </a:ext>
            </a:extLst>
          </p:cNvPr>
          <p:cNvSpPr/>
          <p:nvPr/>
        </p:nvSpPr>
        <p:spPr>
          <a:xfrm>
            <a:off x="1802756" y="484301"/>
            <a:ext cx="1079339" cy="1087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45813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C273C-9955-8427-8C06-BFB1BF48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Πού</a:t>
            </a:r>
            <a:r>
              <a:rPr lang="en-US" sz="6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π</a:t>
            </a:r>
            <a:r>
              <a:rPr lang="en-US" sz="6000" b="1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ήγ</a:t>
            </a:r>
            <a:r>
              <a:rPr lang="en-US" sz="6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αν τα έσοδα</a:t>
            </a:r>
            <a:endParaRPr lang="en-GB" sz="6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48B7BEC-4A87-9433-C1D0-483B538097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600092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2">
            <a:extLst>
              <a:ext uri="{FF2B5EF4-FFF2-40B4-BE49-F238E27FC236}">
                <a16:creationId xmlns:a16="http://schemas.microsoft.com/office/drawing/2014/main" id="{80070052-7030-3A47-CA4A-D84DCD39F3DE}"/>
              </a:ext>
            </a:extLst>
          </p:cNvPr>
          <p:cNvSpPr/>
          <p:nvPr/>
        </p:nvSpPr>
        <p:spPr>
          <a:xfrm>
            <a:off x="1733307" y="565324"/>
            <a:ext cx="1067765" cy="925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62332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5CCB-C012-1A4F-D1B2-2601618E7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Αξιολόγηση</a:t>
            </a:r>
            <a:r>
              <a:rPr lang="en-US" sz="6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επ</a:t>
            </a:r>
            <a:r>
              <a:rPr lang="en-US" sz="6000" b="1" dirty="0" err="1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ισκε</a:t>
            </a:r>
            <a:r>
              <a:rPr lang="en-US" sz="6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πτών</a:t>
            </a:r>
            <a:endParaRPr lang="en-GB" sz="6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4ABE5C-DBFB-6AB5-4777-B9A5590245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0860452"/>
              </p:ext>
            </p:extLst>
          </p:nvPr>
        </p:nvGraphicFramePr>
        <p:xfrm>
          <a:off x="838200" y="1825625"/>
          <a:ext cx="10515600" cy="356933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630928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635043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161061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39702455"/>
                    </a:ext>
                  </a:extLst>
                </a:gridCol>
              </a:tblGrid>
              <a:tr h="594889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Α’ Γυμν.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Β’ Γυμν.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Γ’ Γυμν.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249968"/>
                  </a:ext>
                </a:extLst>
              </a:tr>
              <a:tr h="594889">
                <a:tc>
                  <a:txBody>
                    <a:bodyPr/>
                    <a:lstStyle/>
                    <a:p>
                      <a:r>
                        <a:rPr lang="el-GR" dirty="0"/>
                        <a:t>Μουσική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9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77586"/>
                  </a:ext>
                </a:extLst>
              </a:tr>
              <a:tr h="594889">
                <a:tc>
                  <a:txBody>
                    <a:bodyPr/>
                    <a:lstStyle/>
                    <a:p>
                      <a:r>
                        <a:rPr lang="el-GR"/>
                        <a:t>Φαγητό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06421"/>
                  </a:ext>
                </a:extLst>
              </a:tr>
              <a:tr h="594889">
                <a:tc>
                  <a:txBody>
                    <a:bodyPr/>
                    <a:lstStyle/>
                    <a:p>
                      <a:r>
                        <a:rPr lang="el-GR" dirty="0"/>
                        <a:t>Παιχνίδια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9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8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8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322862"/>
                  </a:ext>
                </a:extLst>
              </a:tr>
              <a:tr h="594889">
                <a:tc>
                  <a:txBody>
                    <a:bodyPr/>
                    <a:lstStyle/>
                    <a:p>
                      <a:r>
                        <a:rPr lang="el-GR" dirty="0"/>
                        <a:t>Οργάνωση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6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057534"/>
                  </a:ext>
                </a:extLst>
              </a:tr>
              <a:tr h="594889">
                <a:tc>
                  <a:txBody>
                    <a:bodyPr/>
                    <a:lstStyle/>
                    <a:p>
                      <a:r>
                        <a:rPr lang="el-GR" dirty="0"/>
                        <a:t>Διακόσμηση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7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7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019020"/>
                  </a:ext>
                </a:extLst>
              </a:tr>
            </a:tbl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1AE65C71-11FB-0160-40F3-B842CBEBF5B7}"/>
              </a:ext>
            </a:extLst>
          </p:cNvPr>
          <p:cNvSpPr/>
          <p:nvPr/>
        </p:nvSpPr>
        <p:spPr>
          <a:xfrm>
            <a:off x="1215342" y="729205"/>
            <a:ext cx="925973" cy="71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8545527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59a744bc4bce59cc3ced9d7277b88177f46aef7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55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ΦΕΣΤΙΒΑΛ ΑΛΛΗΛΕΓΓΥΗΣ</vt:lpstr>
      <vt:lpstr>Έσοδα ανά δραστηριότητα</vt:lpstr>
      <vt:lpstr>Επισκέπτες ανά ώρα</vt:lpstr>
      <vt:lpstr>Πού πήγαν τα έσοδα</vt:lpstr>
      <vt:lpstr>Αξιολόγηση επισκεπτών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Nikoletta Papacharalampous</dc:creator>
  <cp:lastModifiedBy>Nikoletta Papacharalampous</cp:lastModifiedBy>
  <cp:revision>16</cp:revision>
  <dcterms:created xsi:type="dcterms:W3CDTF">2026-02-16T07:01:44Z</dcterms:created>
  <dcterms:modified xsi:type="dcterms:W3CDTF">2026-02-19T08:30:56Z</dcterms:modified>
</cp:coreProperties>
</file>