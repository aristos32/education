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7" r:id="rId2"/>
    <p:sldId id="276" r:id="rId3"/>
    <p:sldId id="278" r:id="rId4"/>
    <p:sldId id="299" r:id="rId5"/>
    <p:sldId id="269" r:id="rId6"/>
    <p:sldId id="271" r:id="rId7"/>
    <p:sldId id="318" r:id="rId8"/>
    <p:sldId id="280" r:id="rId9"/>
    <p:sldId id="287" r:id="rId10"/>
    <p:sldId id="281" r:id="rId11"/>
    <p:sldId id="284" r:id="rId12"/>
    <p:sldId id="285" r:id="rId13"/>
    <p:sldId id="289" r:id="rId14"/>
    <p:sldId id="290" r:id="rId15"/>
    <p:sldId id="291" r:id="rId16"/>
    <p:sldId id="29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95" d="100"/>
          <a:sy n="95" d="100"/>
        </p:scale>
        <p:origin x="16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18T18:41:23" v="0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2418946017" sldId="288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3446216825" sldId="292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69708182" sldId="294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3621854568" sldId="295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570488984" sldId="296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1273143668" sldId="297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3916576341" sldId="298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74208894" sldId="300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87196975" sldId="301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3505582398" sldId="302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3677577980" sldId="305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640548699" sldId="306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3589790218" sldId="312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2613997454" sldId="313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1085452984" sldId="314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4111115180" sldId="315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2054986358" sldId="317"/>
        </pc:sldMkLst>
      </pc:sldChg>
      <pc:sldChg chg="del">
        <pc:chgData name="Άριστος Αρέστη" userId="813aa191-2d4c-464f-9d05-0a7e494d859f" providerId="ADAL" clId="{49C7B61D-1ACF-4AFF-A04E-A3B433E32474}" dt="2026-10-18T18:41:23" v="0" actId="47"/>
        <pc:sldMkLst>
          <pc:docMk/>
          <pc:sldMk cId="1313183543" sldId="32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#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2A26F5-4028-4EFE-8706-BE44D33BAC0F}" type="doc">
      <dgm:prSet loTypeId="urn:microsoft.com/office/officeart/2005/8/layout/chevron2" loCatId="list" qsTypeId="urn:microsoft.com/office/officeart/2005/8/quickstyle/simple1#4" qsCatId="simple" csTypeId="urn:microsoft.com/office/officeart/2005/8/colors/accent6_1#1" csCatId="accent6" phldr="1"/>
      <dgm:spPr/>
      <dgm:t>
        <a:bodyPr/>
        <a:lstStyle/>
        <a:p>
          <a:endParaRPr lang="en-US"/>
        </a:p>
      </dgm:t>
    </dgm:pt>
    <dgm:pt modelId="{F8D05728-1CF2-4842-B7D7-D2FAADAD0C07}">
      <dgm:prSet phldrT="[Text]" custT="1"/>
      <dgm:spPr/>
      <dgm:t>
        <a:bodyPr/>
        <a:lstStyle/>
        <a:p>
          <a:r>
            <a:rPr lang="el-GR" sz="2000" dirty="0"/>
            <a:t>1</a:t>
          </a:r>
          <a:endParaRPr lang="en-US" sz="2000" dirty="0"/>
        </a:p>
      </dgm:t>
    </dgm:pt>
    <dgm:pt modelId="{5AF5F913-DDEA-453A-9173-36BE0EB53E7E}" type="parTrans" cxnId="{E2845E7A-4570-4417-B076-B2E182CDBF04}">
      <dgm:prSet/>
      <dgm:spPr/>
      <dgm:t>
        <a:bodyPr/>
        <a:lstStyle/>
        <a:p>
          <a:endParaRPr lang="en-US" sz="2000"/>
        </a:p>
      </dgm:t>
    </dgm:pt>
    <dgm:pt modelId="{B97703B9-D1D0-45E3-B7AE-739D4D11123E}" type="sibTrans" cxnId="{E2845E7A-4570-4417-B076-B2E182CDBF04}">
      <dgm:prSet/>
      <dgm:spPr/>
      <dgm:t>
        <a:bodyPr/>
        <a:lstStyle/>
        <a:p>
          <a:endParaRPr lang="en-US" sz="2000"/>
        </a:p>
      </dgm:t>
    </dgm:pt>
    <dgm:pt modelId="{7EE9A216-A8EB-40B1-9F3F-CA2A69B61996}">
      <dgm:prSet phldrT="[Text]" custT="1"/>
      <dgm:spPr/>
      <dgm:t>
        <a:bodyPr/>
        <a:lstStyle/>
        <a:p>
          <a:r>
            <a:rPr lang="el-GR" sz="2000" dirty="0"/>
            <a:t>3</a:t>
          </a:r>
          <a:endParaRPr lang="en-US" sz="2000" dirty="0"/>
        </a:p>
      </dgm:t>
    </dgm:pt>
    <dgm:pt modelId="{64461B05-3AF2-4B84-A4A8-DB1C326C08F8}" type="parTrans" cxnId="{61C953F5-F7DD-47B5-A949-A51D9B06FFDC}">
      <dgm:prSet/>
      <dgm:spPr/>
      <dgm:t>
        <a:bodyPr/>
        <a:lstStyle/>
        <a:p>
          <a:endParaRPr lang="en-US" sz="2000"/>
        </a:p>
      </dgm:t>
    </dgm:pt>
    <dgm:pt modelId="{2450A020-3BF0-4731-B3E6-CD7E3CFD7EF6}" type="sibTrans" cxnId="{61C953F5-F7DD-47B5-A949-A51D9B06FFDC}">
      <dgm:prSet/>
      <dgm:spPr/>
      <dgm:t>
        <a:bodyPr/>
        <a:lstStyle/>
        <a:p>
          <a:endParaRPr lang="en-US" sz="2000"/>
        </a:p>
      </dgm:t>
    </dgm:pt>
    <dgm:pt modelId="{2C765BD3-4631-456D-AFE3-D18B83D2A574}">
      <dgm:prSet phldrT="[Text]" custT="1"/>
      <dgm:spPr/>
      <dgm:t>
        <a:bodyPr/>
        <a:lstStyle/>
        <a:p>
          <a:r>
            <a:rPr lang="el-GR" sz="2000" dirty="0"/>
            <a:t>4</a:t>
          </a:r>
          <a:endParaRPr lang="en-US" sz="2000" dirty="0"/>
        </a:p>
      </dgm:t>
    </dgm:pt>
    <dgm:pt modelId="{1E32C279-7CF3-4DDB-9CF5-C7AF0E5830AC}" type="parTrans" cxnId="{B0C5D539-8A4D-43E8-8281-A22D49DFD4EE}">
      <dgm:prSet/>
      <dgm:spPr/>
      <dgm:t>
        <a:bodyPr/>
        <a:lstStyle/>
        <a:p>
          <a:endParaRPr lang="en-US" sz="2000"/>
        </a:p>
      </dgm:t>
    </dgm:pt>
    <dgm:pt modelId="{BB926BD8-7CB3-4893-B86D-62A8F92E7159}" type="sibTrans" cxnId="{B0C5D539-8A4D-43E8-8281-A22D49DFD4EE}">
      <dgm:prSet/>
      <dgm:spPr/>
      <dgm:t>
        <a:bodyPr/>
        <a:lstStyle/>
        <a:p>
          <a:endParaRPr lang="en-US" sz="2000"/>
        </a:p>
      </dgm:t>
    </dgm:pt>
    <dgm:pt modelId="{74A9DA61-65E3-4D0E-B6AE-EFF2EF2BAD6E}">
      <dgm:prSet custT="1"/>
      <dgm:spPr/>
      <dgm:t>
        <a:bodyPr/>
        <a:lstStyle/>
        <a:p>
          <a:r>
            <a:rPr lang="el-GR" sz="2000" dirty="0"/>
            <a:t>Βασικές έννοιες της Πληροφορικής και της Επιστήμης των Ηλεκτρονικών Υπολογιστών</a:t>
          </a:r>
          <a:endParaRPr lang="en-US" sz="2000" dirty="0"/>
        </a:p>
      </dgm:t>
    </dgm:pt>
    <dgm:pt modelId="{800882F3-F630-4B02-A9F9-D31D56260DDB}" type="parTrans" cxnId="{773E6929-1618-48C0-AA26-D49EFD3988C1}">
      <dgm:prSet/>
      <dgm:spPr/>
      <dgm:t>
        <a:bodyPr/>
        <a:lstStyle/>
        <a:p>
          <a:endParaRPr lang="en-US" sz="2000"/>
        </a:p>
      </dgm:t>
    </dgm:pt>
    <dgm:pt modelId="{2624AC97-3145-4AE0-AC4B-436B76907A4C}" type="sibTrans" cxnId="{773E6929-1618-48C0-AA26-D49EFD3988C1}">
      <dgm:prSet/>
      <dgm:spPr/>
      <dgm:t>
        <a:bodyPr/>
        <a:lstStyle/>
        <a:p>
          <a:endParaRPr lang="en-US" sz="2000"/>
        </a:p>
      </dgm:t>
    </dgm:pt>
    <dgm:pt modelId="{F0A4CE4D-2A91-4217-B885-D66B586CDDB0}">
      <dgm:prSet custT="1"/>
      <dgm:spPr/>
      <dgm:t>
        <a:bodyPr/>
        <a:lstStyle/>
        <a:p>
          <a:r>
            <a:rPr lang="el-GR" sz="2000" dirty="0"/>
            <a:t>2</a:t>
          </a:r>
          <a:endParaRPr lang="en-US" sz="2000" dirty="0"/>
        </a:p>
      </dgm:t>
    </dgm:pt>
    <dgm:pt modelId="{97F0CD51-324B-47E5-A130-065035A07B46}" type="parTrans" cxnId="{5D492D32-08C4-4D91-AB24-6772F5006F32}">
      <dgm:prSet/>
      <dgm:spPr/>
      <dgm:t>
        <a:bodyPr/>
        <a:lstStyle/>
        <a:p>
          <a:endParaRPr lang="en-US" sz="2000"/>
        </a:p>
      </dgm:t>
    </dgm:pt>
    <dgm:pt modelId="{DFD60408-5B44-4DC6-AABE-D4DC037F1A62}" type="sibTrans" cxnId="{5D492D32-08C4-4D91-AB24-6772F5006F32}">
      <dgm:prSet/>
      <dgm:spPr/>
      <dgm:t>
        <a:bodyPr/>
        <a:lstStyle/>
        <a:p>
          <a:endParaRPr lang="en-US" sz="2000"/>
        </a:p>
      </dgm:t>
    </dgm:pt>
    <dgm:pt modelId="{D01C06D4-6553-4DB1-AD33-3EAF9957D870}">
      <dgm:prSet custT="1"/>
      <dgm:spPr/>
      <dgm:t>
        <a:bodyPr/>
        <a:lstStyle/>
        <a:p>
          <a:r>
            <a:rPr lang="el-GR" sz="2000" dirty="0"/>
            <a:t>Υλικό/Αρχιτεκτονική Ηλεκτρονικών Υπολογιστών </a:t>
          </a:r>
          <a:endParaRPr lang="en-US" sz="2000" dirty="0"/>
        </a:p>
      </dgm:t>
    </dgm:pt>
    <dgm:pt modelId="{671BE983-C5FC-4BA7-8563-579E3F17D5D6}" type="parTrans" cxnId="{56D948B4-E649-414D-BC41-5AD18E619FB4}">
      <dgm:prSet/>
      <dgm:spPr/>
      <dgm:t>
        <a:bodyPr/>
        <a:lstStyle/>
        <a:p>
          <a:endParaRPr lang="en-US" sz="2000"/>
        </a:p>
      </dgm:t>
    </dgm:pt>
    <dgm:pt modelId="{B5AC2B3A-9D41-4D16-B2F2-97B1E035AF51}" type="sibTrans" cxnId="{56D948B4-E649-414D-BC41-5AD18E619FB4}">
      <dgm:prSet/>
      <dgm:spPr/>
      <dgm:t>
        <a:bodyPr/>
        <a:lstStyle/>
        <a:p>
          <a:endParaRPr lang="en-US" sz="2000"/>
        </a:p>
      </dgm:t>
    </dgm:pt>
    <dgm:pt modelId="{213C6A47-780E-4277-8E0E-3BB157A286F4}">
      <dgm:prSet phldrT="[Text]" custT="1"/>
      <dgm:spPr/>
      <dgm:t>
        <a:bodyPr/>
        <a:lstStyle/>
        <a:p>
          <a:r>
            <a:rPr lang="el-GR" sz="2000" dirty="0"/>
            <a:t>Λειτουργικά Συστήματα</a:t>
          </a:r>
          <a:endParaRPr lang="en-US" sz="2000" dirty="0"/>
        </a:p>
      </dgm:t>
    </dgm:pt>
    <dgm:pt modelId="{5DF00F81-DE7D-40E8-A40D-F703DC36F29F}" type="parTrans" cxnId="{C66ADE8E-0550-40E3-8A3E-5EBB99BE2C0C}">
      <dgm:prSet/>
      <dgm:spPr/>
      <dgm:t>
        <a:bodyPr/>
        <a:lstStyle/>
        <a:p>
          <a:endParaRPr lang="en-US" sz="2000"/>
        </a:p>
      </dgm:t>
    </dgm:pt>
    <dgm:pt modelId="{67E71535-18F3-4D1D-8824-8AD4D2678CC0}" type="sibTrans" cxnId="{C66ADE8E-0550-40E3-8A3E-5EBB99BE2C0C}">
      <dgm:prSet/>
      <dgm:spPr/>
      <dgm:t>
        <a:bodyPr/>
        <a:lstStyle/>
        <a:p>
          <a:endParaRPr lang="en-US" sz="2000"/>
        </a:p>
      </dgm:t>
    </dgm:pt>
    <dgm:pt modelId="{90173AC5-9EC9-4A97-B17D-296963FE6EAA}">
      <dgm:prSet phldrT="[Text]" custT="1"/>
      <dgm:spPr/>
      <dgm:t>
        <a:bodyPr/>
        <a:lstStyle/>
        <a:p>
          <a:r>
            <a:rPr lang="el-GR" sz="2000" dirty="0"/>
            <a:t>Λογισμικό εφαρμογών </a:t>
          </a:r>
          <a:endParaRPr lang="en-US" sz="2000" dirty="0"/>
        </a:p>
      </dgm:t>
    </dgm:pt>
    <dgm:pt modelId="{FFF1663F-1036-498B-95E1-6C5B68577FB8}" type="parTrans" cxnId="{AE46DB5C-7D4E-4056-9764-8E65DF37C88C}">
      <dgm:prSet/>
      <dgm:spPr/>
      <dgm:t>
        <a:bodyPr/>
        <a:lstStyle/>
        <a:p>
          <a:endParaRPr lang="en-US" sz="2000"/>
        </a:p>
      </dgm:t>
    </dgm:pt>
    <dgm:pt modelId="{3A731459-CA6B-4CD4-9933-92FDBFA7DF07}" type="sibTrans" cxnId="{AE46DB5C-7D4E-4056-9764-8E65DF37C88C}">
      <dgm:prSet/>
      <dgm:spPr/>
      <dgm:t>
        <a:bodyPr/>
        <a:lstStyle/>
        <a:p>
          <a:endParaRPr lang="en-US" sz="2000"/>
        </a:p>
      </dgm:t>
    </dgm:pt>
    <dgm:pt modelId="{DAD668F9-BE95-46DF-9046-6DF6B45FA42D}">
      <dgm:prSet phldrT="[Text]" custT="1"/>
      <dgm:spPr/>
      <dgm:t>
        <a:bodyPr/>
        <a:lstStyle/>
        <a:p>
          <a:r>
            <a:rPr lang="el-GR" sz="2000" dirty="0"/>
            <a:t>5</a:t>
          </a:r>
          <a:endParaRPr lang="en-US" sz="2000" dirty="0"/>
        </a:p>
      </dgm:t>
    </dgm:pt>
    <dgm:pt modelId="{27B0294E-2064-4011-883F-EBD8496D1FD3}" type="parTrans" cxnId="{94C9E21A-E40A-4E5B-A72E-E94AF484EF4D}">
      <dgm:prSet/>
      <dgm:spPr/>
      <dgm:t>
        <a:bodyPr/>
        <a:lstStyle/>
        <a:p>
          <a:endParaRPr lang="en-US" sz="2000"/>
        </a:p>
      </dgm:t>
    </dgm:pt>
    <dgm:pt modelId="{95BD35D5-00E3-433D-A945-8DE209714D44}" type="sibTrans" cxnId="{94C9E21A-E40A-4E5B-A72E-E94AF484EF4D}">
      <dgm:prSet/>
      <dgm:spPr/>
      <dgm:t>
        <a:bodyPr/>
        <a:lstStyle/>
        <a:p>
          <a:endParaRPr lang="en-US" sz="2000"/>
        </a:p>
      </dgm:t>
    </dgm:pt>
    <dgm:pt modelId="{276FBCA9-EC2E-49A1-B37E-113D28CD8802}">
      <dgm:prSet phldrT="[Text]" custT="1"/>
      <dgm:spPr/>
      <dgm:t>
        <a:bodyPr/>
        <a:lstStyle/>
        <a:p>
          <a:r>
            <a:rPr lang="el-GR" sz="2000" dirty="0"/>
            <a:t>Δίκτυα και Διαδίκτυο</a:t>
          </a:r>
          <a:endParaRPr lang="en-US" sz="2000" dirty="0"/>
        </a:p>
      </dgm:t>
    </dgm:pt>
    <dgm:pt modelId="{31496D4D-00AF-4A2A-957C-3616493BF28F}" type="parTrans" cxnId="{2C62DFEC-41E0-49CA-A6EC-C6CF3E51D63E}">
      <dgm:prSet/>
      <dgm:spPr/>
      <dgm:t>
        <a:bodyPr/>
        <a:lstStyle/>
        <a:p>
          <a:endParaRPr lang="en-US" sz="2000"/>
        </a:p>
      </dgm:t>
    </dgm:pt>
    <dgm:pt modelId="{83020780-2D44-443B-BF1A-ED0EB54295A6}" type="sibTrans" cxnId="{2C62DFEC-41E0-49CA-A6EC-C6CF3E51D63E}">
      <dgm:prSet/>
      <dgm:spPr/>
      <dgm:t>
        <a:bodyPr/>
        <a:lstStyle/>
        <a:p>
          <a:endParaRPr lang="en-US" sz="2000"/>
        </a:p>
      </dgm:t>
    </dgm:pt>
    <dgm:pt modelId="{44BD2379-21AD-4C1F-897D-F268831FD367}">
      <dgm:prSet phldrT="[Text]" custT="1"/>
      <dgm:spPr/>
      <dgm:t>
        <a:bodyPr/>
        <a:lstStyle/>
        <a:p>
          <a:r>
            <a:rPr lang="el-GR" sz="2000" dirty="0"/>
            <a:t>Βάσεις Δεδομένων και Ανάπτυξη Πληροφοριακών Συστημάτων</a:t>
          </a:r>
          <a:endParaRPr lang="en-US" sz="2000" dirty="0"/>
        </a:p>
      </dgm:t>
    </dgm:pt>
    <dgm:pt modelId="{7204B8BB-C750-422C-A8D3-4B70BEE47EB4}" type="parTrans" cxnId="{8122705C-9DB8-456B-8D59-98F1C3A507F5}">
      <dgm:prSet/>
      <dgm:spPr/>
      <dgm:t>
        <a:bodyPr/>
        <a:lstStyle/>
        <a:p>
          <a:endParaRPr lang="en-US" sz="2000"/>
        </a:p>
      </dgm:t>
    </dgm:pt>
    <dgm:pt modelId="{5494EA81-9E98-489A-9685-014883BA2BAF}" type="sibTrans" cxnId="{8122705C-9DB8-456B-8D59-98F1C3A507F5}">
      <dgm:prSet/>
      <dgm:spPr/>
      <dgm:t>
        <a:bodyPr/>
        <a:lstStyle/>
        <a:p>
          <a:endParaRPr lang="en-US" sz="2000"/>
        </a:p>
      </dgm:t>
    </dgm:pt>
    <dgm:pt modelId="{90181381-A4A1-4DC5-B019-0FC4896B7C71}">
      <dgm:prSet phldrT="[Text]" custT="1"/>
      <dgm:spPr/>
      <dgm:t>
        <a:bodyPr/>
        <a:lstStyle/>
        <a:p>
          <a:r>
            <a:rPr lang="el-GR" sz="2000" dirty="0"/>
            <a:t>6</a:t>
          </a:r>
          <a:endParaRPr lang="en-US" sz="2000" dirty="0"/>
        </a:p>
      </dgm:t>
    </dgm:pt>
    <dgm:pt modelId="{58B7316E-488A-47CB-82AB-8AD7D27E1BE3}" type="parTrans" cxnId="{CCC6FF5F-4D06-4FE6-A376-EC3006E65539}">
      <dgm:prSet/>
      <dgm:spPr/>
      <dgm:t>
        <a:bodyPr/>
        <a:lstStyle/>
        <a:p>
          <a:endParaRPr lang="en-US" sz="2000"/>
        </a:p>
      </dgm:t>
    </dgm:pt>
    <dgm:pt modelId="{581F52F2-6768-40FB-9380-1846B433D2A9}" type="sibTrans" cxnId="{CCC6FF5F-4D06-4FE6-A376-EC3006E65539}">
      <dgm:prSet/>
      <dgm:spPr/>
      <dgm:t>
        <a:bodyPr/>
        <a:lstStyle/>
        <a:p>
          <a:endParaRPr lang="en-US" sz="2000"/>
        </a:p>
      </dgm:t>
    </dgm:pt>
    <dgm:pt modelId="{77E2608F-1C49-4527-97CD-7C911BF79A52}">
      <dgm:prSet phldrT="[Text]" custT="1"/>
      <dgm:spPr/>
      <dgm:t>
        <a:bodyPr/>
        <a:lstStyle/>
        <a:p>
          <a:r>
            <a:rPr lang="el-GR" sz="2000" dirty="0"/>
            <a:t>7</a:t>
          </a:r>
          <a:endParaRPr lang="en-US" sz="2000" dirty="0"/>
        </a:p>
      </dgm:t>
    </dgm:pt>
    <dgm:pt modelId="{3A16FEF6-646D-4743-A2A1-CE072BFAE764}" type="parTrans" cxnId="{6ADB9A3B-FE6C-42F3-A50E-DE42C1CD9A19}">
      <dgm:prSet/>
      <dgm:spPr/>
      <dgm:t>
        <a:bodyPr/>
        <a:lstStyle/>
        <a:p>
          <a:endParaRPr lang="en-US" sz="2000"/>
        </a:p>
      </dgm:t>
    </dgm:pt>
    <dgm:pt modelId="{25A01610-1C5F-45CB-A358-3F5EA7031B49}" type="sibTrans" cxnId="{6ADB9A3B-FE6C-42F3-A50E-DE42C1CD9A19}">
      <dgm:prSet/>
      <dgm:spPr/>
      <dgm:t>
        <a:bodyPr/>
        <a:lstStyle/>
        <a:p>
          <a:endParaRPr lang="en-US" sz="2000"/>
        </a:p>
      </dgm:t>
    </dgm:pt>
    <dgm:pt modelId="{AA7B6A42-D80D-43DC-B867-5DCA42C808CB}">
      <dgm:prSet phldrT="[Text]" custT="1"/>
      <dgm:spPr/>
      <dgm:t>
        <a:bodyPr/>
        <a:lstStyle/>
        <a:p>
          <a:r>
            <a:rPr lang="el-GR" sz="2000" dirty="0"/>
            <a:t>Αλγοριθμική Σκέψη, Προγραμματισμός και Σύγχρονες Εφαρμογές Πληροφορικής</a:t>
          </a:r>
          <a:endParaRPr lang="en-US" sz="2000" dirty="0"/>
        </a:p>
      </dgm:t>
    </dgm:pt>
    <dgm:pt modelId="{502B87C6-C4D0-4F48-BCD2-D6985E93AB4B}" type="parTrans" cxnId="{B5F202F7-2769-4A97-ADC0-38A1E7079D1E}">
      <dgm:prSet/>
      <dgm:spPr/>
      <dgm:t>
        <a:bodyPr/>
        <a:lstStyle/>
        <a:p>
          <a:endParaRPr lang="en-US" sz="2000"/>
        </a:p>
      </dgm:t>
    </dgm:pt>
    <dgm:pt modelId="{61919E99-15A0-4496-AB83-60BE806AED8D}" type="sibTrans" cxnId="{B5F202F7-2769-4A97-ADC0-38A1E7079D1E}">
      <dgm:prSet/>
      <dgm:spPr/>
      <dgm:t>
        <a:bodyPr/>
        <a:lstStyle/>
        <a:p>
          <a:endParaRPr lang="en-US" sz="2000"/>
        </a:p>
      </dgm:t>
    </dgm:pt>
    <dgm:pt modelId="{D63A1CAC-85C6-45CD-B1E6-2F2243EB8EF9}" type="pres">
      <dgm:prSet presAssocID="{692A26F5-4028-4EFE-8706-BE44D33BAC0F}" presName="linearFlow" presStyleCnt="0">
        <dgm:presLayoutVars>
          <dgm:dir/>
          <dgm:animLvl val="lvl"/>
          <dgm:resizeHandles val="exact"/>
        </dgm:presLayoutVars>
      </dgm:prSet>
      <dgm:spPr/>
    </dgm:pt>
    <dgm:pt modelId="{9BB749BE-DEF2-4785-9398-1D674C44877E}" type="pres">
      <dgm:prSet presAssocID="{F8D05728-1CF2-4842-B7D7-D2FAADAD0C07}" presName="composite" presStyleCnt="0"/>
      <dgm:spPr/>
    </dgm:pt>
    <dgm:pt modelId="{4BFEE0F5-48F0-4AEF-8C15-95CD46A22A0C}" type="pres">
      <dgm:prSet presAssocID="{F8D05728-1CF2-4842-B7D7-D2FAADAD0C07}" presName="parentText" presStyleLbl="alignNode1" presStyleIdx="0" presStyleCnt="7">
        <dgm:presLayoutVars>
          <dgm:chMax val="1"/>
          <dgm:bulletEnabled val="1"/>
        </dgm:presLayoutVars>
      </dgm:prSet>
      <dgm:spPr/>
    </dgm:pt>
    <dgm:pt modelId="{53EE8F2F-0D15-45B2-BC1E-2A6B2DB6291D}" type="pres">
      <dgm:prSet presAssocID="{F8D05728-1CF2-4842-B7D7-D2FAADAD0C07}" presName="descendantText" presStyleLbl="alignAcc1" presStyleIdx="0" presStyleCnt="7">
        <dgm:presLayoutVars>
          <dgm:bulletEnabled val="1"/>
        </dgm:presLayoutVars>
      </dgm:prSet>
      <dgm:spPr/>
    </dgm:pt>
    <dgm:pt modelId="{3AB13D42-190C-4587-A89A-C06526FC4DFA}" type="pres">
      <dgm:prSet presAssocID="{B97703B9-D1D0-45E3-B7AE-739D4D11123E}" presName="sp" presStyleCnt="0"/>
      <dgm:spPr/>
    </dgm:pt>
    <dgm:pt modelId="{7BD7B428-BFC5-4E77-95E0-2B1A9905EFA5}" type="pres">
      <dgm:prSet presAssocID="{F0A4CE4D-2A91-4217-B885-D66B586CDDB0}" presName="composite" presStyleCnt="0"/>
      <dgm:spPr/>
    </dgm:pt>
    <dgm:pt modelId="{E823F444-D352-4E65-8CAD-8208F5A302BC}" type="pres">
      <dgm:prSet presAssocID="{F0A4CE4D-2A91-4217-B885-D66B586CDDB0}" presName="parentText" presStyleLbl="alignNode1" presStyleIdx="1" presStyleCnt="7">
        <dgm:presLayoutVars>
          <dgm:chMax val="1"/>
          <dgm:bulletEnabled val="1"/>
        </dgm:presLayoutVars>
      </dgm:prSet>
      <dgm:spPr/>
    </dgm:pt>
    <dgm:pt modelId="{C9A0F05D-3985-49F5-9F31-7EF82774BF03}" type="pres">
      <dgm:prSet presAssocID="{F0A4CE4D-2A91-4217-B885-D66B586CDDB0}" presName="descendantText" presStyleLbl="alignAcc1" presStyleIdx="1" presStyleCnt="7">
        <dgm:presLayoutVars>
          <dgm:bulletEnabled val="1"/>
        </dgm:presLayoutVars>
      </dgm:prSet>
      <dgm:spPr/>
    </dgm:pt>
    <dgm:pt modelId="{C7AF85A9-CFB5-4145-9C78-A1F0D1FF37ED}" type="pres">
      <dgm:prSet presAssocID="{DFD60408-5B44-4DC6-AABE-D4DC037F1A62}" presName="sp" presStyleCnt="0"/>
      <dgm:spPr/>
    </dgm:pt>
    <dgm:pt modelId="{A5B15E0A-4B74-4060-9867-A38E8A746F9C}" type="pres">
      <dgm:prSet presAssocID="{7EE9A216-A8EB-40B1-9F3F-CA2A69B61996}" presName="composite" presStyleCnt="0"/>
      <dgm:spPr/>
    </dgm:pt>
    <dgm:pt modelId="{8601A6D4-156C-449A-B792-BD33D263F1A6}" type="pres">
      <dgm:prSet presAssocID="{7EE9A216-A8EB-40B1-9F3F-CA2A69B61996}" presName="parentText" presStyleLbl="alignNode1" presStyleIdx="2" presStyleCnt="7">
        <dgm:presLayoutVars>
          <dgm:chMax val="1"/>
          <dgm:bulletEnabled val="1"/>
        </dgm:presLayoutVars>
      </dgm:prSet>
      <dgm:spPr/>
    </dgm:pt>
    <dgm:pt modelId="{C7A9CAB3-6D77-4780-9A05-5573388F0BC7}" type="pres">
      <dgm:prSet presAssocID="{7EE9A216-A8EB-40B1-9F3F-CA2A69B61996}" presName="descendantText" presStyleLbl="alignAcc1" presStyleIdx="2" presStyleCnt="7">
        <dgm:presLayoutVars>
          <dgm:bulletEnabled val="1"/>
        </dgm:presLayoutVars>
      </dgm:prSet>
      <dgm:spPr/>
    </dgm:pt>
    <dgm:pt modelId="{C906C92E-1185-4A9D-99AF-27341D07BC30}" type="pres">
      <dgm:prSet presAssocID="{2450A020-3BF0-4731-B3E6-CD7E3CFD7EF6}" presName="sp" presStyleCnt="0"/>
      <dgm:spPr/>
    </dgm:pt>
    <dgm:pt modelId="{8381A929-F41C-4FB3-9E26-8FA78D691C03}" type="pres">
      <dgm:prSet presAssocID="{2C765BD3-4631-456D-AFE3-D18B83D2A574}" presName="composite" presStyleCnt="0"/>
      <dgm:spPr/>
    </dgm:pt>
    <dgm:pt modelId="{69585F94-C29A-468B-A6FD-8B84363C5AFE}" type="pres">
      <dgm:prSet presAssocID="{2C765BD3-4631-456D-AFE3-D18B83D2A574}" presName="parentText" presStyleLbl="alignNode1" presStyleIdx="3" presStyleCnt="7">
        <dgm:presLayoutVars>
          <dgm:chMax val="1"/>
          <dgm:bulletEnabled val="1"/>
        </dgm:presLayoutVars>
      </dgm:prSet>
      <dgm:spPr/>
    </dgm:pt>
    <dgm:pt modelId="{9034D94B-6E06-46F8-B72F-8BD1E7DC7745}" type="pres">
      <dgm:prSet presAssocID="{2C765BD3-4631-456D-AFE3-D18B83D2A574}" presName="descendantText" presStyleLbl="alignAcc1" presStyleIdx="3" presStyleCnt="7">
        <dgm:presLayoutVars>
          <dgm:bulletEnabled val="1"/>
        </dgm:presLayoutVars>
      </dgm:prSet>
      <dgm:spPr/>
    </dgm:pt>
    <dgm:pt modelId="{6DE4DFA9-5B44-40A9-BA0E-2ADF356FA018}" type="pres">
      <dgm:prSet presAssocID="{BB926BD8-7CB3-4893-B86D-62A8F92E7159}" presName="sp" presStyleCnt="0"/>
      <dgm:spPr/>
    </dgm:pt>
    <dgm:pt modelId="{CDA3B475-19FD-4EA7-A57D-803AA1A3B068}" type="pres">
      <dgm:prSet presAssocID="{DAD668F9-BE95-46DF-9046-6DF6B45FA42D}" presName="composite" presStyleCnt="0"/>
      <dgm:spPr/>
    </dgm:pt>
    <dgm:pt modelId="{09873C73-033F-481B-8A87-97CD0455DBB4}" type="pres">
      <dgm:prSet presAssocID="{DAD668F9-BE95-46DF-9046-6DF6B45FA42D}" presName="parentText" presStyleLbl="alignNode1" presStyleIdx="4" presStyleCnt="7">
        <dgm:presLayoutVars>
          <dgm:chMax val="1"/>
          <dgm:bulletEnabled val="1"/>
        </dgm:presLayoutVars>
      </dgm:prSet>
      <dgm:spPr/>
    </dgm:pt>
    <dgm:pt modelId="{2625E147-DBEE-40C0-9E91-1D9B5ED6ACBC}" type="pres">
      <dgm:prSet presAssocID="{DAD668F9-BE95-46DF-9046-6DF6B45FA42D}" presName="descendantText" presStyleLbl="alignAcc1" presStyleIdx="4" presStyleCnt="7">
        <dgm:presLayoutVars>
          <dgm:bulletEnabled val="1"/>
        </dgm:presLayoutVars>
      </dgm:prSet>
      <dgm:spPr/>
    </dgm:pt>
    <dgm:pt modelId="{41B4A493-2BCC-4AF4-AEAC-149976DD2933}" type="pres">
      <dgm:prSet presAssocID="{95BD35D5-00E3-433D-A945-8DE209714D44}" presName="sp" presStyleCnt="0"/>
      <dgm:spPr/>
    </dgm:pt>
    <dgm:pt modelId="{7EA72F6B-C8A3-486C-A661-3320E6262426}" type="pres">
      <dgm:prSet presAssocID="{90181381-A4A1-4DC5-B019-0FC4896B7C71}" presName="composite" presStyleCnt="0"/>
      <dgm:spPr/>
    </dgm:pt>
    <dgm:pt modelId="{3E1EDFDC-93A6-437C-8D35-D8B543C8ED25}" type="pres">
      <dgm:prSet presAssocID="{90181381-A4A1-4DC5-B019-0FC4896B7C71}" presName="parentText" presStyleLbl="alignNode1" presStyleIdx="5" presStyleCnt="7">
        <dgm:presLayoutVars>
          <dgm:chMax val="1"/>
          <dgm:bulletEnabled val="1"/>
        </dgm:presLayoutVars>
      </dgm:prSet>
      <dgm:spPr/>
    </dgm:pt>
    <dgm:pt modelId="{D3A15DD1-619C-4F17-B8B5-1D821DB40C1B}" type="pres">
      <dgm:prSet presAssocID="{90181381-A4A1-4DC5-B019-0FC4896B7C71}" presName="descendantText" presStyleLbl="alignAcc1" presStyleIdx="5" presStyleCnt="7">
        <dgm:presLayoutVars>
          <dgm:bulletEnabled val="1"/>
        </dgm:presLayoutVars>
      </dgm:prSet>
      <dgm:spPr/>
    </dgm:pt>
    <dgm:pt modelId="{31A4AB96-8839-44B4-AB48-EE0274DE3ED4}" type="pres">
      <dgm:prSet presAssocID="{581F52F2-6768-40FB-9380-1846B433D2A9}" presName="sp" presStyleCnt="0"/>
      <dgm:spPr/>
    </dgm:pt>
    <dgm:pt modelId="{B6D55BBB-CAC1-43FE-8954-16C38F74B5EC}" type="pres">
      <dgm:prSet presAssocID="{77E2608F-1C49-4527-97CD-7C911BF79A52}" presName="composite" presStyleCnt="0"/>
      <dgm:spPr/>
    </dgm:pt>
    <dgm:pt modelId="{A893F85C-7928-42A2-A851-FEF7E5C639DE}" type="pres">
      <dgm:prSet presAssocID="{77E2608F-1C49-4527-97CD-7C911BF79A52}" presName="parentText" presStyleLbl="alignNode1" presStyleIdx="6" presStyleCnt="7">
        <dgm:presLayoutVars>
          <dgm:chMax val="1"/>
          <dgm:bulletEnabled val="1"/>
        </dgm:presLayoutVars>
      </dgm:prSet>
      <dgm:spPr/>
    </dgm:pt>
    <dgm:pt modelId="{A5A68033-8B07-4DEA-97D1-E05F58E436CE}" type="pres">
      <dgm:prSet presAssocID="{77E2608F-1C49-4527-97CD-7C911BF79A52}" presName="descendantText" presStyleLbl="alignAcc1" presStyleIdx="6" presStyleCnt="7">
        <dgm:presLayoutVars>
          <dgm:bulletEnabled val="1"/>
        </dgm:presLayoutVars>
      </dgm:prSet>
      <dgm:spPr/>
    </dgm:pt>
  </dgm:ptLst>
  <dgm:cxnLst>
    <dgm:cxn modelId="{8832710A-C6A9-45A6-9724-AD42C458175F}" type="presOf" srcId="{77E2608F-1C49-4527-97CD-7C911BF79A52}" destId="{A893F85C-7928-42A2-A851-FEF7E5C639DE}" srcOrd="0" destOrd="0" presId="urn:microsoft.com/office/officeart/2005/8/layout/chevron2"/>
    <dgm:cxn modelId="{D6AAC40B-4008-4CAD-9939-9732533B6147}" type="presOf" srcId="{AA7B6A42-D80D-43DC-B867-5DCA42C808CB}" destId="{A5A68033-8B07-4DEA-97D1-E05F58E436CE}" srcOrd="0" destOrd="0" presId="urn:microsoft.com/office/officeart/2005/8/layout/chevron2"/>
    <dgm:cxn modelId="{F82BEC16-F28A-4E3A-8E35-8F2B8B9A7967}" type="presOf" srcId="{2C765BD3-4631-456D-AFE3-D18B83D2A574}" destId="{69585F94-C29A-468B-A6FD-8B84363C5AFE}" srcOrd="0" destOrd="0" presId="urn:microsoft.com/office/officeart/2005/8/layout/chevron2"/>
    <dgm:cxn modelId="{94C9E21A-E40A-4E5B-A72E-E94AF484EF4D}" srcId="{692A26F5-4028-4EFE-8706-BE44D33BAC0F}" destId="{DAD668F9-BE95-46DF-9046-6DF6B45FA42D}" srcOrd="4" destOrd="0" parTransId="{27B0294E-2064-4011-883F-EBD8496D1FD3}" sibTransId="{95BD35D5-00E3-433D-A945-8DE209714D44}"/>
    <dgm:cxn modelId="{40934622-B88E-4616-8511-1ECA330179AB}" type="presOf" srcId="{F0A4CE4D-2A91-4217-B885-D66B586CDDB0}" destId="{E823F444-D352-4E65-8CAD-8208F5A302BC}" srcOrd="0" destOrd="0" presId="urn:microsoft.com/office/officeart/2005/8/layout/chevron2"/>
    <dgm:cxn modelId="{773E6929-1618-48C0-AA26-D49EFD3988C1}" srcId="{F8D05728-1CF2-4842-B7D7-D2FAADAD0C07}" destId="{74A9DA61-65E3-4D0E-B6AE-EFF2EF2BAD6E}" srcOrd="0" destOrd="0" parTransId="{800882F3-F630-4B02-A9F9-D31D56260DDB}" sibTransId="{2624AC97-3145-4AE0-AC4B-436B76907A4C}"/>
    <dgm:cxn modelId="{5D492D32-08C4-4D91-AB24-6772F5006F32}" srcId="{692A26F5-4028-4EFE-8706-BE44D33BAC0F}" destId="{F0A4CE4D-2A91-4217-B885-D66B586CDDB0}" srcOrd="1" destOrd="0" parTransId="{97F0CD51-324B-47E5-A130-065035A07B46}" sibTransId="{DFD60408-5B44-4DC6-AABE-D4DC037F1A62}"/>
    <dgm:cxn modelId="{B0C5D539-8A4D-43E8-8281-A22D49DFD4EE}" srcId="{692A26F5-4028-4EFE-8706-BE44D33BAC0F}" destId="{2C765BD3-4631-456D-AFE3-D18B83D2A574}" srcOrd="3" destOrd="0" parTransId="{1E32C279-7CF3-4DDB-9CF5-C7AF0E5830AC}" sibTransId="{BB926BD8-7CB3-4893-B86D-62A8F92E7159}"/>
    <dgm:cxn modelId="{6ADB9A3B-FE6C-42F3-A50E-DE42C1CD9A19}" srcId="{692A26F5-4028-4EFE-8706-BE44D33BAC0F}" destId="{77E2608F-1C49-4527-97CD-7C911BF79A52}" srcOrd="6" destOrd="0" parTransId="{3A16FEF6-646D-4743-A2A1-CE072BFAE764}" sibTransId="{25A01610-1C5F-45CB-A358-3F5EA7031B49}"/>
    <dgm:cxn modelId="{B4D7193C-49C2-4D1E-86F2-E4D7ED0CAF3D}" type="presOf" srcId="{7EE9A216-A8EB-40B1-9F3F-CA2A69B61996}" destId="{8601A6D4-156C-449A-B792-BD33D263F1A6}" srcOrd="0" destOrd="0" presId="urn:microsoft.com/office/officeart/2005/8/layout/chevron2"/>
    <dgm:cxn modelId="{8BEE355B-305F-4831-AFD3-0BFFE7543BCD}" type="presOf" srcId="{44BD2379-21AD-4C1F-897D-F268831FD367}" destId="{D3A15DD1-619C-4F17-B8B5-1D821DB40C1B}" srcOrd="0" destOrd="0" presId="urn:microsoft.com/office/officeart/2005/8/layout/chevron2"/>
    <dgm:cxn modelId="{8122705C-9DB8-456B-8D59-98F1C3A507F5}" srcId="{90181381-A4A1-4DC5-B019-0FC4896B7C71}" destId="{44BD2379-21AD-4C1F-897D-F268831FD367}" srcOrd="0" destOrd="0" parTransId="{7204B8BB-C750-422C-A8D3-4B70BEE47EB4}" sibTransId="{5494EA81-9E98-489A-9685-014883BA2BAF}"/>
    <dgm:cxn modelId="{AE46DB5C-7D4E-4056-9764-8E65DF37C88C}" srcId="{2C765BD3-4631-456D-AFE3-D18B83D2A574}" destId="{90173AC5-9EC9-4A97-B17D-296963FE6EAA}" srcOrd="0" destOrd="0" parTransId="{FFF1663F-1036-498B-95E1-6C5B68577FB8}" sibTransId="{3A731459-CA6B-4CD4-9933-92FDBFA7DF07}"/>
    <dgm:cxn modelId="{CCC6FF5F-4D06-4FE6-A376-EC3006E65539}" srcId="{692A26F5-4028-4EFE-8706-BE44D33BAC0F}" destId="{90181381-A4A1-4DC5-B019-0FC4896B7C71}" srcOrd="5" destOrd="0" parTransId="{58B7316E-488A-47CB-82AB-8AD7D27E1BE3}" sibTransId="{581F52F2-6768-40FB-9380-1846B433D2A9}"/>
    <dgm:cxn modelId="{27EB2741-70E1-4021-8ADA-F8CF3BFC6638}" type="presOf" srcId="{213C6A47-780E-4277-8E0E-3BB157A286F4}" destId="{C7A9CAB3-6D77-4780-9A05-5573388F0BC7}" srcOrd="0" destOrd="0" presId="urn:microsoft.com/office/officeart/2005/8/layout/chevron2"/>
    <dgm:cxn modelId="{36FA5045-0868-45FA-8B24-4D46BD06B675}" type="presOf" srcId="{90181381-A4A1-4DC5-B019-0FC4896B7C71}" destId="{3E1EDFDC-93A6-437C-8D35-D8B543C8ED25}" srcOrd="0" destOrd="0" presId="urn:microsoft.com/office/officeart/2005/8/layout/chevron2"/>
    <dgm:cxn modelId="{3680A373-85AD-4497-835F-B01549A53DB7}" type="presOf" srcId="{276FBCA9-EC2E-49A1-B37E-113D28CD8802}" destId="{2625E147-DBEE-40C0-9E91-1D9B5ED6ACBC}" srcOrd="0" destOrd="0" presId="urn:microsoft.com/office/officeart/2005/8/layout/chevron2"/>
    <dgm:cxn modelId="{E2845E7A-4570-4417-B076-B2E182CDBF04}" srcId="{692A26F5-4028-4EFE-8706-BE44D33BAC0F}" destId="{F8D05728-1CF2-4842-B7D7-D2FAADAD0C07}" srcOrd="0" destOrd="0" parTransId="{5AF5F913-DDEA-453A-9173-36BE0EB53E7E}" sibTransId="{B97703B9-D1D0-45E3-B7AE-739D4D11123E}"/>
    <dgm:cxn modelId="{1E4FE480-678C-44A2-8B04-D1FE54F0B2AF}" type="presOf" srcId="{D01C06D4-6553-4DB1-AD33-3EAF9957D870}" destId="{C9A0F05D-3985-49F5-9F31-7EF82774BF03}" srcOrd="0" destOrd="0" presId="urn:microsoft.com/office/officeart/2005/8/layout/chevron2"/>
    <dgm:cxn modelId="{9EA0F987-8347-4710-AC0A-5D56DD39B324}" type="presOf" srcId="{F8D05728-1CF2-4842-B7D7-D2FAADAD0C07}" destId="{4BFEE0F5-48F0-4AEF-8C15-95CD46A22A0C}" srcOrd="0" destOrd="0" presId="urn:microsoft.com/office/officeart/2005/8/layout/chevron2"/>
    <dgm:cxn modelId="{4EB0758C-EDD2-4C6E-8129-AA799E37D6DF}" type="presOf" srcId="{90173AC5-9EC9-4A97-B17D-296963FE6EAA}" destId="{9034D94B-6E06-46F8-B72F-8BD1E7DC7745}" srcOrd="0" destOrd="0" presId="urn:microsoft.com/office/officeart/2005/8/layout/chevron2"/>
    <dgm:cxn modelId="{C66ADE8E-0550-40E3-8A3E-5EBB99BE2C0C}" srcId="{7EE9A216-A8EB-40B1-9F3F-CA2A69B61996}" destId="{213C6A47-780E-4277-8E0E-3BB157A286F4}" srcOrd="0" destOrd="0" parTransId="{5DF00F81-DE7D-40E8-A40D-F703DC36F29F}" sibTransId="{67E71535-18F3-4D1D-8824-8AD4D2678CC0}"/>
    <dgm:cxn modelId="{5F249C9B-1875-4537-B10C-B4BAD085914F}" type="presOf" srcId="{692A26F5-4028-4EFE-8706-BE44D33BAC0F}" destId="{D63A1CAC-85C6-45CD-B1E6-2F2243EB8EF9}" srcOrd="0" destOrd="0" presId="urn:microsoft.com/office/officeart/2005/8/layout/chevron2"/>
    <dgm:cxn modelId="{87A97AAA-6F1F-4DC4-ABFE-1299EE9B6F4E}" type="presOf" srcId="{DAD668F9-BE95-46DF-9046-6DF6B45FA42D}" destId="{09873C73-033F-481B-8A87-97CD0455DBB4}" srcOrd="0" destOrd="0" presId="urn:microsoft.com/office/officeart/2005/8/layout/chevron2"/>
    <dgm:cxn modelId="{56D948B4-E649-414D-BC41-5AD18E619FB4}" srcId="{F0A4CE4D-2A91-4217-B885-D66B586CDDB0}" destId="{D01C06D4-6553-4DB1-AD33-3EAF9957D870}" srcOrd="0" destOrd="0" parTransId="{671BE983-C5FC-4BA7-8563-579E3F17D5D6}" sibTransId="{B5AC2B3A-9D41-4D16-B2F2-97B1E035AF51}"/>
    <dgm:cxn modelId="{6CC768CB-5782-4785-8E91-4E33AC6FF72D}" type="presOf" srcId="{74A9DA61-65E3-4D0E-B6AE-EFF2EF2BAD6E}" destId="{53EE8F2F-0D15-45B2-BC1E-2A6B2DB6291D}" srcOrd="0" destOrd="0" presId="urn:microsoft.com/office/officeart/2005/8/layout/chevron2"/>
    <dgm:cxn modelId="{2C62DFEC-41E0-49CA-A6EC-C6CF3E51D63E}" srcId="{DAD668F9-BE95-46DF-9046-6DF6B45FA42D}" destId="{276FBCA9-EC2E-49A1-B37E-113D28CD8802}" srcOrd="0" destOrd="0" parTransId="{31496D4D-00AF-4A2A-957C-3616493BF28F}" sibTransId="{83020780-2D44-443B-BF1A-ED0EB54295A6}"/>
    <dgm:cxn modelId="{61C953F5-F7DD-47B5-A949-A51D9B06FFDC}" srcId="{692A26F5-4028-4EFE-8706-BE44D33BAC0F}" destId="{7EE9A216-A8EB-40B1-9F3F-CA2A69B61996}" srcOrd="2" destOrd="0" parTransId="{64461B05-3AF2-4B84-A4A8-DB1C326C08F8}" sibTransId="{2450A020-3BF0-4731-B3E6-CD7E3CFD7EF6}"/>
    <dgm:cxn modelId="{B5F202F7-2769-4A97-ADC0-38A1E7079D1E}" srcId="{77E2608F-1C49-4527-97CD-7C911BF79A52}" destId="{AA7B6A42-D80D-43DC-B867-5DCA42C808CB}" srcOrd="0" destOrd="0" parTransId="{502B87C6-C4D0-4F48-BCD2-D6985E93AB4B}" sibTransId="{61919E99-15A0-4496-AB83-60BE806AED8D}"/>
    <dgm:cxn modelId="{E7873DF5-C005-4F4F-85E8-797DA956D6AD}" type="presParOf" srcId="{D63A1CAC-85C6-45CD-B1E6-2F2243EB8EF9}" destId="{9BB749BE-DEF2-4785-9398-1D674C44877E}" srcOrd="0" destOrd="0" presId="urn:microsoft.com/office/officeart/2005/8/layout/chevron2"/>
    <dgm:cxn modelId="{104AE493-BA8B-4182-8092-602C69277B48}" type="presParOf" srcId="{9BB749BE-DEF2-4785-9398-1D674C44877E}" destId="{4BFEE0F5-48F0-4AEF-8C15-95CD46A22A0C}" srcOrd="0" destOrd="0" presId="urn:microsoft.com/office/officeart/2005/8/layout/chevron2"/>
    <dgm:cxn modelId="{3D72EE45-B8D3-46CF-9E74-FCEDA39195CE}" type="presParOf" srcId="{9BB749BE-DEF2-4785-9398-1D674C44877E}" destId="{53EE8F2F-0D15-45B2-BC1E-2A6B2DB6291D}" srcOrd="1" destOrd="0" presId="urn:microsoft.com/office/officeart/2005/8/layout/chevron2"/>
    <dgm:cxn modelId="{FE377F8B-050D-4E9D-A13F-6C8509575315}" type="presParOf" srcId="{D63A1CAC-85C6-45CD-B1E6-2F2243EB8EF9}" destId="{3AB13D42-190C-4587-A89A-C06526FC4DFA}" srcOrd="1" destOrd="0" presId="urn:microsoft.com/office/officeart/2005/8/layout/chevron2"/>
    <dgm:cxn modelId="{C7FD9527-9C26-49D7-90F9-7F73928E5566}" type="presParOf" srcId="{D63A1CAC-85C6-45CD-B1E6-2F2243EB8EF9}" destId="{7BD7B428-BFC5-4E77-95E0-2B1A9905EFA5}" srcOrd="2" destOrd="0" presId="urn:microsoft.com/office/officeart/2005/8/layout/chevron2"/>
    <dgm:cxn modelId="{8A68C639-3B37-47D4-890B-EF7306D2AC52}" type="presParOf" srcId="{7BD7B428-BFC5-4E77-95E0-2B1A9905EFA5}" destId="{E823F444-D352-4E65-8CAD-8208F5A302BC}" srcOrd="0" destOrd="0" presId="urn:microsoft.com/office/officeart/2005/8/layout/chevron2"/>
    <dgm:cxn modelId="{9047AECD-BF37-42E6-A36B-E4581C601B3E}" type="presParOf" srcId="{7BD7B428-BFC5-4E77-95E0-2B1A9905EFA5}" destId="{C9A0F05D-3985-49F5-9F31-7EF82774BF03}" srcOrd="1" destOrd="0" presId="urn:microsoft.com/office/officeart/2005/8/layout/chevron2"/>
    <dgm:cxn modelId="{DAB9D058-D3E7-4D17-9ABA-FF63BE16D28A}" type="presParOf" srcId="{D63A1CAC-85C6-45CD-B1E6-2F2243EB8EF9}" destId="{C7AF85A9-CFB5-4145-9C78-A1F0D1FF37ED}" srcOrd="3" destOrd="0" presId="urn:microsoft.com/office/officeart/2005/8/layout/chevron2"/>
    <dgm:cxn modelId="{AA3EC9F5-F534-444A-8B16-6A011A3BCC1E}" type="presParOf" srcId="{D63A1CAC-85C6-45CD-B1E6-2F2243EB8EF9}" destId="{A5B15E0A-4B74-4060-9867-A38E8A746F9C}" srcOrd="4" destOrd="0" presId="urn:microsoft.com/office/officeart/2005/8/layout/chevron2"/>
    <dgm:cxn modelId="{9E66F039-033A-4B0B-8136-59AB333C1072}" type="presParOf" srcId="{A5B15E0A-4B74-4060-9867-A38E8A746F9C}" destId="{8601A6D4-156C-449A-B792-BD33D263F1A6}" srcOrd="0" destOrd="0" presId="urn:microsoft.com/office/officeart/2005/8/layout/chevron2"/>
    <dgm:cxn modelId="{401EF871-CBDE-4C85-B619-6E110274419D}" type="presParOf" srcId="{A5B15E0A-4B74-4060-9867-A38E8A746F9C}" destId="{C7A9CAB3-6D77-4780-9A05-5573388F0BC7}" srcOrd="1" destOrd="0" presId="urn:microsoft.com/office/officeart/2005/8/layout/chevron2"/>
    <dgm:cxn modelId="{07B596C2-8555-4CF2-B0C8-EB90A7962C00}" type="presParOf" srcId="{D63A1CAC-85C6-45CD-B1E6-2F2243EB8EF9}" destId="{C906C92E-1185-4A9D-99AF-27341D07BC30}" srcOrd="5" destOrd="0" presId="urn:microsoft.com/office/officeart/2005/8/layout/chevron2"/>
    <dgm:cxn modelId="{5127324D-2080-41A1-B71B-72A448EEED57}" type="presParOf" srcId="{D63A1CAC-85C6-45CD-B1E6-2F2243EB8EF9}" destId="{8381A929-F41C-4FB3-9E26-8FA78D691C03}" srcOrd="6" destOrd="0" presId="urn:microsoft.com/office/officeart/2005/8/layout/chevron2"/>
    <dgm:cxn modelId="{524D63D8-CF57-44E5-A3B6-5A54C27510E5}" type="presParOf" srcId="{8381A929-F41C-4FB3-9E26-8FA78D691C03}" destId="{69585F94-C29A-468B-A6FD-8B84363C5AFE}" srcOrd="0" destOrd="0" presId="urn:microsoft.com/office/officeart/2005/8/layout/chevron2"/>
    <dgm:cxn modelId="{B8A68D0A-82E5-4A8B-BD49-DE8D9C907FA1}" type="presParOf" srcId="{8381A929-F41C-4FB3-9E26-8FA78D691C03}" destId="{9034D94B-6E06-46F8-B72F-8BD1E7DC7745}" srcOrd="1" destOrd="0" presId="urn:microsoft.com/office/officeart/2005/8/layout/chevron2"/>
    <dgm:cxn modelId="{E096B3ED-4604-4482-93C7-2E887B0A1ED8}" type="presParOf" srcId="{D63A1CAC-85C6-45CD-B1E6-2F2243EB8EF9}" destId="{6DE4DFA9-5B44-40A9-BA0E-2ADF356FA018}" srcOrd="7" destOrd="0" presId="urn:microsoft.com/office/officeart/2005/8/layout/chevron2"/>
    <dgm:cxn modelId="{E78BFB7F-AA25-4B14-96B9-44615216CC1A}" type="presParOf" srcId="{D63A1CAC-85C6-45CD-B1E6-2F2243EB8EF9}" destId="{CDA3B475-19FD-4EA7-A57D-803AA1A3B068}" srcOrd="8" destOrd="0" presId="urn:microsoft.com/office/officeart/2005/8/layout/chevron2"/>
    <dgm:cxn modelId="{3840A4BD-271E-4A82-82CA-9CA212DA7E53}" type="presParOf" srcId="{CDA3B475-19FD-4EA7-A57D-803AA1A3B068}" destId="{09873C73-033F-481B-8A87-97CD0455DBB4}" srcOrd="0" destOrd="0" presId="urn:microsoft.com/office/officeart/2005/8/layout/chevron2"/>
    <dgm:cxn modelId="{44021930-6000-4F3C-ACEF-0E571F251A42}" type="presParOf" srcId="{CDA3B475-19FD-4EA7-A57D-803AA1A3B068}" destId="{2625E147-DBEE-40C0-9E91-1D9B5ED6ACBC}" srcOrd="1" destOrd="0" presId="urn:microsoft.com/office/officeart/2005/8/layout/chevron2"/>
    <dgm:cxn modelId="{E09A2837-60F5-45A8-A2E3-BA60C4A628F6}" type="presParOf" srcId="{D63A1CAC-85C6-45CD-B1E6-2F2243EB8EF9}" destId="{41B4A493-2BCC-4AF4-AEAC-149976DD2933}" srcOrd="9" destOrd="0" presId="urn:microsoft.com/office/officeart/2005/8/layout/chevron2"/>
    <dgm:cxn modelId="{E32200CA-F7E3-452E-AAE3-EE2DC995F9E6}" type="presParOf" srcId="{D63A1CAC-85C6-45CD-B1E6-2F2243EB8EF9}" destId="{7EA72F6B-C8A3-486C-A661-3320E6262426}" srcOrd="10" destOrd="0" presId="urn:microsoft.com/office/officeart/2005/8/layout/chevron2"/>
    <dgm:cxn modelId="{94064890-D333-44A5-AD38-A5A62A73932D}" type="presParOf" srcId="{7EA72F6B-C8A3-486C-A661-3320E6262426}" destId="{3E1EDFDC-93A6-437C-8D35-D8B543C8ED25}" srcOrd="0" destOrd="0" presId="urn:microsoft.com/office/officeart/2005/8/layout/chevron2"/>
    <dgm:cxn modelId="{2CA5BCF7-EE39-4F03-9255-309A9148C466}" type="presParOf" srcId="{7EA72F6B-C8A3-486C-A661-3320E6262426}" destId="{D3A15DD1-619C-4F17-B8B5-1D821DB40C1B}" srcOrd="1" destOrd="0" presId="urn:microsoft.com/office/officeart/2005/8/layout/chevron2"/>
    <dgm:cxn modelId="{12612AC1-A8FB-4D1F-A71C-887025E01C96}" type="presParOf" srcId="{D63A1CAC-85C6-45CD-B1E6-2F2243EB8EF9}" destId="{31A4AB96-8839-44B4-AB48-EE0274DE3ED4}" srcOrd="11" destOrd="0" presId="urn:microsoft.com/office/officeart/2005/8/layout/chevron2"/>
    <dgm:cxn modelId="{49D73CA7-988F-4CF9-B2D4-C7DEF1EA7AA2}" type="presParOf" srcId="{D63A1CAC-85C6-45CD-B1E6-2F2243EB8EF9}" destId="{B6D55BBB-CAC1-43FE-8954-16C38F74B5EC}" srcOrd="12" destOrd="0" presId="urn:microsoft.com/office/officeart/2005/8/layout/chevron2"/>
    <dgm:cxn modelId="{CD8E6D2C-6AB6-4E09-BEC0-B46A937B3F52}" type="presParOf" srcId="{B6D55BBB-CAC1-43FE-8954-16C38F74B5EC}" destId="{A893F85C-7928-42A2-A851-FEF7E5C639DE}" srcOrd="0" destOrd="0" presId="urn:microsoft.com/office/officeart/2005/8/layout/chevron2"/>
    <dgm:cxn modelId="{2301FC53-A07F-4B20-8972-167FEB6C43F1}" type="presParOf" srcId="{B6D55BBB-CAC1-43FE-8954-16C38F74B5EC}" destId="{A5A68033-8B07-4DEA-97D1-E05F58E436C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EE0F5-48F0-4AEF-8C15-95CD46A22A0C}">
      <dsp:nvSpPr>
        <dsp:cNvPr id="0" name=""/>
        <dsp:cNvSpPr/>
      </dsp:nvSpPr>
      <dsp:spPr>
        <a:xfrm rot="5400000">
          <a:off x="-116876" y="122481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1</a:t>
          </a:r>
          <a:endParaRPr lang="en-US" sz="2000" kern="1200" dirty="0"/>
        </a:p>
      </dsp:txBody>
      <dsp:txXfrm rot="-5400000">
        <a:off x="2" y="278317"/>
        <a:ext cx="545425" cy="233754"/>
      </dsp:txXfrm>
    </dsp:sp>
    <dsp:sp modelId="{53EE8F2F-0D15-45B2-BC1E-2A6B2DB6291D}">
      <dsp:nvSpPr>
        <dsp:cNvPr id="0" name=""/>
        <dsp:cNvSpPr/>
      </dsp:nvSpPr>
      <dsp:spPr>
        <a:xfrm rot="5400000">
          <a:off x="4324646" y="-3773616"/>
          <a:ext cx="506733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Βασικές έννοιες της Πληροφορικής και της Επιστήμης των Ηλεκτρονικών Υπολογιστών</a:t>
          </a:r>
          <a:endParaRPr lang="en-US" sz="2000" kern="1200" dirty="0"/>
        </a:p>
      </dsp:txBody>
      <dsp:txXfrm rot="-5400000">
        <a:off x="545426" y="30342"/>
        <a:ext cx="8040437" cy="457259"/>
      </dsp:txXfrm>
    </dsp:sp>
    <dsp:sp modelId="{E823F444-D352-4E65-8CAD-8208F5A302BC}">
      <dsp:nvSpPr>
        <dsp:cNvPr id="0" name=""/>
        <dsp:cNvSpPr/>
      </dsp:nvSpPr>
      <dsp:spPr>
        <a:xfrm rot="5400000">
          <a:off x="-116876" y="817519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2</a:t>
          </a:r>
          <a:endParaRPr lang="en-US" sz="2000" kern="1200" dirty="0"/>
        </a:p>
      </dsp:txBody>
      <dsp:txXfrm rot="-5400000">
        <a:off x="2" y="973355"/>
        <a:ext cx="545425" cy="233754"/>
      </dsp:txXfrm>
    </dsp:sp>
    <dsp:sp modelId="{C9A0F05D-3985-49F5-9F31-7EF82774BF03}">
      <dsp:nvSpPr>
        <dsp:cNvPr id="0" name=""/>
        <dsp:cNvSpPr/>
      </dsp:nvSpPr>
      <dsp:spPr>
        <a:xfrm rot="5400000">
          <a:off x="4324779" y="-3078710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Υλικό/Αρχιτεκτονική Ηλεκτρονικών Υπολογιστών </a:t>
          </a:r>
          <a:endParaRPr lang="en-US" sz="2000" kern="1200" dirty="0"/>
        </a:p>
      </dsp:txBody>
      <dsp:txXfrm rot="-5400000">
        <a:off x="545425" y="725368"/>
        <a:ext cx="8040450" cy="457018"/>
      </dsp:txXfrm>
    </dsp:sp>
    <dsp:sp modelId="{8601A6D4-156C-449A-B792-BD33D263F1A6}">
      <dsp:nvSpPr>
        <dsp:cNvPr id="0" name=""/>
        <dsp:cNvSpPr/>
      </dsp:nvSpPr>
      <dsp:spPr>
        <a:xfrm rot="5400000">
          <a:off x="-116876" y="1512558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3</a:t>
          </a:r>
          <a:endParaRPr lang="en-US" sz="2000" kern="1200" dirty="0"/>
        </a:p>
      </dsp:txBody>
      <dsp:txXfrm rot="-5400000">
        <a:off x="2" y="1668394"/>
        <a:ext cx="545425" cy="233754"/>
      </dsp:txXfrm>
    </dsp:sp>
    <dsp:sp modelId="{C7A9CAB3-6D77-4780-9A05-5573388F0BC7}">
      <dsp:nvSpPr>
        <dsp:cNvPr id="0" name=""/>
        <dsp:cNvSpPr/>
      </dsp:nvSpPr>
      <dsp:spPr>
        <a:xfrm rot="5400000">
          <a:off x="4324779" y="-2383672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Λειτουργικά Συστήματα</a:t>
          </a:r>
          <a:endParaRPr lang="en-US" sz="2000" kern="1200" dirty="0"/>
        </a:p>
      </dsp:txBody>
      <dsp:txXfrm rot="-5400000">
        <a:off x="545425" y="1420406"/>
        <a:ext cx="8040450" cy="457018"/>
      </dsp:txXfrm>
    </dsp:sp>
    <dsp:sp modelId="{69585F94-C29A-468B-A6FD-8B84363C5AFE}">
      <dsp:nvSpPr>
        <dsp:cNvPr id="0" name=""/>
        <dsp:cNvSpPr/>
      </dsp:nvSpPr>
      <dsp:spPr>
        <a:xfrm rot="5400000">
          <a:off x="-116876" y="2207597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4</a:t>
          </a:r>
          <a:endParaRPr lang="en-US" sz="2000" kern="1200" dirty="0"/>
        </a:p>
      </dsp:txBody>
      <dsp:txXfrm rot="-5400000">
        <a:off x="2" y="2363433"/>
        <a:ext cx="545425" cy="233754"/>
      </dsp:txXfrm>
    </dsp:sp>
    <dsp:sp modelId="{9034D94B-6E06-46F8-B72F-8BD1E7DC7745}">
      <dsp:nvSpPr>
        <dsp:cNvPr id="0" name=""/>
        <dsp:cNvSpPr/>
      </dsp:nvSpPr>
      <dsp:spPr>
        <a:xfrm rot="5400000">
          <a:off x="4324779" y="-1688633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Λογισμικό εφαρμογών </a:t>
          </a:r>
          <a:endParaRPr lang="en-US" sz="2000" kern="1200" dirty="0"/>
        </a:p>
      </dsp:txBody>
      <dsp:txXfrm rot="-5400000">
        <a:off x="545425" y="2115445"/>
        <a:ext cx="8040450" cy="457018"/>
      </dsp:txXfrm>
    </dsp:sp>
    <dsp:sp modelId="{09873C73-033F-481B-8A87-97CD0455DBB4}">
      <dsp:nvSpPr>
        <dsp:cNvPr id="0" name=""/>
        <dsp:cNvSpPr/>
      </dsp:nvSpPr>
      <dsp:spPr>
        <a:xfrm rot="5400000">
          <a:off x="-116876" y="2902635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5</a:t>
          </a:r>
          <a:endParaRPr lang="en-US" sz="2000" kern="1200" dirty="0"/>
        </a:p>
      </dsp:txBody>
      <dsp:txXfrm rot="-5400000">
        <a:off x="2" y="3058471"/>
        <a:ext cx="545425" cy="233754"/>
      </dsp:txXfrm>
    </dsp:sp>
    <dsp:sp modelId="{2625E147-DBEE-40C0-9E91-1D9B5ED6ACBC}">
      <dsp:nvSpPr>
        <dsp:cNvPr id="0" name=""/>
        <dsp:cNvSpPr/>
      </dsp:nvSpPr>
      <dsp:spPr>
        <a:xfrm rot="5400000">
          <a:off x="4324779" y="-993594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Δίκτυα και Διαδίκτυο</a:t>
          </a:r>
          <a:endParaRPr lang="en-US" sz="2000" kern="1200" dirty="0"/>
        </a:p>
      </dsp:txBody>
      <dsp:txXfrm rot="-5400000">
        <a:off x="545425" y="2810484"/>
        <a:ext cx="8040450" cy="457018"/>
      </dsp:txXfrm>
    </dsp:sp>
    <dsp:sp modelId="{3E1EDFDC-93A6-437C-8D35-D8B543C8ED25}">
      <dsp:nvSpPr>
        <dsp:cNvPr id="0" name=""/>
        <dsp:cNvSpPr/>
      </dsp:nvSpPr>
      <dsp:spPr>
        <a:xfrm rot="5400000">
          <a:off x="-116876" y="3597674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6</a:t>
          </a:r>
          <a:endParaRPr lang="en-US" sz="2000" kern="1200" dirty="0"/>
        </a:p>
      </dsp:txBody>
      <dsp:txXfrm rot="-5400000">
        <a:off x="2" y="3753510"/>
        <a:ext cx="545425" cy="233754"/>
      </dsp:txXfrm>
    </dsp:sp>
    <dsp:sp modelId="{D3A15DD1-619C-4F17-B8B5-1D821DB40C1B}">
      <dsp:nvSpPr>
        <dsp:cNvPr id="0" name=""/>
        <dsp:cNvSpPr/>
      </dsp:nvSpPr>
      <dsp:spPr>
        <a:xfrm rot="5400000">
          <a:off x="4324779" y="-298556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Βάσεις Δεδομένων και Ανάπτυξη Πληροφοριακών Συστημάτων</a:t>
          </a:r>
          <a:endParaRPr lang="en-US" sz="2000" kern="1200" dirty="0"/>
        </a:p>
      </dsp:txBody>
      <dsp:txXfrm rot="-5400000">
        <a:off x="545425" y="3505522"/>
        <a:ext cx="8040450" cy="457018"/>
      </dsp:txXfrm>
    </dsp:sp>
    <dsp:sp modelId="{A893F85C-7928-42A2-A851-FEF7E5C639DE}">
      <dsp:nvSpPr>
        <dsp:cNvPr id="0" name=""/>
        <dsp:cNvSpPr/>
      </dsp:nvSpPr>
      <dsp:spPr>
        <a:xfrm rot="5400000">
          <a:off x="-116876" y="4292713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7</a:t>
          </a:r>
          <a:endParaRPr lang="en-US" sz="2000" kern="1200" dirty="0"/>
        </a:p>
      </dsp:txBody>
      <dsp:txXfrm rot="-5400000">
        <a:off x="2" y="4448549"/>
        <a:ext cx="545425" cy="233754"/>
      </dsp:txXfrm>
    </dsp:sp>
    <dsp:sp modelId="{A5A68033-8B07-4DEA-97D1-E05F58E436CE}">
      <dsp:nvSpPr>
        <dsp:cNvPr id="0" name=""/>
        <dsp:cNvSpPr/>
      </dsp:nvSpPr>
      <dsp:spPr>
        <a:xfrm rot="5400000">
          <a:off x="4324779" y="396482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Αλγοριθμική Σκέψη, Προγραμματισμός και Σύγχρονες Εφαρμογές Πληροφορικής</a:t>
          </a:r>
          <a:endParaRPr lang="en-US" sz="2000" kern="1200" dirty="0"/>
        </a:p>
      </dsp:txBody>
      <dsp:txXfrm rot="-5400000">
        <a:off x="545425" y="4200560"/>
        <a:ext cx="8040450" cy="457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Δηλαδή, το μάθημα δεν είναι μόνο να μάθουν «χειρισμό υπολογιστή», αλλά να γίνουν </a:t>
            </a:r>
            <a:r>
              <a:rPr lang="el-GR" b="1" dirty="0"/>
              <a:t>ενεργοί, υπεύθυνοι και δημιουργικοί χρήστες της τεχνολογίας</a:t>
            </a:r>
            <a:r>
              <a:rPr lang="el-GR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661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313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698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589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ppavlikas@gmail.com" TargetMode="External"/><Relationship Id="rId2" Type="http://schemas.openxmlformats.org/officeDocument/2006/relationships/hyperlink" Target="mailto:pavlikas.pavlos@ucy.ac.c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/>
          <a:lstStyle/>
          <a:p>
            <a:r>
              <a:rPr lang="el-GR" dirty="0"/>
              <a:t>Στοιχεία Επικοινωνίας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</a:t>
            </a:r>
          </a:p>
          <a:p>
            <a:pPr lvl="1"/>
            <a:r>
              <a:rPr lang="en-GB" b="1" dirty="0">
                <a:hlinkClick r:id="rId2"/>
              </a:rPr>
              <a:t>pavlikas.pavlos@ucy.ac.cy</a:t>
            </a:r>
            <a:endParaRPr lang="el-GR" dirty="0">
              <a:hlinkClick r:id="rId3"/>
            </a:endParaRPr>
          </a:p>
          <a:p>
            <a:pPr lvl="1"/>
            <a:r>
              <a:rPr lang="en-US" dirty="0">
                <a:hlinkClick r:id="rId3"/>
              </a:rPr>
              <a:t>ppavlikas@gmail.com</a:t>
            </a:r>
            <a:endParaRPr lang="en-US" dirty="0"/>
          </a:p>
          <a:p>
            <a:r>
              <a:rPr lang="el-GR" sz="3600" dirty="0"/>
              <a:t>Τηλέφωνο</a:t>
            </a:r>
          </a:p>
          <a:p>
            <a:pPr lvl="1"/>
            <a:r>
              <a:rPr lang="el-GR" sz="3200" dirty="0"/>
              <a:t>99542086</a:t>
            </a:r>
            <a:endParaRPr lang="en-US" sz="3200" dirty="0"/>
          </a:p>
          <a:p>
            <a:pPr lvl="1"/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18034-7B58-ABA0-AA51-57EF1B531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56552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92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/>
          <a:lstStyle/>
          <a:p>
            <a:r>
              <a:rPr lang="el-GR" dirty="0"/>
              <a:t>Στοιχεία Εκπαιδευομένων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F849C-95BC-2EF2-4FF5-A09D443BB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057400"/>
            <a:ext cx="3581399" cy="35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013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95399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l-GR" b="1" dirty="0">
                <a:latin typeface="+mn-lt"/>
                <a:cs typeface="Arial" pitchFamily="34" charset="0"/>
              </a:rPr>
              <a:t>Διδακτική Πληροφορικής Ι</a:t>
            </a:r>
            <a:endParaRPr lang="en-US" b="1" dirty="0">
              <a:latin typeface="+mn-lt"/>
              <a:cs typeface="Arial" pitchFamily="34" charset="0"/>
            </a:endParaRPr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23760" y="0"/>
            <a:ext cx="1920240" cy="5334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1300084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l-GR" sz="2800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r>
              <a:rPr lang="el-GR" b="1" dirty="0"/>
              <a:t>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1295400"/>
            <a:ext cx="9144000" cy="5492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400" b="1" dirty="0"/>
              <a:t>Με</a:t>
            </a:r>
            <a:r>
              <a:rPr lang="el-GR" sz="2400" dirty="0"/>
              <a:t> </a:t>
            </a:r>
            <a:r>
              <a:rPr lang="el-GR" sz="2400" b="1" dirty="0"/>
              <a:t>το τέλος του μαθήματος οι εκπαιδευόμενοι αναμένεται να:</a:t>
            </a:r>
            <a:endParaRPr lang="en-US" sz="2400" dirty="0"/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Ενημερωθούν για τα αναλυτικά προγράμματα που εφαρμόζονται στο Γυμνάσιο και στο Λύκειο.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Αποκτήσουν δεξιότητες για την αποτελεσματική διδασκαλία των βασικών θεμάτων πληροφορικής στα σχολεία.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Ενημερωθούν για τα λογισμικά που χρησιμοποιούνται.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Γνωρίσουν σύγχρονες παιδαγωγικές αρχές και τις εφαρμόζουν στο μάθημα της Πληροφορικής. 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Γνωρίζουν θέματα σχετικά με την οργάνωση του εργαστηρίου, καθώς επίσης για την ασφάλεια των μαθητών στο εργαστήριο της Πληροφορικής. 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Διαχείριση τάξης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Ετοιμάζουν και να υλοποιούν σχέδιο μαθήματος </a:t>
            </a:r>
            <a:endParaRPr lang="en-US" sz="2000" dirty="0"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95399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l-GR" b="1" dirty="0">
                <a:latin typeface="+mn-lt"/>
                <a:cs typeface="Arial" pitchFamily="34" charset="0"/>
              </a:rPr>
              <a:t>Διδακτική Πληροφορικής Ι</a:t>
            </a:r>
            <a:endParaRPr lang="en-US" b="1" dirty="0">
              <a:latin typeface="+mn-lt"/>
              <a:cs typeface="Arial" pitchFamily="34" charset="0"/>
            </a:endParaRPr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23760" y="0"/>
            <a:ext cx="1920240" cy="5334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1300084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l-GR" sz="2800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r>
              <a:rPr lang="el-GR" b="1" dirty="0"/>
              <a:t> 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11CAEF-F2A2-F140-71F8-104E007C8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737688"/>
              </p:ext>
            </p:extLst>
          </p:nvPr>
        </p:nvGraphicFramePr>
        <p:xfrm>
          <a:off x="1295401" y="2514600"/>
          <a:ext cx="6705600" cy="319670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4561582">
                  <a:extLst>
                    <a:ext uri="{9D8B030D-6E8A-4147-A177-3AD203B41FA5}">
                      <a16:colId xmlns:a16="http://schemas.microsoft.com/office/drawing/2014/main" val="1151126670"/>
                    </a:ext>
                  </a:extLst>
                </a:gridCol>
                <a:gridCol w="2144018">
                  <a:extLst>
                    <a:ext uri="{9D8B030D-6E8A-4147-A177-3AD203B41FA5}">
                      <a16:colId xmlns:a16="http://schemas.microsoft.com/office/drawing/2014/main" val="1750322931"/>
                    </a:ext>
                  </a:extLst>
                </a:gridCol>
              </a:tblGrid>
              <a:tr h="5985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Αξιολόγηση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Ποσοστό Βαθμολογίας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69862687"/>
                  </a:ext>
                </a:extLst>
              </a:tr>
              <a:tr h="347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Ασκήσεις στην τάξη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25%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4570578"/>
                  </a:ext>
                </a:extLst>
              </a:tr>
              <a:tr h="1308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 dirty="0">
                          <a:effectLst/>
                        </a:rPr>
                        <a:t>Οργάνωση και Παρουσίαση </a:t>
                      </a:r>
                      <a:r>
                        <a:rPr lang="el-GR" sz="1800" dirty="0" err="1">
                          <a:effectLst/>
                        </a:rPr>
                        <a:t>Μικροδιδασκαλίας</a:t>
                      </a:r>
                      <a:r>
                        <a:rPr lang="el-GR" sz="1800" dirty="0">
                          <a:effectLst/>
                        </a:rPr>
                        <a:t> (ομαδική) </a:t>
                      </a:r>
                      <a:endParaRPr lang="en-CY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 dirty="0" err="1">
                          <a:effectLst/>
                        </a:rPr>
                        <a:t>Αναστοχασμός</a:t>
                      </a:r>
                      <a:r>
                        <a:rPr lang="el-GR" sz="1800" dirty="0">
                          <a:effectLst/>
                        </a:rPr>
                        <a:t> </a:t>
                      </a:r>
                      <a:r>
                        <a:rPr lang="el-GR" sz="1800" dirty="0" err="1">
                          <a:effectLst/>
                        </a:rPr>
                        <a:t>Μικροδιδασκαλίας</a:t>
                      </a:r>
                      <a:r>
                        <a:rPr lang="el-GR" sz="1800" dirty="0">
                          <a:effectLst/>
                        </a:rPr>
                        <a:t> (ομαδική)</a:t>
                      </a:r>
                      <a:endParaRPr lang="en-CY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40%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7280436"/>
                  </a:ext>
                </a:extLst>
              </a:tr>
              <a:tr h="7167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Σχεδιασμός ενός ολοκληρωμένου μαθήματος (Σχέδιο Μαθήματος, πρωτότυπο συνοδευτικό υλικό)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 dirty="0">
                          <a:effectLst/>
                        </a:rPr>
                        <a:t>3</a:t>
                      </a:r>
                      <a:r>
                        <a:rPr lang="en-US" sz="1800" dirty="0">
                          <a:effectLst/>
                        </a:rPr>
                        <a:t>5</a:t>
                      </a:r>
                      <a:r>
                        <a:rPr lang="el-GR" sz="1800" dirty="0">
                          <a:effectLst/>
                        </a:rPr>
                        <a:t>%</a:t>
                      </a:r>
                      <a:endParaRPr lang="en-CY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09885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27BB-7E8F-5A40-7F04-13C318421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CBCF-FCEB-1B42-64CD-478D8924C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95399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l-GR" b="1" dirty="0">
                <a:latin typeface="+mn-lt"/>
                <a:cs typeface="Arial" pitchFamily="34" charset="0"/>
              </a:rPr>
              <a:t>Διδακτική Πληροφορικής Ι</a:t>
            </a:r>
            <a:endParaRPr lang="en-US" b="1" dirty="0">
              <a:latin typeface="+mn-lt"/>
              <a:cs typeface="Arial" pitchFamily="34" charset="0"/>
            </a:endParaRPr>
          </a:p>
        </p:txBody>
      </p:sp>
      <p:pic>
        <p:nvPicPr>
          <p:cNvPr id="11266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BB6A1A0D-C176-62FD-58E3-BDB3C97E6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23760" y="0"/>
            <a:ext cx="1920240" cy="533400"/>
          </a:xfrm>
          <a:prstGeom prst="rect">
            <a:avLst/>
          </a:prstGeom>
          <a:noFill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4E131E-B74B-41A4-B577-B78058AEBE42}"/>
              </a:ext>
            </a:extLst>
          </p:cNvPr>
          <p:cNvSpPr/>
          <p:nvPr/>
        </p:nvSpPr>
        <p:spPr>
          <a:xfrm>
            <a:off x="0" y="1300084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l-GR" sz="2800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r>
              <a:rPr lang="el-GR" b="1" dirty="0"/>
              <a:t>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01C642-FB01-8DE6-A888-410E0EB3C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458632"/>
              </p:ext>
            </p:extLst>
          </p:nvPr>
        </p:nvGraphicFramePr>
        <p:xfrm>
          <a:off x="76200" y="967864"/>
          <a:ext cx="8991600" cy="589791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726304">
                  <a:extLst>
                    <a:ext uri="{9D8B030D-6E8A-4147-A177-3AD203B41FA5}">
                      <a16:colId xmlns:a16="http://schemas.microsoft.com/office/drawing/2014/main" val="2406447205"/>
                    </a:ext>
                  </a:extLst>
                </a:gridCol>
                <a:gridCol w="7265296">
                  <a:extLst>
                    <a:ext uri="{9D8B030D-6E8A-4147-A177-3AD203B41FA5}">
                      <a16:colId xmlns:a16="http://schemas.microsoft.com/office/drawing/2014/main" val="1255558549"/>
                    </a:ext>
                  </a:extLst>
                </a:gridCol>
              </a:tblGrid>
              <a:tr h="2257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 dirty="0">
                          <a:effectLst/>
                        </a:rPr>
                        <a:t>Ημερομηνία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 dirty="0">
                          <a:effectLst/>
                        </a:rPr>
                        <a:t>Θέμα 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954452082"/>
                  </a:ext>
                </a:extLst>
              </a:tr>
              <a:tr h="118532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 dirty="0">
                          <a:effectLst/>
                        </a:rPr>
                        <a:t>1</a:t>
                      </a:r>
                      <a:r>
                        <a:rPr lang="en-US" sz="1500" dirty="0">
                          <a:effectLst/>
                        </a:rPr>
                        <a:t>6</a:t>
                      </a:r>
                      <a:r>
                        <a:rPr lang="el-GR" sz="1500" dirty="0">
                          <a:effectLst/>
                        </a:rPr>
                        <a:t>/9/202</a:t>
                      </a:r>
                      <a:r>
                        <a:rPr lang="en-US" sz="1500" dirty="0">
                          <a:effectLst/>
                        </a:rPr>
                        <a:t>6</a:t>
                      </a:r>
                      <a:r>
                        <a:rPr lang="el-GR" sz="1500" dirty="0">
                          <a:effectLst/>
                        </a:rPr>
                        <a:t> 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Εισαγωγή 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Γνωριμία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Αναφορά στο Περιεχόμενο του Μαθήματος και στις υποχρεώσεις των συμμετεχόντων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Αναφορά στις υποχρεώσεις της Σχολικής Εμπειρίας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2880718289"/>
                  </a:ext>
                </a:extLst>
              </a:tr>
              <a:tr h="1185320">
                <a:tc v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Η Πληροφορική στο σχολείο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Ο ρόλος του Καθηγητή της Πληροφορικής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Γνωριμία με τα Αναλυτικά Προγράμματα του Γυμνασίου και Λυκείου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Αναφορά και επεξήγηση των Δεικτών Επιτυχίας και Επάρκειας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Γνωριμία με το σχέδιο μαθήματος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2693802077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30/09/2026</a:t>
                      </a:r>
                      <a:endParaRPr lang="en-CY" sz="15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>
                          <a:effectLst/>
                        </a:rPr>
                        <a:t> </a:t>
                      </a:r>
                      <a:endParaRPr lang="en-CY" sz="1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Προγραμματισμός Διδασκαλίας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Διαμορφωτική Διδασκαλία/ Αξιολόγηση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Ετοιμασία Σχέδιου Μαθήματος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863917479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14/10/2026</a:t>
                      </a:r>
                      <a:endParaRPr lang="en-CY" sz="15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>
                          <a:effectLst/>
                        </a:rPr>
                        <a:t> </a:t>
                      </a:r>
                      <a:endParaRPr lang="en-CY" sz="1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Δημιουργία Σχεδίου Μαθήματος, Φύλλου Εργασίας και Σημειώσεων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 err="1">
                          <a:effectLst/>
                        </a:rPr>
                        <a:t>Αναστοχασμός</a:t>
                      </a:r>
                      <a:r>
                        <a:rPr lang="el-GR" sz="1500" dirty="0">
                          <a:effectLst/>
                        </a:rPr>
                        <a:t> – Ανατροφοδότηση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Σχεδιασμός </a:t>
                      </a:r>
                      <a:r>
                        <a:rPr lang="el-GR" sz="1500" dirty="0" err="1">
                          <a:effectLst/>
                        </a:rPr>
                        <a:t>Μικροδιδασκαλίας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001505729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>
                          <a:effectLst/>
                        </a:rPr>
                        <a:t>21</a:t>
                      </a:r>
                      <a:r>
                        <a:rPr lang="en-US" sz="1500">
                          <a:effectLst/>
                        </a:rPr>
                        <a:t>/1</a:t>
                      </a:r>
                      <a:r>
                        <a:rPr lang="el-GR" sz="1500">
                          <a:effectLst/>
                        </a:rPr>
                        <a:t>0</a:t>
                      </a:r>
                      <a:r>
                        <a:rPr lang="en-US" sz="1500">
                          <a:effectLst/>
                        </a:rPr>
                        <a:t>/2026</a:t>
                      </a:r>
                      <a:endParaRPr lang="en-CY" sz="15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>
                          <a:effectLst/>
                        </a:rPr>
                        <a:t>(</a:t>
                      </a:r>
                      <a:r>
                        <a:rPr lang="en-US" sz="1500">
                          <a:effectLst/>
                        </a:rPr>
                        <a:t>online)</a:t>
                      </a:r>
                      <a:endParaRPr lang="en-CY" sz="1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Οργάνωση εργαστηρίου/τάξης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Διαχείριση Τάξης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Παρουσίαση Χρήσιμων Λογισμικών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203488152"/>
                  </a:ext>
                </a:extLst>
              </a:tr>
              <a:tr h="2721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18/11/2026</a:t>
                      </a:r>
                      <a:endParaRPr lang="en-CY" sz="1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Παρουσίαση, </a:t>
                      </a:r>
                      <a:r>
                        <a:rPr lang="el-GR" sz="1500" dirty="0" err="1">
                          <a:effectLst/>
                        </a:rPr>
                        <a:t>αναστοχασμός</a:t>
                      </a:r>
                      <a:r>
                        <a:rPr lang="el-GR" sz="1500" dirty="0">
                          <a:effectLst/>
                        </a:rPr>
                        <a:t>, ανατροφοδότηση </a:t>
                      </a:r>
                      <a:r>
                        <a:rPr lang="el-GR" sz="1500" dirty="0" err="1">
                          <a:effectLst/>
                        </a:rPr>
                        <a:t>Μικροδιδασκαλιών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986508331"/>
                  </a:ext>
                </a:extLst>
              </a:tr>
              <a:tr h="5742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 dirty="0">
                          <a:effectLst/>
                        </a:rPr>
                        <a:t>25</a:t>
                      </a:r>
                      <a:r>
                        <a:rPr lang="en-US" sz="1500" dirty="0">
                          <a:effectLst/>
                        </a:rPr>
                        <a:t>/1</a:t>
                      </a:r>
                      <a:r>
                        <a:rPr lang="el-GR" sz="1500" dirty="0">
                          <a:effectLst/>
                        </a:rPr>
                        <a:t>1</a:t>
                      </a:r>
                      <a:r>
                        <a:rPr lang="en-US" sz="1500" dirty="0">
                          <a:effectLst/>
                        </a:rPr>
                        <a:t>/2026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Παρουσίαση, </a:t>
                      </a:r>
                      <a:r>
                        <a:rPr lang="el-GR" sz="1500" dirty="0" err="1">
                          <a:effectLst/>
                        </a:rPr>
                        <a:t>αναστοχασμός</a:t>
                      </a:r>
                      <a:r>
                        <a:rPr lang="el-GR" sz="1500" dirty="0">
                          <a:effectLst/>
                        </a:rPr>
                        <a:t>, ανατροφοδότηση </a:t>
                      </a:r>
                      <a:r>
                        <a:rPr lang="el-GR" sz="1500" dirty="0" err="1">
                          <a:effectLst/>
                        </a:rPr>
                        <a:t>Μικροδιδασκαλιών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84806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592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3086100" cy="6858000"/>
            <a:chOff x="0" y="0"/>
            <a:chExt cx="30861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30861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3820" y="1447800"/>
              <a:ext cx="2971799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01 </a:t>
              </a:r>
            </a:p>
            <a:p>
              <a:pPr lvl="0"/>
              <a:r>
                <a:rPr lang="el-GR" sz="3200" dirty="0"/>
                <a:t>Η Πληροφορική στη Μέση Εκπαίδευση</a:t>
              </a:r>
              <a:endParaRPr lang="en-GB" sz="3200" dirty="0"/>
            </a:p>
            <a:p>
              <a:endParaRPr lang="en-GB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72200" y="0"/>
            <a:ext cx="3101340" cy="6858000"/>
            <a:chOff x="6172200" y="0"/>
            <a:chExt cx="3101340" cy="6858000"/>
          </a:xfrm>
        </p:grpSpPr>
        <p:sp>
          <p:nvSpPr>
            <p:cNvPr id="6" name="Rectangle 5"/>
            <p:cNvSpPr/>
            <p:nvPr/>
          </p:nvSpPr>
          <p:spPr>
            <a:xfrm>
              <a:off x="6172200" y="0"/>
              <a:ext cx="29718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6301741" y="1600199"/>
              <a:ext cx="2971799" cy="3385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03 </a:t>
              </a:r>
            </a:p>
            <a:p>
              <a:pPr lvl="0"/>
              <a:r>
                <a:rPr lang="el-GR" sz="3200" dirty="0"/>
                <a:t>Πορεία Διδασκαλίας - </a:t>
              </a:r>
            </a:p>
            <a:p>
              <a:pPr lvl="0"/>
              <a:r>
                <a:rPr lang="el-GR" sz="3200" dirty="0"/>
                <a:t>Σχέδιο Μαθήματος</a:t>
              </a:r>
              <a:endParaRPr lang="en-GB" sz="3200" dirty="0"/>
            </a:p>
            <a:p>
              <a:endParaRPr lang="en-GB" sz="3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86100" y="0"/>
            <a:ext cx="3086100" cy="6858000"/>
            <a:chOff x="3086100" y="0"/>
            <a:chExt cx="3086100" cy="6858000"/>
          </a:xfrm>
        </p:grpSpPr>
        <p:sp>
          <p:nvSpPr>
            <p:cNvPr id="4" name="Rectangle 3"/>
            <p:cNvSpPr/>
            <p:nvPr/>
          </p:nvSpPr>
          <p:spPr>
            <a:xfrm>
              <a:off x="3086100" y="0"/>
              <a:ext cx="3086100" cy="6858000"/>
            </a:xfrm>
            <a:prstGeom prst="rect">
              <a:avLst/>
            </a:prstGeom>
            <a:solidFill>
              <a:srgbClr val="FAC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 flipH="1">
              <a:off x="3108959" y="1600200"/>
              <a:ext cx="2971799" cy="3077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02 </a:t>
              </a:r>
            </a:p>
            <a:p>
              <a:pPr lvl="0"/>
              <a:r>
                <a:rPr lang="el-GR" sz="2800" dirty="0"/>
                <a:t>Δείκτες Επιτυχίας &amp; Επάρκειας, </a:t>
              </a:r>
              <a:r>
                <a:rPr lang="el-GR" sz="2800" dirty="0" err="1"/>
                <a:t>Προαπετούμενες</a:t>
              </a:r>
              <a:r>
                <a:rPr lang="el-GR" sz="2800" dirty="0"/>
                <a:t> γνώσεις, κομβικές ικανότητες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l-GR" dirty="0"/>
              <a:t>Η Πληροφορική στο σχολείο</a:t>
            </a:r>
            <a:br>
              <a:rPr lang="en-GB" dirty="0"/>
            </a:br>
            <a:r>
              <a:rPr lang="el-GR" dirty="0"/>
              <a:t>Ο ρόλος του Καθηγητή  Πληροφορικής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01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73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l-GR" b="1" dirty="0">
                <a:latin typeface="+mn-lt"/>
                <a:cs typeface="Arial" pitchFamily="34" charset="0"/>
              </a:rPr>
              <a:t>Η Πληροφορική στη Μέση Εκπαίδευση</a:t>
            </a:r>
            <a:endParaRPr lang="en-US" b="1" dirty="0">
              <a:latin typeface="+mn-lt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l-GR" dirty="0"/>
              <a:t>Υποχρεωτικό Μάθημα (2 περίοδοι)</a:t>
            </a:r>
          </a:p>
          <a:p>
            <a:pPr lvl="1"/>
            <a:r>
              <a:rPr lang="el-GR" dirty="0"/>
              <a:t>Γυμνάσιο + Α΄ Λυκείου</a:t>
            </a:r>
          </a:p>
          <a:p>
            <a:r>
              <a:rPr lang="el-GR" dirty="0"/>
              <a:t>Επιλεγόμενο Μάθημα (4 περίοδοι)</a:t>
            </a:r>
          </a:p>
          <a:p>
            <a:pPr lvl="1"/>
            <a:r>
              <a:rPr lang="el-GR" dirty="0"/>
              <a:t>Β΄ και Γ΄ Λυκείου</a:t>
            </a:r>
          </a:p>
          <a:p>
            <a:pPr lvl="1"/>
            <a:r>
              <a:rPr lang="el-GR" dirty="0"/>
              <a:t>Μαθήματα:</a:t>
            </a:r>
          </a:p>
          <a:p>
            <a:pPr lvl="2"/>
            <a:r>
              <a:rPr lang="el-GR" dirty="0"/>
              <a:t>Πληροφορική Κατεύθυνση</a:t>
            </a:r>
          </a:p>
          <a:p>
            <a:pPr lvl="2"/>
            <a:r>
              <a:rPr lang="el-GR" dirty="0"/>
              <a:t>Εφαρμογές Πληροφορικής</a:t>
            </a:r>
          </a:p>
          <a:p>
            <a:pPr lvl="2"/>
            <a:r>
              <a:rPr lang="el-GR" dirty="0"/>
              <a:t>Δίκτυα (</a:t>
            </a:r>
            <a:r>
              <a:rPr lang="en-US" dirty="0"/>
              <a:t>Cisco)</a:t>
            </a:r>
            <a:endParaRPr lang="el-GR" dirty="0"/>
          </a:p>
          <a:p>
            <a:r>
              <a:rPr lang="el-GR" dirty="0"/>
              <a:t>Άλλοι τύποι σχολείων (Εσπερινά, μουσικά, αθλητικά)</a:t>
            </a:r>
            <a:endParaRPr lang="en-GB" dirty="0"/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4200" y="6117967"/>
            <a:ext cx="1920240" cy="5334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1300084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l-GR" sz="2800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r>
              <a:rPr lang="el-GR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972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954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sz="4000" b="1" dirty="0"/>
              <a:t>Καθήκοντα Καθηγητή Πληροφορικής</a:t>
            </a:r>
            <a:endParaRPr lang="en-US" sz="4000" b="1" dirty="0"/>
          </a:p>
        </p:txBody>
      </p:sp>
      <p:sp>
        <p:nvSpPr>
          <p:cNvPr id="8" name="Rectangle 7"/>
          <p:cNvSpPr/>
          <p:nvPr/>
        </p:nvSpPr>
        <p:spPr>
          <a:xfrm>
            <a:off x="0" y="1295400"/>
            <a:ext cx="9144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Διδακτικό Έργο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Συντήρηση των Υπολογιστών των Εργαστηρίων και     Ειδικών Αιθουσών του Σχολείου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Συντήρηση του Δικτύου του Σχολείου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Δημιουργία και Ενημέρωση Ιστοσελίδας 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Υπευθυνότητα Τμήματος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Δημιουργία σχολικού προγράμματος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Προετοιμασία Μαθητών για Συμμετοχή σε Διαγωνισμούς 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Παροχή Βοήθειας και υποστήριξη καθηγητών άλλων ειδικοτήτων 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Άλλα (Ηλεκτρονική Διοίκηση, Υπεύθυνος Εξετάσεων </a:t>
            </a:r>
            <a:r>
              <a:rPr lang="en-US" sz="2800" dirty="0"/>
              <a:t>ECDL</a:t>
            </a:r>
            <a:r>
              <a:rPr lang="el-GR" sz="2800" dirty="0"/>
              <a:t>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128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FAC090"/>
          </a:solidFill>
        </p:spPr>
        <p:txBody>
          <a:bodyPr/>
          <a:lstStyle/>
          <a:p>
            <a:r>
              <a:rPr lang="el-GR"/>
              <a:t>Ο σημαντικότερος </a:t>
            </a:r>
            <a:r>
              <a:rPr lang="el-GR" dirty="0"/>
              <a:t>ρόλος του καθηγητή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0" y="1371600"/>
            <a:ext cx="7315200" cy="48683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90800" y="1905000"/>
            <a:ext cx="6553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600" dirty="0"/>
              <a:t>«Οι μαθητές μας δεν θα θυμούνται πάντα τι </a:t>
            </a:r>
            <a:endParaRPr lang="en-US" sz="3600" dirty="0"/>
          </a:p>
          <a:p>
            <a:pPr algn="ctr"/>
            <a:r>
              <a:rPr lang="el-GR" sz="3600" dirty="0"/>
              <a:t>τους διδάξαμε· θα θυμούνται πώς τους</a:t>
            </a:r>
            <a:endParaRPr lang="en-US" sz="3600" dirty="0"/>
          </a:p>
          <a:p>
            <a:pPr algn="ctr"/>
            <a:r>
              <a:rPr lang="el-GR" sz="3600" dirty="0"/>
              <a:t> κάναμε να νιώσουν.»</a:t>
            </a:r>
          </a:p>
          <a:p>
            <a:pPr algn="ctr"/>
            <a:endParaRPr lang="en-GB" sz="3600" dirty="0"/>
          </a:p>
        </p:txBody>
      </p:sp>
      <p:pic>
        <p:nvPicPr>
          <p:cNvPr id="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217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l-GR" b="1" dirty="0"/>
              <a:t>Σκοπός του μαθήματος της Πληροφορικής 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0" y="144780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Να μάθουν οι μαθητές πώς να χρησιμοποιούν τους υπολογιστές και τις νέες τεχνολογίες σωστά, υπεύθυνα και με ασφάλεια.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Να αποκτήσουν γνώσεις και δεξιότητες που θα τους χρειαστούν στην καθημερινή τους ζωή, στις σπουδές και στην εργασία τους.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Να μάθουν να λύνουν προβλήματα με συστηματικό τρόπο, χρησιμοποιώντας προγραμματισμό και εργαλεία πληροφορικής.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Να αναπτύξουν κριτική και δημιουργική σκέψη ώστε να μπορούν να λειτουργούν στην κοινωνία της πληροφορίας του 21ου αιώνα.</a:t>
            </a:r>
            <a:endParaRPr lang="en-US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579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Διδακτική Προσέγγιση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0" y="144780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Δεν είναι μόνο θεωρία, αλλά και πράξη στο εργαστήριο.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Χρησιμοποιεί διαφορετικούς τρόπους διδασκαλίας, γιατί οι μαθητές έχουν διαφορετικές ανάγκες και επίπεδα.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Συνδέει όσα μαθαίνουμε με την καθημερινή ζωή.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Δίνει έμφαση στη συνεργασία μεταξύ των μαθητών.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Στόχος είναι να αναπτύξουν οι μαθητές κριτική και δημιουργική σκέψη.</a:t>
            </a:r>
            <a:endParaRPr lang="en-US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67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Θεματικές Ενότητες</a:t>
            </a:r>
            <a:endParaRPr lang="en-US" b="1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24225151"/>
              </p:ext>
            </p:extLst>
          </p:nvPr>
        </p:nvGraphicFramePr>
        <p:xfrm>
          <a:off x="152400" y="1308100"/>
          <a:ext cx="8610600" cy="4960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7654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BFEE0F5-48F0-4AEF-8C15-95CD46A22A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823F444-D352-4E65-8CAD-8208F5A302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601A6D4-156C-449A-B792-BD33D263F1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9585F94-C29A-468B-A6FD-8B84363C5A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9873C73-033F-481B-8A87-97CD0455DB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E1EDFDC-93A6-437C-8D35-D8B543C8ED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893F85C-7928-42A2-A851-FEF7E5C639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3EE8F2F-0D15-45B2-BC1E-2A6B2DB629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9A0F05D-3985-49F5-9F31-7EF82774BF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7A9CAB3-6D77-4780-9A05-5573388F0B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034D94B-6E06-46F8-B72F-8BD1E7DC7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625E147-DBEE-40C0-9E91-1D9B5ED6AC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3A15DD1-619C-4F17-B8B5-1D821DB40C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5A68033-8B07-4DEA-97D1-E05F58E436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lvl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Θεματικές Ενότητες/ Τάξη-Μάθημα</a:t>
            </a:r>
            <a:endParaRPr lang="en-US" b="1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557294"/>
              </p:ext>
            </p:extLst>
          </p:nvPr>
        </p:nvGraphicFramePr>
        <p:xfrm>
          <a:off x="533400" y="1397000"/>
          <a:ext cx="8153400" cy="49606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3484777471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301693112"/>
                    </a:ext>
                  </a:extLst>
                </a:gridCol>
              </a:tblGrid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Τάξη</a:t>
                      </a:r>
                      <a:r>
                        <a:rPr lang="el-GR" sz="2800" baseline="0" dirty="0"/>
                        <a:t> - Μάθημα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Ενότητα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305137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Α’ Γυμνασίου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1, 2, 3,</a:t>
                      </a:r>
                      <a:r>
                        <a:rPr lang="el-GR" sz="2800" baseline="0" dirty="0"/>
                        <a:t> 4, 5, 7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533031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Β’ Γυμνασίου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4, 7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471838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Γ’ Γυμνασίου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1, 2,</a:t>
                      </a:r>
                      <a:r>
                        <a:rPr lang="el-GR" sz="2800" baseline="0" dirty="0"/>
                        <a:t> 3, 6, 7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88204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Α΄</a:t>
                      </a:r>
                      <a:r>
                        <a:rPr lang="el-GR" sz="2800" baseline="0" dirty="0"/>
                        <a:t> Λυκείου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2, 3, 4, 5, 7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05608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Β’ </a:t>
                      </a:r>
                      <a:r>
                        <a:rPr lang="el-GR" sz="2800" baseline="0" dirty="0"/>
                        <a:t> Λυκείου (Κατεύθυνση)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1, 6, 7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63313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Β΄ Λυκείου (Εφαρμογές)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2, 3, 4, 5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37661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Γ’ </a:t>
                      </a:r>
                      <a:r>
                        <a:rPr lang="el-GR" sz="2800" baseline="0" dirty="0"/>
                        <a:t> Λυκείου (Κατεύθυνση)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1, 2, 7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961725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Γ΄ Λυκείου (Εφαρμογές)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4, 5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13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014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</TotalTime>
  <Words>742</Words>
  <Application>Microsoft Office PowerPoint</Application>
  <PresentationFormat>On-screen Show (4:3)</PresentationFormat>
  <Paragraphs>195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Στοιχεία Επικοινωνίας</vt:lpstr>
      <vt:lpstr>Στοιχεία Εκπαιδευομένων</vt:lpstr>
      <vt:lpstr>Διδακτική Πληροφορικής Ι</vt:lpstr>
      <vt:lpstr>Διδακτική Πληροφορικής Ι</vt:lpstr>
      <vt:lpstr>Διδακτική Πληροφορικής Ι</vt:lpstr>
      <vt:lpstr>PowerPoint Presentation</vt:lpstr>
      <vt:lpstr>Η Πληροφορική στο σχολείο Ο ρόλος του Καθηγητή  Πληροφορικής </vt:lpstr>
      <vt:lpstr>Η Πληροφορική στη Μέση Εκπαίδευση</vt:lpstr>
      <vt:lpstr>Καθήκοντα Καθηγητή Πληροφορικής</vt:lpstr>
      <vt:lpstr>Ο σημαντικότερος ρόλος του καθηγητή</vt:lpstr>
      <vt:lpstr>Σκοπός του μαθήματος της Πληροφορικής </vt:lpstr>
      <vt:lpstr>Διδακτική Προσέγγιση</vt:lpstr>
      <vt:lpstr>Θεματικές Ενότητες</vt:lpstr>
      <vt:lpstr>Θεματικές Ενότητες/ Τάξη-Μάθημα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101</cp:revision>
  <dcterms:created xsi:type="dcterms:W3CDTF">2015-09-15T19:28:21Z</dcterms:created>
  <dcterms:modified xsi:type="dcterms:W3CDTF">2026-10-18T18:41:26Z</dcterms:modified>
</cp:coreProperties>
</file>