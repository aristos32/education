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7" r:id="rId2"/>
    <p:sldId id="276" r:id="rId3"/>
    <p:sldId id="278" r:id="rId4"/>
    <p:sldId id="299" r:id="rId5"/>
    <p:sldId id="269" r:id="rId6"/>
    <p:sldId id="271" r:id="rId7"/>
    <p:sldId id="318" r:id="rId8"/>
    <p:sldId id="280" r:id="rId9"/>
    <p:sldId id="287" r:id="rId10"/>
    <p:sldId id="281" r:id="rId11"/>
    <p:sldId id="284" r:id="rId12"/>
    <p:sldId id="285" r:id="rId13"/>
    <p:sldId id="289" r:id="rId14"/>
    <p:sldId id="290" r:id="rId15"/>
    <p:sldId id="291" r:id="rId16"/>
    <p:sldId id="293" r:id="rId17"/>
    <p:sldId id="288" r:id="rId18"/>
    <p:sldId id="294" r:id="rId19"/>
    <p:sldId id="295" r:id="rId20"/>
    <p:sldId id="296" r:id="rId21"/>
    <p:sldId id="300" r:id="rId22"/>
    <p:sldId id="301" r:id="rId23"/>
    <p:sldId id="302" r:id="rId24"/>
    <p:sldId id="305" r:id="rId25"/>
    <p:sldId id="306" r:id="rId26"/>
    <p:sldId id="292" r:id="rId27"/>
    <p:sldId id="312" r:id="rId28"/>
    <p:sldId id="313" r:id="rId29"/>
    <p:sldId id="314" r:id="rId30"/>
    <p:sldId id="315" r:id="rId31"/>
    <p:sldId id="317" r:id="rId32"/>
    <p:sldId id="297" r:id="rId33"/>
    <p:sldId id="298" r:id="rId34"/>
    <p:sldId id="32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5F51C-3A47-4657-8AB8-F5BE4F1A9032}" v="222" dt="2026-09-16T06:41:01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82" d="100"/>
          <a:sy n="82" d="100"/>
        </p:scale>
        <p:origin x="98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Παύλος Παυλικκάς" userId="87ce08cf-e656-4f7b-a509-c64b0287524c" providerId="ADAL" clId="{76C507FD-C420-4F5F-B7C5-76F21C83873B}"/>
    <pc:docChg chg="undo custSel addSld delSld modSld sldOrd">
      <pc:chgData name="Παύλος Παυλικκάς" userId="87ce08cf-e656-4f7b-a509-c64b0287524c" providerId="ADAL" clId="{76C507FD-C420-4F5F-B7C5-76F21C83873B}" dt="2026-09-16T07:34:26.861" v="695" actId="47"/>
      <pc:docMkLst>
        <pc:docMk/>
      </pc:docMkLst>
      <pc:sldChg chg="modSp mod">
        <pc:chgData name="Παύλος Παυλικκάς" userId="87ce08cf-e656-4f7b-a509-c64b0287524c" providerId="ADAL" clId="{76C507FD-C420-4F5F-B7C5-76F21C83873B}" dt="2026-09-16T05:27:00.965" v="29" actId="20577"/>
        <pc:sldMkLst>
          <pc:docMk/>
          <pc:sldMk cId="0" sldId="269"/>
        </pc:sldMkLst>
        <pc:spChg chg="mod">
          <ac:chgData name="Παύλος Παυλικκάς" userId="87ce08cf-e656-4f7b-a509-c64b0287524c" providerId="ADAL" clId="{76C507FD-C420-4F5F-B7C5-76F21C83873B}" dt="2026-09-16T05:27:00.965" v="29" actId="20577"/>
          <ac:spMkLst>
            <pc:docMk/>
            <pc:sldMk cId="0" sldId="269"/>
            <ac:spMk id="5" creationId="{00000000-0000-0000-0000-000000000000}"/>
          </ac:spMkLst>
        </pc:spChg>
      </pc:sldChg>
      <pc:sldChg chg="addSp delSp modSp mod">
        <pc:chgData name="Παύλος Παυλικκάς" userId="87ce08cf-e656-4f7b-a509-c64b0287524c" providerId="ADAL" clId="{76C507FD-C420-4F5F-B7C5-76F21C83873B}" dt="2026-09-16T06:03:26.514" v="421" actId="12385"/>
        <pc:sldMkLst>
          <pc:docMk/>
          <pc:sldMk cId="0" sldId="271"/>
        </pc:sldMkLst>
        <pc:graphicFrameChg chg="add mod modGraphic">
          <ac:chgData name="Παύλος Παυλικκάς" userId="87ce08cf-e656-4f7b-a509-c64b0287524c" providerId="ADAL" clId="{76C507FD-C420-4F5F-B7C5-76F21C83873B}" dt="2026-09-16T06:03:26.514" v="421" actId="12385"/>
          <ac:graphicFrameMkLst>
            <pc:docMk/>
            <pc:sldMk cId="0" sldId="271"/>
            <ac:graphicFrameMk id="3" creationId="{C911CAEF-F2A2-F140-71F8-104E007C8799}"/>
          </ac:graphicFrameMkLst>
        </pc:graphicFrameChg>
        <pc:graphicFrameChg chg="del">
          <ac:chgData name="Παύλος Παυλικκάς" userId="87ce08cf-e656-4f7b-a509-c64b0287524c" providerId="ADAL" clId="{76C507FD-C420-4F5F-B7C5-76F21C83873B}" dt="2026-09-16T05:27:16.797" v="30" actId="478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modSp del mod">
        <pc:chgData name="Παύλος Παυλικκάς" userId="87ce08cf-e656-4f7b-a509-c64b0287524c" providerId="ADAL" clId="{76C507FD-C420-4F5F-B7C5-76F21C83873B}" dt="2026-09-16T06:38:26.778" v="453" actId="47"/>
        <pc:sldMkLst>
          <pc:docMk/>
          <pc:sldMk cId="0" sldId="274"/>
        </pc:sldMkLst>
        <pc:spChg chg="mod">
          <ac:chgData name="Παύλος Παυλικκάς" userId="87ce08cf-e656-4f7b-a509-c64b0287524c" providerId="ADAL" clId="{76C507FD-C420-4F5F-B7C5-76F21C83873B}" dt="2026-09-16T06:37:40.232" v="442" actId="20577"/>
          <ac:spMkLst>
            <pc:docMk/>
            <pc:sldMk cId="0" sldId="274"/>
            <ac:spMk id="2" creationId="{00000000-0000-0000-0000-000000000000}"/>
          </ac:spMkLst>
        </pc:spChg>
      </pc:sldChg>
      <pc:sldChg chg="addSp delSp modSp mod">
        <pc:chgData name="Παύλος Παυλικκάς" userId="87ce08cf-e656-4f7b-a509-c64b0287524c" providerId="ADAL" clId="{76C507FD-C420-4F5F-B7C5-76F21C83873B}" dt="2026-09-16T05:24:02.795" v="19" actId="1076"/>
        <pc:sldMkLst>
          <pc:docMk/>
          <pc:sldMk cId="2844892332" sldId="278"/>
        </pc:sldMkLst>
        <pc:picChg chg="del">
          <ac:chgData name="Παύλος Παυλικκάς" userId="87ce08cf-e656-4f7b-a509-c64b0287524c" providerId="ADAL" clId="{76C507FD-C420-4F5F-B7C5-76F21C83873B}" dt="2026-09-16T05:23:43.645" v="16" actId="478"/>
          <ac:picMkLst>
            <pc:docMk/>
            <pc:sldMk cId="2844892332" sldId="278"/>
            <ac:picMk id="4" creationId="{00000000-0000-0000-0000-000000000000}"/>
          </ac:picMkLst>
        </pc:picChg>
        <pc:picChg chg="add mod">
          <ac:chgData name="Παύλος Παυλικκάς" userId="87ce08cf-e656-4f7b-a509-c64b0287524c" providerId="ADAL" clId="{76C507FD-C420-4F5F-B7C5-76F21C83873B}" dt="2026-09-16T05:24:02.795" v="19" actId="1076"/>
          <ac:picMkLst>
            <pc:docMk/>
            <pc:sldMk cId="2844892332" sldId="278"/>
            <ac:picMk id="6" creationId="{C8A18034-7B58-ABA0-AA51-57EF1B531A1F}"/>
          </ac:picMkLst>
        </pc:picChg>
      </pc:sldChg>
      <pc:sldChg chg="addSp delSp modSp del mod delAnim modAnim">
        <pc:chgData name="Παύλος Παυλικκάς" userId="87ce08cf-e656-4f7b-a509-c64b0287524c" providerId="ADAL" clId="{76C507FD-C420-4F5F-B7C5-76F21C83873B}" dt="2026-09-16T07:34:26.861" v="695" actId="47"/>
        <pc:sldMkLst>
          <pc:docMk/>
          <pc:sldMk cId="2881575585" sldId="279"/>
        </pc:sldMkLst>
        <pc:picChg chg="add mod modCrop">
          <ac:chgData name="Παύλος Παυλικκάς" userId="87ce08cf-e656-4f7b-a509-c64b0287524c" providerId="ADAL" clId="{76C507FD-C420-4F5F-B7C5-76F21C83873B}" dt="2026-09-16T05:06:26.485" v="13" actId="1076"/>
          <ac:picMkLst>
            <pc:docMk/>
            <pc:sldMk cId="2881575585" sldId="279"/>
            <ac:picMk id="9" creationId="{BD2CA4BE-8AF2-A6F1-DAAE-E90BA02BC04E}"/>
          </ac:picMkLst>
        </pc:picChg>
        <pc:picChg chg="del">
          <ac:chgData name="Παύλος Παυλικκάς" userId="87ce08cf-e656-4f7b-a509-c64b0287524c" providerId="ADAL" clId="{76C507FD-C420-4F5F-B7C5-76F21C83873B}" dt="2026-09-16T05:05:02.973" v="5" actId="478"/>
          <ac:picMkLst>
            <pc:docMk/>
            <pc:sldMk cId="2881575585" sldId="279"/>
            <ac:picMk id="11" creationId="{00000000-0000-0000-0000-000000000000}"/>
          </ac:picMkLst>
        </pc:picChg>
      </pc:sldChg>
      <pc:sldChg chg="modSp mod">
        <pc:chgData name="Παύλος Παυλικκάς" userId="87ce08cf-e656-4f7b-a509-c64b0287524c" providerId="ADAL" clId="{76C507FD-C420-4F5F-B7C5-76F21C83873B}" dt="2026-09-16T05:54:13.094" v="183" actId="20577"/>
        <pc:sldMkLst>
          <pc:docMk/>
          <pc:sldMk cId="3542971618" sldId="280"/>
        </pc:sldMkLst>
        <pc:spChg chg="mod">
          <ac:chgData name="Παύλος Παυλικκάς" userId="87ce08cf-e656-4f7b-a509-c64b0287524c" providerId="ADAL" clId="{76C507FD-C420-4F5F-B7C5-76F21C83873B}" dt="2026-09-16T05:30:39.574" v="71"/>
          <ac:spMkLst>
            <pc:docMk/>
            <pc:sldMk cId="3542971618" sldId="280"/>
            <ac:spMk id="4" creationId="{00000000-0000-0000-0000-000000000000}"/>
          </ac:spMkLst>
        </pc:spChg>
        <pc:spChg chg="mod">
          <ac:chgData name="Παύλος Παυλικκάς" userId="87ce08cf-e656-4f7b-a509-c64b0287524c" providerId="ADAL" clId="{76C507FD-C420-4F5F-B7C5-76F21C83873B}" dt="2026-09-16T05:30:28.636" v="70" actId="20577"/>
          <ac:spMkLst>
            <pc:docMk/>
            <pc:sldMk cId="3542971618" sldId="280"/>
            <ac:spMk id="7" creationId="{00000000-0000-0000-0000-000000000000}"/>
          </ac:spMkLst>
        </pc:spChg>
        <pc:spChg chg="mod">
          <ac:chgData name="Παύλος Παυλικκάς" userId="87ce08cf-e656-4f7b-a509-c64b0287524c" providerId="ADAL" clId="{76C507FD-C420-4F5F-B7C5-76F21C83873B}" dt="2026-09-16T05:54:13.094" v="183" actId="20577"/>
          <ac:spMkLst>
            <pc:docMk/>
            <pc:sldMk cId="3542971618" sldId="280"/>
            <ac:spMk id="8" creationId="{00000000-0000-0000-0000-000000000000}"/>
          </ac:spMkLst>
        </pc:spChg>
        <pc:spChg chg="mod">
          <ac:chgData name="Παύλος Παυλικκάς" userId="87ce08cf-e656-4f7b-a509-c64b0287524c" providerId="ADAL" clId="{76C507FD-C420-4F5F-B7C5-76F21C83873B}" dt="2026-09-16T05:53:48.887" v="161" actId="404"/>
          <ac:spMkLst>
            <pc:docMk/>
            <pc:sldMk cId="3542971618" sldId="280"/>
            <ac:spMk id="9" creationId="{00000000-0000-0000-0000-000000000000}"/>
          </ac:spMkLst>
        </pc:spChg>
        <pc:grpChg chg="mod">
          <ac:chgData name="Παύλος Παυλικκάς" userId="87ce08cf-e656-4f7b-a509-c64b0287524c" providerId="ADAL" clId="{76C507FD-C420-4F5F-B7C5-76F21C83873B}" dt="2026-09-16T05:30:39.574" v="71"/>
          <ac:grpSpMkLst>
            <pc:docMk/>
            <pc:sldMk cId="3542971618" sldId="280"/>
            <ac:grpSpMk id="11" creationId="{00000000-0000-0000-0000-000000000000}"/>
          </ac:grpSpMkLst>
        </pc:grpChg>
      </pc:sldChg>
      <pc:sldChg chg="del">
        <pc:chgData name="Παύλος Παυλικκάς" userId="87ce08cf-e656-4f7b-a509-c64b0287524c" providerId="ADAL" clId="{76C507FD-C420-4F5F-B7C5-76F21C83873B}" dt="2026-09-16T05:31:25.178" v="97" actId="47"/>
        <pc:sldMkLst>
          <pc:docMk/>
          <pc:sldMk cId="2532358512" sldId="286"/>
        </pc:sldMkLst>
      </pc:sldChg>
      <pc:sldChg chg="modSp mod">
        <pc:chgData name="Παύλος Παυλικκάς" userId="87ce08cf-e656-4f7b-a509-c64b0287524c" providerId="ADAL" clId="{76C507FD-C420-4F5F-B7C5-76F21C83873B}" dt="2026-09-16T05:54:50.738" v="187" actId="14100"/>
        <pc:sldMkLst>
          <pc:docMk/>
          <pc:sldMk cId="2418946017" sldId="288"/>
        </pc:sldMkLst>
        <pc:spChg chg="mod">
          <ac:chgData name="Παύλος Παυλικκάς" userId="87ce08cf-e656-4f7b-a509-c64b0287524c" providerId="ADAL" clId="{76C507FD-C420-4F5F-B7C5-76F21C83873B}" dt="2026-09-16T05:54:50.738" v="187" actId="14100"/>
          <ac:spMkLst>
            <pc:docMk/>
            <pc:sldMk cId="2418946017" sldId="288"/>
            <ac:spMk id="2" creationId="{00000000-0000-0000-0000-000000000000}"/>
          </ac:spMkLst>
        </pc:spChg>
      </pc:sldChg>
      <pc:sldChg chg="ord">
        <pc:chgData name="Παύλος Παυλικκάς" userId="87ce08cf-e656-4f7b-a509-c64b0287524c" providerId="ADAL" clId="{76C507FD-C420-4F5F-B7C5-76F21C83873B}" dt="2026-09-16T05:31:05.815" v="90"/>
        <pc:sldMkLst>
          <pc:docMk/>
          <pc:sldMk cId="427579237" sldId="289"/>
        </pc:sldMkLst>
      </pc:sldChg>
      <pc:sldChg chg="ord">
        <pc:chgData name="Παύλος Παυλικκάς" userId="87ce08cf-e656-4f7b-a509-c64b0287524c" providerId="ADAL" clId="{76C507FD-C420-4F5F-B7C5-76F21C83873B}" dt="2026-09-16T05:31:09.644" v="92"/>
        <pc:sldMkLst>
          <pc:docMk/>
          <pc:sldMk cId="305677120" sldId="290"/>
        </pc:sldMkLst>
      </pc:sldChg>
      <pc:sldChg chg="ord">
        <pc:chgData name="Παύλος Παυλικκάς" userId="87ce08cf-e656-4f7b-a509-c64b0287524c" providerId="ADAL" clId="{76C507FD-C420-4F5F-B7C5-76F21C83873B}" dt="2026-09-16T05:31:17.549" v="94"/>
        <pc:sldMkLst>
          <pc:docMk/>
          <pc:sldMk cId="1976540317" sldId="291"/>
        </pc:sldMkLst>
      </pc:sldChg>
      <pc:sldChg chg="modSp ord">
        <pc:chgData name="Παύλος Παυλικκάς" userId="87ce08cf-e656-4f7b-a509-c64b0287524c" providerId="ADAL" clId="{76C507FD-C420-4F5F-B7C5-76F21C83873B}" dt="2026-09-16T05:55:27.732" v="188"/>
        <pc:sldMkLst>
          <pc:docMk/>
          <pc:sldMk cId="3446216825" sldId="292"/>
        </pc:sldMkLst>
        <pc:spChg chg="mod">
          <ac:chgData name="Παύλος Παυλικκάς" userId="87ce08cf-e656-4f7b-a509-c64b0287524c" providerId="ADAL" clId="{76C507FD-C420-4F5F-B7C5-76F21C83873B}" dt="2026-09-16T05:55:27.732" v="188"/>
          <ac:spMkLst>
            <pc:docMk/>
            <pc:sldMk cId="3446216825" sldId="292"/>
            <ac:spMk id="2" creationId="{00000000-0000-0000-0000-000000000000}"/>
          </ac:spMkLst>
        </pc:spChg>
      </pc:sldChg>
      <pc:sldChg chg="ord">
        <pc:chgData name="Παύλος Παυλικκάς" userId="87ce08cf-e656-4f7b-a509-c64b0287524c" providerId="ADAL" clId="{76C507FD-C420-4F5F-B7C5-76F21C83873B}" dt="2026-09-16T05:31:20.287" v="96"/>
        <pc:sldMkLst>
          <pc:docMk/>
          <pc:sldMk cId="2002014267" sldId="293"/>
        </pc:sldMkLst>
      </pc:sldChg>
      <pc:sldChg chg="addSp delSp mod">
        <pc:chgData name="Παύλος Παυλικκάς" userId="87ce08cf-e656-4f7b-a509-c64b0287524c" providerId="ADAL" clId="{76C507FD-C420-4F5F-B7C5-76F21C83873B}" dt="2026-09-16T05:50:00.646" v="105" actId="22"/>
        <pc:sldMkLst>
          <pc:docMk/>
          <pc:sldMk cId="570488984" sldId="296"/>
        </pc:sldMkLst>
        <pc:spChg chg="add del">
          <ac:chgData name="Παύλος Παυλικκάς" userId="87ce08cf-e656-4f7b-a509-c64b0287524c" providerId="ADAL" clId="{76C507FD-C420-4F5F-B7C5-76F21C83873B}" dt="2026-09-16T05:49:57.156" v="103" actId="22"/>
          <ac:spMkLst>
            <pc:docMk/>
            <pc:sldMk cId="570488984" sldId="296"/>
            <ac:spMk id="3" creationId="{BE29A70D-176B-D02F-A055-57471CA2589B}"/>
          </ac:spMkLst>
        </pc:spChg>
        <pc:spChg chg="add del">
          <ac:chgData name="Παύλος Παυλικκάς" userId="87ce08cf-e656-4f7b-a509-c64b0287524c" providerId="ADAL" clId="{76C507FD-C420-4F5F-B7C5-76F21C83873B}" dt="2026-09-16T05:50:00.646" v="105" actId="22"/>
          <ac:spMkLst>
            <pc:docMk/>
            <pc:sldMk cId="570488984" sldId="296"/>
            <ac:spMk id="7" creationId="{36C73A64-CDE8-586E-FAA1-2C367785C800}"/>
          </ac:spMkLst>
        </pc:spChg>
      </pc:sldChg>
      <pc:sldChg chg="delSp modSp mod">
        <pc:chgData name="Παύλος Παυλικκάς" userId="87ce08cf-e656-4f7b-a509-c64b0287524c" providerId="ADAL" clId="{76C507FD-C420-4F5F-B7C5-76F21C83873B}" dt="2026-09-16T05:59:07.335" v="193" actId="1076"/>
        <pc:sldMkLst>
          <pc:docMk/>
          <pc:sldMk cId="1273143668" sldId="297"/>
        </pc:sldMkLst>
        <pc:spChg chg="del">
          <ac:chgData name="Παύλος Παυλικκάς" userId="87ce08cf-e656-4f7b-a509-c64b0287524c" providerId="ADAL" clId="{76C507FD-C420-4F5F-B7C5-76F21C83873B}" dt="2026-09-16T05:55:37.115" v="189" actId="478"/>
          <ac:spMkLst>
            <pc:docMk/>
            <pc:sldMk cId="1273143668" sldId="297"/>
            <ac:spMk id="6" creationId="{00000000-0000-0000-0000-000000000000}"/>
          </ac:spMkLst>
        </pc:spChg>
        <pc:picChg chg="mod">
          <ac:chgData name="Παύλος Παυλικκάς" userId="87ce08cf-e656-4f7b-a509-c64b0287524c" providerId="ADAL" clId="{76C507FD-C420-4F5F-B7C5-76F21C83873B}" dt="2026-09-16T05:59:07.335" v="193" actId="1076"/>
          <ac:picMkLst>
            <pc:docMk/>
            <pc:sldMk cId="1273143668" sldId="297"/>
            <ac:picMk id="3" creationId="{00000000-0000-0000-0000-000000000000}"/>
          </ac:picMkLst>
        </pc:picChg>
      </pc:sldChg>
      <pc:sldChg chg="addSp delSp modSp mod">
        <pc:chgData name="Παύλος Παυλικκάς" userId="87ce08cf-e656-4f7b-a509-c64b0287524c" providerId="ADAL" clId="{76C507FD-C420-4F5F-B7C5-76F21C83873B}" dt="2026-09-16T05:26:15.985" v="25" actId="1076"/>
        <pc:sldMkLst>
          <pc:docMk/>
          <pc:sldMk cId="1255013265" sldId="299"/>
        </pc:sldMkLst>
        <pc:spChg chg="add del mod">
          <ac:chgData name="Παύλος Παυλικκάς" userId="87ce08cf-e656-4f7b-a509-c64b0287524c" providerId="ADAL" clId="{76C507FD-C420-4F5F-B7C5-76F21C83873B}" dt="2026-09-16T05:26:07.345" v="22" actId="478"/>
          <ac:spMkLst>
            <pc:docMk/>
            <pc:sldMk cId="1255013265" sldId="299"/>
            <ac:spMk id="4" creationId="{F9FBEBF1-EE1D-CB37-1611-11843DED7391}"/>
          </ac:spMkLst>
        </pc:spChg>
        <pc:picChg chg="del">
          <ac:chgData name="Παύλος Παυλικκάς" userId="87ce08cf-e656-4f7b-a509-c64b0287524c" providerId="ADAL" clId="{76C507FD-C420-4F5F-B7C5-76F21C83873B}" dt="2026-09-16T05:25:57.756" v="20" actId="478"/>
          <ac:picMkLst>
            <pc:docMk/>
            <pc:sldMk cId="1255013265" sldId="299"/>
            <ac:picMk id="6" creationId="{00000000-0000-0000-0000-000000000000}"/>
          </ac:picMkLst>
        </pc:picChg>
        <pc:picChg chg="add mod">
          <ac:chgData name="Παύλος Παυλικκάς" userId="87ce08cf-e656-4f7b-a509-c64b0287524c" providerId="ADAL" clId="{76C507FD-C420-4F5F-B7C5-76F21C83873B}" dt="2026-09-16T05:26:15.985" v="25" actId="1076"/>
          <ac:picMkLst>
            <pc:docMk/>
            <pc:sldMk cId="1255013265" sldId="299"/>
            <ac:picMk id="7" creationId="{493F849C-95BC-2EF2-4FF5-A09D443BBDEC}"/>
          </ac:picMkLst>
        </pc:picChg>
      </pc:sldChg>
      <pc:sldChg chg="add">
        <pc:chgData name="Παύλος Παυλικκάς" userId="87ce08cf-e656-4f7b-a509-c64b0287524c" providerId="ADAL" clId="{76C507FD-C420-4F5F-B7C5-76F21C83873B}" dt="2026-09-16T05:50:11.399" v="106"/>
        <pc:sldMkLst>
          <pc:docMk/>
          <pc:sldMk cId="74208894" sldId="300"/>
        </pc:sldMkLst>
      </pc:sldChg>
      <pc:sldChg chg="add setBg">
        <pc:chgData name="Παύλος Παυλικκάς" userId="87ce08cf-e656-4f7b-a509-c64b0287524c" providerId="ADAL" clId="{76C507FD-C420-4F5F-B7C5-76F21C83873B}" dt="2026-09-16T05:50:11.399" v="106"/>
        <pc:sldMkLst>
          <pc:docMk/>
          <pc:sldMk cId="87196975" sldId="301"/>
        </pc:sldMkLst>
      </pc:sldChg>
      <pc:sldChg chg="add setBg">
        <pc:chgData name="Παύλος Παυλικκάς" userId="87ce08cf-e656-4f7b-a509-c64b0287524c" providerId="ADAL" clId="{76C507FD-C420-4F5F-B7C5-76F21C83873B}" dt="2026-09-16T05:50:11.399" v="106"/>
        <pc:sldMkLst>
          <pc:docMk/>
          <pc:sldMk cId="3505582398" sldId="302"/>
        </pc:sldMkLst>
      </pc:sldChg>
      <pc:sldChg chg="add del setBg">
        <pc:chgData name="Παύλος Παυλικκάς" userId="87ce08cf-e656-4f7b-a509-c64b0287524c" providerId="ADAL" clId="{76C507FD-C420-4F5F-B7C5-76F21C83873B}" dt="2026-09-16T05:52:30.116" v="107" actId="47"/>
        <pc:sldMkLst>
          <pc:docMk/>
          <pc:sldMk cId="2142041121" sldId="303"/>
        </pc:sldMkLst>
      </pc:sldChg>
      <pc:sldChg chg="add del setBg">
        <pc:chgData name="Παύλος Παυλικκάς" userId="87ce08cf-e656-4f7b-a509-c64b0287524c" providerId="ADAL" clId="{76C507FD-C420-4F5F-B7C5-76F21C83873B}" dt="2026-09-16T05:52:30.116" v="107" actId="47"/>
        <pc:sldMkLst>
          <pc:docMk/>
          <pc:sldMk cId="263451384" sldId="304"/>
        </pc:sldMkLst>
      </pc:sldChg>
      <pc:sldChg chg="add setBg">
        <pc:chgData name="Παύλος Παυλικκάς" userId="87ce08cf-e656-4f7b-a509-c64b0287524c" providerId="ADAL" clId="{76C507FD-C420-4F5F-B7C5-76F21C83873B}" dt="2026-09-16T05:50:11.399" v="106"/>
        <pc:sldMkLst>
          <pc:docMk/>
          <pc:sldMk cId="3677577980" sldId="305"/>
        </pc:sldMkLst>
      </pc:sldChg>
      <pc:sldChg chg="add setBg">
        <pc:chgData name="Παύλος Παυλικκάς" userId="87ce08cf-e656-4f7b-a509-c64b0287524c" providerId="ADAL" clId="{76C507FD-C420-4F5F-B7C5-76F21C83873B}" dt="2026-09-16T05:50:11.399" v="106"/>
        <pc:sldMkLst>
          <pc:docMk/>
          <pc:sldMk cId="640548699" sldId="306"/>
        </pc:sldMkLst>
      </pc:sldChg>
      <pc:sldChg chg="add setBg">
        <pc:chgData name="Παύλος Παυλικκάς" userId="87ce08cf-e656-4f7b-a509-c64b0287524c" providerId="ADAL" clId="{76C507FD-C420-4F5F-B7C5-76F21C83873B}" dt="2026-09-16T05:57:27.574" v="191"/>
        <pc:sldMkLst>
          <pc:docMk/>
          <pc:sldMk cId="3589790218" sldId="312"/>
        </pc:sldMkLst>
      </pc:sldChg>
      <pc:sldChg chg="add setBg">
        <pc:chgData name="Παύλος Παυλικκάς" userId="87ce08cf-e656-4f7b-a509-c64b0287524c" providerId="ADAL" clId="{76C507FD-C420-4F5F-B7C5-76F21C83873B}" dt="2026-09-16T05:57:27.574" v="191"/>
        <pc:sldMkLst>
          <pc:docMk/>
          <pc:sldMk cId="2613997454" sldId="313"/>
        </pc:sldMkLst>
      </pc:sldChg>
      <pc:sldChg chg="add setBg">
        <pc:chgData name="Παύλος Παυλικκάς" userId="87ce08cf-e656-4f7b-a509-c64b0287524c" providerId="ADAL" clId="{76C507FD-C420-4F5F-B7C5-76F21C83873B}" dt="2026-09-16T05:57:27.574" v="191"/>
        <pc:sldMkLst>
          <pc:docMk/>
          <pc:sldMk cId="1085452984" sldId="314"/>
        </pc:sldMkLst>
      </pc:sldChg>
      <pc:sldChg chg="add setBg">
        <pc:chgData name="Παύλος Παυλικκάς" userId="87ce08cf-e656-4f7b-a509-c64b0287524c" providerId="ADAL" clId="{76C507FD-C420-4F5F-B7C5-76F21C83873B}" dt="2026-09-16T05:57:27.574" v="191"/>
        <pc:sldMkLst>
          <pc:docMk/>
          <pc:sldMk cId="4111115180" sldId="315"/>
        </pc:sldMkLst>
      </pc:sldChg>
      <pc:sldChg chg="add setBg">
        <pc:chgData name="Παύλος Παυλικκάς" userId="87ce08cf-e656-4f7b-a509-c64b0287524c" providerId="ADAL" clId="{76C507FD-C420-4F5F-B7C5-76F21C83873B}" dt="2026-09-16T05:57:27.574" v="191"/>
        <pc:sldMkLst>
          <pc:docMk/>
          <pc:sldMk cId="2054986358" sldId="317"/>
        </pc:sldMkLst>
      </pc:sldChg>
      <pc:sldChg chg="addSp delSp modSp add mod">
        <pc:chgData name="Παύλος Παυλικκάς" userId="87ce08cf-e656-4f7b-a509-c64b0287524c" providerId="ADAL" clId="{76C507FD-C420-4F5F-B7C5-76F21C83873B}" dt="2026-09-16T06:05:55.357" v="435" actId="1076"/>
        <pc:sldMkLst>
          <pc:docMk/>
          <pc:sldMk cId="1518592675" sldId="318"/>
        </pc:sldMkLst>
        <pc:graphicFrameChg chg="del">
          <ac:chgData name="Παύλος Παυλικκάς" userId="87ce08cf-e656-4f7b-a509-c64b0287524c" providerId="ADAL" clId="{76C507FD-C420-4F5F-B7C5-76F21C83873B}" dt="2026-09-16T06:01:49.889" v="195" actId="478"/>
          <ac:graphicFrameMkLst>
            <pc:docMk/>
            <pc:sldMk cId="1518592675" sldId="318"/>
            <ac:graphicFrameMk id="3" creationId="{A6F5A50F-CA2F-53BB-8812-806283D41BE8}"/>
          </ac:graphicFrameMkLst>
        </pc:graphicFrameChg>
        <pc:graphicFrameChg chg="add mod modGraphic">
          <ac:chgData name="Παύλος Παυλικκάς" userId="87ce08cf-e656-4f7b-a509-c64b0287524c" providerId="ADAL" clId="{76C507FD-C420-4F5F-B7C5-76F21C83873B}" dt="2026-09-16T06:05:55.357" v="435" actId="1076"/>
          <ac:graphicFrameMkLst>
            <pc:docMk/>
            <pc:sldMk cId="1518592675" sldId="318"/>
            <ac:graphicFrameMk id="4" creationId="{0001C642-FB01-8DE6-A888-410E0EB3C00B}"/>
          </ac:graphicFrameMkLst>
        </pc:graphicFrameChg>
      </pc:sldChg>
      <pc:sldChg chg="modSp new del mod">
        <pc:chgData name="Παύλος Παυλικκάς" userId="87ce08cf-e656-4f7b-a509-c64b0287524c" providerId="ADAL" clId="{76C507FD-C420-4F5F-B7C5-76F21C83873B}" dt="2026-09-16T06:38:27.682" v="454" actId="47"/>
        <pc:sldMkLst>
          <pc:docMk/>
          <pc:sldMk cId="3512043044" sldId="319"/>
        </pc:sldMkLst>
        <pc:spChg chg="mod">
          <ac:chgData name="Παύλος Παυλικκάς" userId="87ce08cf-e656-4f7b-a509-c64b0287524c" providerId="ADAL" clId="{76C507FD-C420-4F5F-B7C5-76F21C83873B}" dt="2026-09-16T06:37:53.317" v="449" actId="20577"/>
          <ac:spMkLst>
            <pc:docMk/>
            <pc:sldMk cId="3512043044" sldId="319"/>
            <ac:spMk id="2" creationId="{4EAEE5F6-AAE0-95D1-9CF4-BE71A8DA42DD}"/>
          </ac:spMkLst>
        </pc:spChg>
      </pc:sldChg>
      <pc:sldChg chg="delSp modSp add mod ord delAnim">
        <pc:chgData name="Παύλος Παυλικκάς" userId="87ce08cf-e656-4f7b-a509-c64b0287524c" providerId="ADAL" clId="{76C507FD-C420-4F5F-B7C5-76F21C83873B}" dt="2026-09-16T06:42:59.128" v="694" actId="255"/>
        <pc:sldMkLst>
          <pc:docMk/>
          <pc:sldMk cId="1313183543" sldId="320"/>
        </pc:sldMkLst>
        <pc:spChg chg="mod">
          <ac:chgData name="Παύλος Παυλικκάς" userId="87ce08cf-e656-4f7b-a509-c64b0287524c" providerId="ADAL" clId="{76C507FD-C420-4F5F-B7C5-76F21C83873B}" dt="2026-09-16T06:38:39.045" v="470" actId="20577"/>
          <ac:spMkLst>
            <pc:docMk/>
            <pc:sldMk cId="1313183543" sldId="320"/>
            <ac:spMk id="4" creationId="{5E47589C-5508-497B-7D8B-2134B5D87840}"/>
          </ac:spMkLst>
        </pc:spChg>
        <pc:spChg chg="mod">
          <ac:chgData name="Παύλος Παυλικκάς" userId="87ce08cf-e656-4f7b-a509-c64b0287524c" providerId="ADAL" clId="{76C507FD-C420-4F5F-B7C5-76F21C83873B}" dt="2026-09-16T06:42:59.128" v="694" actId="255"/>
          <ac:spMkLst>
            <pc:docMk/>
            <pc:sldMk cId="1313183543" sldId="320"/>
            <ac:spMk id="7" creationId="{88F1BFF9-AA92-4995-C29A-2B88BDB691BD}"/>
          </ac:spMkLst>
        </pc:spChg>
        <pc:spChg chg="del">
          <ac:chgData name="Παύλος Παυλικκάς" userId="87ce08cf-e656-4f7b-a509-c64b0287524c" providerId="ADAL" clId="{76C507FD-C420-4F5F-B7C5-76F21C83873B}" dt="2026-09-16T06:41:11.250" v="692" actId="478"/>
          <ac:spMkLst>
            <pc:docMk/>
            <pc:sldMk cId="1313183543" sldId="320"/>
            <ac:spMk id="8" creationId="{074B8017-E876-DC8C-7FF5-0C7D56B67DD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#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#3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#4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#2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2A26F5-4028-4EFE-8706-BE44D33BAC0F}" type="doc">
      <dgm:prSet loTypeId="urn:microsoft.com/office/officeart/2005/8/layout/chevron2" loCatId="list" qsTypeId="urn:microsoft.com/office/officeart/2005/8/quickstyle/simple1#4" qsCatId="simple" csTypeId="urn:microsoft.com/office/officeart/2005/8/colors/accent6_1#1" csCatId="accent6" phldr="1"/>
      <dgm:spPr/>
      <dgm:t>
        <a:bodyPr/>
        <a:lstStyle/>
        <a:p>
          <a:endParaRPr lang="en-US"/>
        </a:p>
      </dgm:t>
    </dgm:pt>
    <dgm:pt modelId="{F8D05728-1CF2-4842-B7D7-D2FAADAD0C07}">
      <dgm:prSet phldrT="[Text]" custT="1"/>
      <dgm:spPr/>
      <dgm:t>
        <a:bodyPr/>
        <a:lstStyle/>
        <a:p>
          <a:r>
            <a:rPr lang="el-GR" sz="2000" dirty="0"/>
            <a:t>1</a:t>
          </a:r>
          <a:endParaRPr lang="en-US" sz="2000" dirty="0"/>
        </a:p>
      </dgm:t>
    </dgm:pt>
    <dgm:pt modelId="{5AF5F913-DDEA-453A-9173-36BE0EB53E7E}" type="parTrans" cxnId="{E2845E7A-4570-4417-B076-B2E182CDBF04}">
      <dgm:prSet/>
      <dgm:spPr/>
      <dgm:t>
        <a:bodyPr/>
        <a:lstStyle/>
        <a:p>
          <a:endParaRPr lang="en-US" sz="2000"/>
        </a:p>
      </dgm:t>
    </dgm:pt>
    <dgm:pt modelId="{B97703B9-D1D0-45E3-B7AE-739D4D11123E}" type="sibTrans" cxnId="{E2845E7A-4570-4417-B076-B2E182CDBF04}">
      <dgm:prSet/>
      <dgm:spPr/>
      <dgm:t>
        <a:bodyPr/>
        <a:lstStyle/>
        <a:p>
          <a:endParaRPr lang="en-US" sz="2000"/>
        </a:p>
      </dgm:t>
    </dgm:pt>
    <dgm:pt modelId="{7EE9A216-A8EB-40B1-9F3F-CA2A69B61996}">
      <dgm:prSet phldrT="[Text]" custT="1"/>
      <dgm:spPr/>
      <dgm:t>
        <a:bodyPr/>
        <a:lstStyle/>
        <a:p>
          <a:r>
            <a:rPr lang="el-GR" sz="2000" dirty="0"/>
            <a:t>3</a:t>
          </a:r>
          <a:endParaRPr lang="en-US" sz="2000" dirty="0"/>
        </a:p>
      </dgm:t>
    </dgm:pt>
    <dgm:pt modelId="{64461B05-3AF2-4B84-A4A8-DB1C326C08F8}" type="parTrans" cxnId="{61C953F5-F7DD-47B5-A949-A51D9B06FFDC}">
      <dgm:prSet/>
      <dgm:spPr/>
      <dgm:t>
        <a:bodyPr/>
        <a:lstStyle/>
        <a:p>
          <a:endParaRPr lang="en-US" sz="2000"/>
        </a:p>
      </dgm:t>
    </dgm:pt>
    <dgm:pt modelId="{2450A020-3BF0-4731-B3E6-CD7E3CFD7EF6}" type="sibTrans" cxnId="{61C953F5-F7DD-47B5-A949-A51D9B06FFDC}">
      <dgm:prSet/>
      <dgm:spPr/>
      <dgm:t>
        <a:bodyPr/>
        <a:lstStyle/>
        <a:p>
          <a:endParaRPr lang="en-US" sz="2000"/>
        </a:p>
      </dgm:t>
    </dgm:pt>
    <dgm:pt modelId="{2C765BD3-4631-456D-AFE3-D18B83D2A574}">
      <dgm:prSet phldrT="[Text]" custT="1"/>
      <dgm:spPr/>
      <dgm:t>
        <a:bodyPr/>
        <a:lstStyle/>
        <a:p>
          <a:r>
            <a:rPr lang="el-GR" sz="2000" dirty="0"/>
            <a:t>4</a:t>
          </a:r>
          <a:endParaRPr lang="en-US" sz="2000" dirty="0"/>
        </a:p>
      </dgm:t>
    </dgm:pt>
    <dgm:pt modelId="{1E32C279-7CF3-4DDB-9CF5-C7AF0E5830AC}" type="parTrans" cxnId="{B0C5D539-8A4D-43E8-8281-A22D49DFD4EE}">
      <dgm:prSet/>
      <dgm:spPr/>
      <dgm:t>
        <a:bodyPr/>
        <a:lstStyle/>
        <a:p>
          <a:endParaRPr lang="en-US" sz="2000"/>
        </a:p>
      </dgm:t>
    </dgm:pt>
    <dgm:pt modelId="{BB926BD8-7CB3-4893-B86D-62A8F92E7159}" type="sibTrans" cxnId="{B0C5D539-8A4D-43E8-8281-A22D49DFD4EE}">
      <dgm:prSet/>
      <dgm:spPr/>
      <dgm:t>
        <a:bodyPr/>
        <a:lstStyle/>
        <a:p>
          <a:endParaRPr lang="en-US" sz="2000"/>
        </a:p>
      </dgm:t>
    </dgm:pt>
    <dgm:pt modelId="{74A9DA61-65E3-4D0E-B6AE-EFF2EF2BAD6E}">
      <dgm:prSet custT="1"/>
      <dgm:spPr/>
      <dgm:t>
        <a:bodyPr/>
        <a:lstStyle/>
        <a:p>
          <a:r>
            <a:rPr lang="el-GR" sz="2000" dirty="0"/>
            <a:t>Βασικές έννοιες της Πληροφορικής και της Επιστήμης των Ηλεκτρονικών Υπολογιστών</a:t>
          </a:r>
          <a:endParaRPr lang="en-US" sz="2000" dirty="0"/>
        </a:p>
      </dgm:t>
    </dgm:pt>
    <dgm:pt modelId="{800882F3-F630-4B02-A9F9-D31D56260DDB}" type="parTrans" cxnId="{773E6929-1618-48C0-AA26-D49EFD3988C1}">
      <dgm:prSet/>
      <dgm:spPr/>
      <dgm:t>
        <a:bodyPr/>
        <a:lstStyle/>
        <a:p>
          <a:endParaRPr lang="en-US" sz="2000"/>
        </a:p>
      </dgm:t>
    </dgm:pt>
    <dgm:pt modelId="{2624AC97-3145-4AE0-AC4B-436B76907A4C}" type="sibTrans" cxnId="{773E6929-1618-48C0-AA26-D49EFD3988C1}">
      <dgm:prSet/>
      <dgm:spPr/>
      <dgm:t>
        <a:bodyPr/>
        <a:lstStyle/>
        <a:p>
          <a:endParaRPr lang="en-US" sz="2000"/>
        </a:p>
      </dgm:t>
    </dgm:pt>
    <dgm:pt modelId="{F0A4CE4D-2A91-4217-B885-D66B586CDDB0}">
      <dgm:prSet custT="1"/>
      <dgm:spPr/>
      <dgm:t>
        <a:bodyPr/>
        <a:lstStyle/>
        <a:p>
          <a:r>
            <a:rPr lang="el-GR" sz="2000" dirty="0"/>
            <a:t>2</a:t>
          </a:r>
          <a:endParaRPr lang="en-US" sz="2000" dirty="0"/>
        </a:p>
      </dgm:t>
    </dgm:pt>
    <dgm:pt modelId="{97F0CD51-324B-47E5-A130-065035A07B46}" type="parTrans" cxnId="{5D492D32-08C4-4D91-AB24-6772F5006F32}">
      <dgm:prSet/>
      <dgm:spPr/>
      <dgm:t>
        <a:bodyPr/>
        <a:lstStyle/>
        <a:p>
          <a:endParaRPr lang="en-US" sz="2000"/>
        </a:p>
      </dgm:t>
    </dgm:pt>
    <dgm:pt modelId="{DFD60408-5B44-4DC6-AABE-D4DC037F1A62}" type="sibTrans" cxnId="{5D492D32-08C4-4D91-AB24-6772F5006F32}">
      <dgm:prSet/>
      <dgm:spPr/>
      <dgm:t>
        <a:bodyPr/>
        <a:lstStyle/>
        <a:p>
          <a:endParaRPr lang="en-US" sz="2000"/>
        </a:p>
      </dgm:t>
    </dgm:pt>
    <dgm:pt modelId="{D01C06D4-6553-4DB1-AD33-3EAF9957D870}">
      <dgm:prSet custT="1"/>
      <dgm:spPr/>
      <dgm:t>
        <a:bodyPr/>
        <a:lstStyle/>
        <a:p>
          <a:r>
            <a:rPr lang="el-GR" sz="2000" dirty="0"/>
            <a:t>Υλικό/Αρχιτεκτονική Ηλεκτρονικών Υπολογιστών </a:t>
          </a:r>
          <a:endParaRPr lang="en-US" sz="2000" dirty="0"/>
        </a:p>
      </dgm:t>
    </dgm:pt>
    <dgm:pt modelId="{671BE983-C5FC-4BA7-8563-579E3F17D5D6}" type="parTrans" cxnId="{56D948B4-E649-414D-BC41-5AD18E619FB4}">
      <dgm:prSet/>
      <dgm:spPr/>
      <dgm:t>
        <a:bodyPr/>
        <a:lstStyle/>
        <a:p>
          <a:endParaRPr lang="en-US" sz="2000"/>
        </a:p>
      </dgm:t>
    </dgm:pt>
    <dgm:pt modelId="{B5AC2B3A-9D41-4D16-B2F2-97B1E035AF51}" type="sibTrans" cxnId="{56D948B4-E649-414D-BC41-5AD18E619FB4}">
      <dgm:prSet/>
      <dgm:spPr/>
      <dgm:t>
        <a:bodyPr/>
        <a:lstStyle/>
        <a:p>
          <a:endParaRPr lang="en-US" sz="2000"/>
        </a:p>
      </dgm:t>
    </dgm:pt>
    <dgm:pt modelId="{213C6A47-780E-4277-8E0E-3BB157A286F4}">
      <dgm:prSet phldrT="[Text]" custT="1"/>
      <dgm:spPr/>
      <dgm:t>
        <a:bodyPr/>
        <a:lstStyle/>
        <a:p>
          <a:r>
            <a:rPr lang="el-GR" sz="2000" dirty="0"/>
            <a:t>Λειτουργικά Συστήματα</a:t>
          </a:r>
          <a:endParaRPr lang="en-US" sz="2000" dirty="0"/>
        </a:p>
      </dgm:t>
    </dgm:pt>
    <dgm:pt modelId="{5DF00F81-DE7D-40E8-A40D-F703DC36F29F}" type="parTrans" cxnId="{C66ADE8E-0550-40E3-8A3E-5EBB99BE2C0C}">
      <dgm:prSet/>
      <dgm:spPr/>
      <dgm:t>
        <a:bodyPr/>
        <a:lstStyle/>
        <a:p>
          <a:endParaRPr lang="en-US" sz="2000"/>
        </a:p>
      </dgm:t>
    </dgm:pt>
    <dgm:pt modelId="{67E71535-18F3-4D1D-8824-8AD4D2678CC0}" type="sibTrans" cxnId="{C66ADE8E-0550-40E3-8A3E-5EBB99BE2C0C}">
      <dgm:prSet/>
      <dgm:spPr/>
      <dgm:t>
        <a:bodyPr/>
        <a:lstStyle/>
        <a:p>
          <a:endParaRPr lang="en-US" sz="2000"/>
        </a:p>
      </dgm:t>
    </dgm:pt>
    <dgm:pt modelId="{90173AC5-9EC9-4A97-B17D-296963FE6EAA}">
      <dgm:prSet phldrT="[Text]" custT="1"/>
      <dgm:spPr/>
      <dgm:t>
        <a:bodyPr/>
        <a:lstStyle/>
        <a:p>
          <a:r>
            <a:rPr lang="el-GR" sz="2000" dirty="0"/>
            <a:t>Λογισμικό εφαρμογών </a:t>
          </a:r>
          <a:endParaRPr lang="en-US" sz="2000" dirty="0"/>
        </a:p>
      </dgm:t>
    </dgm:pt>
    <dgm:pt modelId="{FFF1663F-1036-498B-95E1-6C5B68577FB8}" type="parTrans" cxnId="{AE46DB5C-7D4E-4056-9764-8E65DF37C88C}">
      <dgm:prSet/>
      <dgm:spPr/>
      <dgm:t>
        <a:bodyPr/>
        <a:lstStyle/>
        <a:p>
          <a:endParaRPr lang="en-US" sz="2000"/>
        </a:p>
      </dgm:t>
    </dgm:pt>
    <dgm:pt modelId="{3A731459-CA6B-4CD4-9933-92FDBFA7DF07}" type="sibTrans" cxnId="{AE46DB5C-7D4E-4056-9764-8E65DF37C88C}">
      <dgm:prSet/>
      <dgm:spPr/>
      <dgm:t>
        <a:bodyPr/>
        <a:lstStyle/>
        <a:p>
          <a:endParaRPr lang="en-US" sz="2000"/>
        </a:p>
      </dgm:t>
    </dgm:pt>
    <dgm:pt modelId="{DAD668F9-BE95-46DF-9046-6DF6B45FA42D}">
      <dgm:prSet phldrT="[Text]" custT="1"/>
      <dgm:spPr/>
      <dgm:t>
        <a:bodyPr/>
        <a:lstStyle/>
        <a:p>
          <a:r>
            <a:rPr lang="el-GR" sz="2000" dirty="0"/>
            <a:t>5</a:t>
          </a:r>
          <a:endParaRPr lang="en-US" sz="2000" dirty="0"/>
        </a:p>
      </dgm:t>
    </dgm:pt>
    <dgm:pt modelId="{27B0294E-2064-4011-883F-EBD8496D1FD3}" type="parTrans" cxnId="{94C9E21A-E40A-4E5B-A72E-E94AF484EF4D}">
      <dgm:prSet/>
      <dgm:spPr/>
      <dgm:t>
        <a:bodyPr/>
        <a:lstStyle/>
        <a:p>
          <a:endParaRPr lang="en-US" sz="2000"/>
        </a:p>
      </dgm:t>
    </dgm:pt>
    <dgm:pt modelId="{95BD35D5-00E3-433D-A945-8DE209714D44}" type="sibTrans" cxnId="{94C9E21A-E40A-4E5B-A72E-E94AF484EF4D}">
      <dgm:prSet/>
      <dgm:spPr/>
      <dgm:t>
        <a:bodyPr/>
        <a:lstStyle/>
        <a:p>
          <a:endParaRPr lang="en-US" sz="2000"/>
        </a:p>
      </dgm:t>
    </dgm:pt>
    <dgm:pt modelId="{276FBCA9-EC2E-49A1-B37E-113D28CD8802}">
      <dgm:prSet phldrT="[Text]" custT="1"/>
      <dgm:spPr/>
      <dgm:t>
        <a:bodyPr/>
        <a:lstStyle/>
        <a:p>
          <a:r>
            <a:rPr lang="el-GR" sz="2000" dirty="0"/>
            <a:t>Δίκτυα και Διαδίκτυο</a:t>
          </a:r>
          <a:endParaRPr lang="en-US" sz="2000" dirty="0"/>
        </a:p>
      </dgm:t>
    </dgm:pt>
    <dgm:pt modelId="{31496D4D-00AF-4A2A-957C-3616493BF28F}" type="parTrans" cxnId="{2C62DFEC-41E0-49CA-A6EC-C6CF3E51D63E}">
      <dgm:prSet/>
      <dgm:spPr/>
      <dgm:t>
        <a:bodyPr/>
        <a:lstStyle/>
        <a:p>
          <a:endParaRPr lang="en-US" sz="2000"/>
        </a:p>
      </dgm:t>
    </dgm:pt>
    <dgm:pt modelId="{83020780-2D44-443B-BF1A-ED0EB54295A6}" type="sibTrans" cxnId="{2C62DFEC-41E0-49CA-A6EC-C6CF3E51D63E}">
      <dgm:prSet/>
      <dgm:spPr/>
      <dgm:t>
        <a:bodyPr/>
        <a:lstStyle/>
        <a:p>
          <a:endParaRPr lang="en-US" sz="2000"/>
        </a:p>
      </dgm:t>
    </dgm:pt>
    <dgm:pt modelId="{44BD2379-21AD-4C1F-897D-F268831FD367}">
      <dgm:prSet phldrT="[Text]" custT="1"/>
      <dgm:spPr/>
      <dgm:t>
        <a:bodyPr/>
        <a:lstStyle/>
        <a:p>
          <a:r>
            <a:rPr lang="el-GR" sz="2000" dirty="0"/>
            <a:t>Βάσεις Δεδομένων και Ανάπτυξη Πληροφοριακών Συστημάτων</a:t>
          </a:r>
          <a:endParaRPr lang="en-US" sz="2000" dirty="0"/>
        </a:p>
      </dgm:t>
    </dgm:pt>
    <dgm:pt modelId="{7204B8BB-C750-422C-A8D3-4B70BEE47EB4}" type="parTrans" cxnId="{8122705C-9DB8-456B-8D59-98F1C3A507F5}">
      <dgm:prSet/>
      <dgm:spPr/>
      <dgm:t>
        <a:bodyPr/>
        <a:lstStyle/>
        <a:p>
          <a:endParaRPr lang="en-US" sz="2000"/>
        </a:p>
      </dgm:t>
    </dgm:pt>
    <dgm:pt modelId="{5494EA81-9E98-489A-9685-014883BA2BAF}" type="sibTrans" cxnId="{8122705C-9DB8-456B-8D59-98F1C3A507F5}">
      <dgm:prSet/>
      <dgm:spPr/>
      <dgm:t>
        <a:bodyPr/>
        <a:lstStyle/>
        <a:p>
          <a:endParaRPr lang="en-US" sz="2000"/>
        </a:p>
      </dgm:t>
    </dgm:pt>
    <dgm:pt modelId="{90181381-A4A1-4DC5-B019-0FC4896B7C71}">
      <dgm:prSet phldrT="[Text]" custT="1"/>
      <dgm:spPr/>
      <dgm:t>
        <a:bodyPr/>
        <a:lstStyle/>
        <a:p>
          <a:r>
            <a:rPr lang="el-GR" sz="2000" dirty="0"/>
            <a:t>6</a:t>
          </a:r>
          <a:endParaRPr lang="en-US" sz="2000" dirty="0"/>
        </a:p>
      </dgm:t>
    </dgm:pt>
    <dgm:pt modelId="{58B7316E-488A-47CB-82AB-8AD7D27E1BE3}" type="parTrans" cxnId="{CCC6FF5F-4D06-4FE6-A376-EC3006E65539}">
      <dgm:prSet/>
      <dgm:spPr/>
      <dgm:t>
        <a:bodyPr/>
        <a:lstStyle/>
        <a:p>
          <a:endParaRPr lang="en-US" sz="2000"/>
        </a:p>
      </dgm:t>
    </dgm:pt>
    <dgm:pt modelId="{581F52F2-6768-40FB-9380-1846B433D2A9}" type="sibTrans" cxnId="{CCC6FF5F-4D06-4FE6-A376-EC3006E65539}">
      <dgm:prSet/>
      <dgm:spPr/>
      <dgm:t>
        <a:bodyPr/>
        <a:lstStyle/>
        <a:p>
          <a:endParaRPr lang="en-US" sz="2000"/>
        </a:p>
      </dgm:t>
    </dgm:pt>
    <dgm:pt modelId="{77E2608F-1C49-4527-97CD-7C911BF79A52}">
      <dgm:prSet phldrT="[Text]" custT="1"/>
      <dgm:spPr/>
      <dgm:t>
        <a:bodyPr/>
        <a:lstStyle/>
        <a:p>
          <a:r>
            <a:rPr lang="el-GR" sz="2000" dirty="0"/>
            <a:t>7</a:t>
          </a:r>
          <a:endParaRPr lang="en-US" sz="2000" dirty="0"/>
        </a:p>
      </dgm:t>
    </dgm:pt>
    <dgm:pt modelId="{3A16FEF6-646D-4743-A2A1-CE072BFAE764}" type="parTrans" cxnId="{6ADB9A3B-FE6C-42F3-A50E-DE42C1CD9A19}">
      <dgm:prSet/>
      <dgm:spPr/>
      <dgm:t>
        <a:bodyPr/>
        <a:lstStyle/>
        <a:p>
          <a:endParaRPr lang="en-US" sz="2000"/>
        </a:p>
      </dgm:t>
    </dgm:pt>
    <dgm:pt modelId="{25A01610-1C5F-45CB-A358-3F5EA7031B49}" type="sibTrans" cxnId="{6ADB9A3B-FE6C-42F3-A50E-DE42C1CD9A19}">
      <dgm:prSet/>
      <dgm:spPr/>
      <dgm:t>
        <a:bodyPr/>
        <a:lstStyle/>
        <a:p>
          <a:endParaRPr lang="en-US" sz="2000"/>
        </a:p>
      </dgm:t>
    </dgm:pt>
    <dgm:pt modelId="{AA7B6A42-D80D-43DC-B867-5DCA42C808CB}">
      <dgm:prSet phldrT="[Text]" custT="1"/>
      <dgm:spPr/>
      <dgm:t>
        <a:bodyPr/>
        <a:lstStyle/>
        <a:p>
          <a:r>
            <a:rPr lang="el-GR" sz="2000" dirty="0"/>
            <a:t>Αλγοριθμική Σκέψη, Προγραμματισμός και Σύγχρονες Εφαρμογές Πληροφορικής</a:t>
          </a:r>
          <a:endParaRPr lang="en-US" sz="2000" dirty="0"/>
        </a:p>
      </dgm:t>
    </dgm:pt>
    <dgm:pt modelId="{502B87C6-C4D0-4F48-BCD2-D6985E93AB4B}" type="parTrans" cxnId="{B5F202F7-2769-4A97-ADC0-38A1E7079D1E}">
      <dgm:prSet/>
      <dgm:spPr/>
      <dgm:t>
        <a:bodyPr/>
        <a:lstStyle/>
        <a:p>
          <a:endParaRPr lang="en-US" sz="2000"/>
        </a:p>
      </dgm:t>
    </dgm:pt>
    <dgm:pt modelId="{61919E99-15A0-4496-AB83-60BE806AED8D}" type="sibTrans" cxnId="{B5F202F7-2769-4A97-ADC0-38A1E7079D1E}">
      <dgm:prSet/>
      <dgm:spPr/>
      <dgm:t>
        <a:bodyPr/>
        <a:lstStyle/>
        <a:p>
          <a:endParaRPr lang="en-US" sz="2000"/>
        </a:p>
      </dgm:t>
    </dgm:pt>
    <dgm:pt modelId="{D63A1CAC-85C6-45CD-B1E6-2F2243EB8EF9}" type="pres">
      <dgm:prSet presAssocID="{692A26F5-4028-4EFE-8706-BE44D33BAC0F}" presName="linearFlow" presStyleCnt="0">
        <dgm:presLayoutVars>
          <dgm:dir/>
          <dgm:animLvl val="lvl"/>
          <dgm:resizeHandles val="exact"/>
        </dgm:presLayoutVars>
      </dgm:prSet>
      <dgm:spPr/>
    </dgm:pt>
    <dgm:pt modelId="{9BB749BE-DEF2-4785-9398-1D674C44877E}" type="pres">
      <dgm:prSet presAssocID="{F8D05728-1CF2-4842-B7D7-D2FAADAD0C07}" presName="composite" presStyleCnt="0"/>
      <dgm:spPr/>
    </dgm:pt>
    <dgm:pt modelId="{4BFEE0F5-48F0-4AEF-8C15-95CD46A22A0C}" type="pres">
      <dgm:prSet presAssocID="{F8D05728-1CF2-4842-B7D7-D2FAADAD0C07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53EE8F2F-0D15-45B2-BC1E-2A6B2DB6291D}" type="pres">
      <dgm:prSet presAssocID="{F8D05728-1CF2-4842-B7D7-D2FAADAD0C07}" presName="descendantText" presStyleLbl="alignAcc1" presStyleIdx="0" presStyleCnt="7">
        <dgm:presLayoutVars>
          <dgm:bulletEnabled val="1"/>
        </dgm:presLayoutVars>
      </dgm:prSet>
      <dgm:spPr/>
    </dgm:pt>
    <dgm:pt modelId="{3AB13D42-190C-4587-A89A-C06526FC4DFA}" type="pres">
      <dgm:prSet presAssocID="{B97703B9-D1D0-45E3-B7AE-739D4D11123E}" presName="sp" presStyleCnt="0"/>
      <dgm:spPr/>
    </dgm:pt>
    <dgm:pt modelId="{7BD7B428-BFC5-4E77-95E0-2B1A9905EFA5}" type="pres">
      <dgm:prSet presAssocID="{F0A4CE4D-2A91-4217-B885-D66B586CDDB0}" presName="composite" presStyleCnt="0"/>
      <dgm:spPr/>
    </dgm:pt>
    <dgm:pt modelId="{E823F444-D352-4E65-8CAD-8208F5A302BC}" type="pres">
      <dgm:prSet presAssocID="{F0A4CE4D-2A91-4217-B885-D66B586CDDB0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C9A0F05D-3985-49F5-9F31-7EF82774BF03}" type="pres">
      <dgm:prSet presAssocID="{F0A4CE4D-2A91-4217-B885-D66B586CDDB0}" presName="descendantText" presStyleLbl="alignAcc1" presStyleIdx="1" presStyleCnt="7">
        <dgm:presLayoutVars>
          <dgm:bulletEnabled val="1"/>
        </dgm:presLayoutVars>
      </dgm:prSet>
      <dgm:spPr/>
    </dgm:pt>
    <dgm:pt modelId="{C7AF85A9-CFB5-4145-9C78-A1F0D1FF37ED}" type="pres">
      <dgm:prSet presAssocID="{DFD60408-5B44-4DC6-AABE-D4DC037F1A62}" presName="sp" presStyleCnt="0"/>
      <dgm:spPr/>
    </dgm:pt>
    <dgm:pt modelId="{A5B15E0A-4B74-4060-9867-A38E8A746F9C}" type="pres">
      <dgm:prSet presAssocID="{7EE9A216-A8EB-40B1-9F3F-CA2A69B61996}" presName="composite" presStyleCnt="0"/>
      <dgm:spPr/>
    </dgm:pt>
    <dgm:pt modelId="{8601A6D4-156C-449A-B792-BD33D263F1A6}" type="pres">
      <dgm:prSet presAssocID="{7EE9A216-A8EB-40B1-9F3F-CA2A69B61996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C7A9CAB3-6D77-4780-9A05-5573388F0BC7}" type="pres">
      <dgm:prSet presAssocID="{7EE9A216-A8EB-40B1-9F3F-CA2A69B61996}" presName="descendantText" presStyleLbl="alignAcc1" presStyleIdx="2" presStyleCnt="7">
        <dgm:presLayoutVars>
          <dgm:bulletEnabled val="1"/>
        </dgm:presLayoutVars>
      </dgm:prSet>
      <dgm:spPr/>
    </dgm:pt>
    <dgm:pt modelId="{C906C92E-1185-4A9D-99AF-27341D07BC30}" type="pres">
      <dgm:prSet presAssocID="{2450A020-3BF0-4731-B3E6-CD7E3CFD7EF6}" presName="sp" presStyleCnt="0"/>
      <dgm:spPr/>
    </dgm:pt>
    <dgm:pt modelId="{8381A929-F41C-4FB3-9E26-8FA78D691C03}" type="pres">
      <dgm:prSet presAssocID="{2C765BD3-4631-456D-AFE3-D18B83D2A574}" presName="composite" presStyleCnt="0"/>
      <dgm:spPr/>
    </dgm:pt>
    <dgm:pt modelId="{69585F94-C29A-468B-A6FD-8B84363C5AFE}" type="pres">
      <dgm:prSet presAssocID="{2C765BD3-4631-456D-AFE3-D18B83D2A574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9034D94B-6E06-46F8-B72F-8BD1E7DC7745}" type="pres">
      <dgm:prSet presAssocID="{2C765BD3-4631-456D-AFE3-D18B83D2A574}" presName="descendantText" presStyleLbl="alignAcc1" presStyleIdx="3" presStyleCnt="7">
        <dgm:presLayoutVars>
          <dgm:bulletEnabled val="1"/>
        </dgm:presLayoutVars>
      </dgm:prSet>
      <dgm:spPr/>
    </dgm:pt>
    <dgm:pt modelId="{6DE4DFA9-5B44-40A9-BA0E-2ADF356FA018}" type="pres">
      <dgm:prSet presAssocID="{BB926BD8-7CB3-4893-B86D-62A8F92E7159}" presName="sp" presStyleCnt="0"/>
      <dgm:spPr/>
    </dgm:pt>
    <dgm:pt modelId="{CDA3B475-19FD-4EA7-A57D-803AA1A3B068}" type="pres">
      <dgm:prSet presAssocID="{DAD668F9-BE95-46DF-9046-6DF6B45FA42D}" presName="composite" presStyleCnt="0"/>
      <dgm:spPr/>
    </dgm:pt>
    <dgm:pt modelId="{09873C73-033F-481B-8A87-97CD0455DBB4}" type="pres">
      <dgm:prSet presAssocID="{DAD668F9-BE95-46DF-9046-6DF6B45FA42D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2625E147-DBEE-40C0-9E91-1D9B5ED6ACBC}" type="pres">
      <dgm:prSet presAssocID="{DAD668F9-BE95-46DF-9046-6DF6B45FA42D}" presName="descendantText" presStyleLbl="alignAcc1" presStyleIdx="4" presStyleCnt="7">
        <dgm:presLayoutVars>
          <dgm:bulletEnabled val="1"/>
        </dgm:presLayoutVars>
      </dgm:prSet>
      <dgm:spPr/>
    </dgm:pt>
    <dgm:pt modelId="{41B4A493-2BCC-4AF4-AEAC-149976DD2933}" type="pres">
      <dgm:prSet presAssocID="{95BD35D5-00E3-433D-A945-8DE209714D44}" presName="sp" presStyleCnt="0"/>
      <dgm:spPr/>
    </dgm:pt>
    <dgm:pt modelId="{7EA72F6B-C8A3-486C-A661-3320E6262426}" type="pres">
      <dgm:prSet presAssocID="{90181381-A4A1-4DC5-B019-0FC4896B7C71}" presName="composite" presStyleCnt="0"/>
      <dgm:spPr/>
    </dgm:pt>
    <dgm:pt modelId="{3E1EDFDC-93A6-437C-8D35-D8B543C8ED25}" type="pres">
      <dgm:prSet presAssocID="{90181381-A4A1-4DC5-B019-0FC4896B7C71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D3A15DD1-619C-4F17-B8B5-1D821DB40C1B}" type="pres">
      <dgm:prSet presAssocID="{90181381-A4A1-4DC5-B019-0FC4896B7C71}" presName="descendantText" presStyleLbl="alignAcc1" presStyleIdx="5" presStyleCnt="7">
        <dgm:presLayoutVars>
          <dgm:bulletEnabled val="1"/>
        </dgm:presLayoutVars>
      </dgm:prSet>
      <dgm:spPr/>
    </dgm:pt>
    <dgm:pt modelId="{31A4AB96-8839-44B4-AB48-EE0274DE3ED4}" type="pres">
      <dgm:prSet presAssocID="{581F52F2-6768-40FB-9380-1846B433D2A9}" presName="sp" presStyleCnt="0"/>
      <dgm:spPr/>
    </dgm:pt>
    <dgm:pt modelId="{B6D55BBB-CAC1-43FE-8954-16C38F74B5EC}" type="pres">
      <dgm:prSet presAssocID="{77E2608F-1C49-4527-97CD-7C911BF79A52}" presName="composite" presStyleCnt="0"/>
      <dgm:spPr/>
    </dgm:pt>
    <dgm:pt modelId="{A893F85C-7928-42A2-A851-FEF7E5C639DE}" type="pres">
      <dgm:prSet presAssocID="{77E2608F-1C49-4527-97CD-7C911BF79A52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A5A68033-8B07-4DEA-97D1-E05F58E436CE}" type="pres">
      <dgm:prSet presAssocID="{77E2608F-1C49-4527-97CD-7C911BF79A52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8832710A-C6A9-45A6-9724-AD42C458175F}" type="presOf" srcId="{77E2608F-1C49-4527-97CD-7C911BF79A52}" destId="{A893F85C-7928-42A2-A851-FEF7E5C639DE}" srcOrd="0" destOrd="0" presId="urn:microsoft.com/office/officeart/2005/8/layout/chevron2"/>
    <dgm:cxn modelId="{D6AAC40B-4008-4CAD-9939-9732533B6147}" type="presOf" srcId="{AA7B6A42-D80D-43DC-B867-5DCA42C808CB}" destId="{A5A68033-8B07-4DEA-97D1-E05F58E436CE}" srcOrd="0" destOrd="0" presId="urn:microsoft.com/office/officeart/2005/8/layout/chevron2"/>
    <dgm:cxn modelId="{F82BEC16-F28A-4E3A-8E35-8F2B8B9A7967}" type="presOf" srcId="{2C765BD3-4631-456D-AFE3-D18B83D2A574}" destId="{69585F94-C29A-468B-A6FD-8B84363C5AFE}" srcOrd="0" destOrd="0" presId="urn:microsoft.com/office/officeart/2005/8/layout/chevron2"/>
    <dgm:cxn modelId="{94C9E21A-E40A-4E5B-A72E-E94AF484EF4D}" srcId="{692A26F5-4028-4EFE-8706-BE44D33BAC0F}" destId="{DAD668F9-BE95-46DF-9046-6DF6B45FA42D}" srcOrd="4" destOrd="0" parTransId="{27B0294E-2064-4011-883F-EBD8496D1FD3}" sibTransId="{95BD35D5-00E3-433D-A945-8DE209714D44}"/>
    <dgm:cxn modelId="{40934622-B88E-4616-8511-1ECA330179AB}" type="presOf" srcId="{F0A4CE4D-2A91-4217-B885-D66B586CDDB0}" destId="{E823F444-D352-4E65-8CAD-8208F5A302BC}" srcOrd="0" destOrd="0" presId="urn:microsoft.com/office/officeart/2005/8/layout/chevron2"/>
    <dgm:cxn modelId="{773E6929-1618-48C0-AA26-D49EFD3988C1}" srcId="{F8D05728-1CF2-4842-B7D7-D2FAADAD0C07}" destId="{74A9DA61-65E3-4D0E-B6AE-EFF2EF2BAD6E}" srcOrd="0" destOrd="0" parTransId="{800882F3-F630-4B02-A9F9-D31D56260DDB}" sibTransId="{2624AC97-3145-4AE0-AC4B-436B76907A4C}"/>
    <dgm:cxn modelId="{5D492D32-08C4-4D91-AB24-6772F5006F32}" srcId="{692A26F5-4028-4EFE-8706-BE44D33BAC0F}" destId="{F0A4CE4D-2A91-4217-B885-D66B586CDDB0}" srcOrd="1" destOrd="0" parTransId="{97F0CD51-324B-47E5-A130-065035A07B46}" sibTransId="{DFD60408-5B44-4DC6-AABE-D4DC037F1A62}"/>
    <dgm:cxn modelId="{B0C5D539-8A4D-43E8-8281-A22D49DFD4EE}" srcId="{692A26F5-4028-4EFE-8706-BE44D33BAC0F}" destId="{2C765BD3-4631-456D-AFE3-D18B83D2A574}" srcOrd="3" destOrd="0" parTransId="{1E32C279-7CF3-4DDB-9CF5-C7AF0E5830AC}" sibTransId="{BB926BD8-7CB3-4893-B86D-62A8F92E7159}"/>
    <dgm:cxn modelId="{6ADB9A3B-FE6C-42F3-A50E-DE42C1CD9A19}" srcId="{692A26F5-4028-4EFE-8706-BE44D33BAC0F}" destId="{77E2608F-1C49-4527-97CD-7C911BF79A52}" srcOrd="6" destOrd="0" parTransId="{3A16FEF6-646D-4743-A2A1-CE072BFAE764}" sibTransId="{25A01610-1C5F-45CB-A358-3F5EA7031B49}"/>
    <dgm:cxn modelId="{B4D7193C-49C2-4D1E-86F2-E4D7ED0CAF3D}" type="presOf" srcId="{7EE9A216-A8EB-40B1-9F3F-CA2A69B61996}" destId="{8601A6D4-156C-449A-B792-BD33D263F1A6}" srcOrd="0" destOrd="0" presId="urn:microsoft.com/office/officeart/2005/8/layout/chevron2"/>
    <dgm:cxn modelId="{8BEE355B-305F-4831-AFD3-0BFFE7543BCD}" type="presOf" srcId="{44BD2379-21AD-4C1F-897D-F268831FD367}" destId="{D3A15DD1-619C-4F17-B8B5-1D821DB40C1B}" srcOrd="0" destOrd="0" presId="urn:microsoft.com/office/officeart/2005/8/layout/chevron2"/>
    <dgm:cxn modelId="{8122705C-9DB8-456B-8D59-98F1C3A507F5}" srcId="{90181381-A4A1-4DC5-B019-0FC4896B7C71}" destId="{44BD2379-21AD-4C1F-897D-F268831FD367}" srcOrd="0" destOrd="0" parTransId="{7204B8BB-C750-422C-A8D3-4B70BEE47EB4}" sibTransId="{5494EA81-9E98-489A-9685-014883BA2BAF}"/>
    <dgm:cxn modelId="{AE46DB5C-7D4E-4056-9764-8E65DF37C88C}" srcId="{2C765BD3-4631-456D-AFE3-D18B83D2A574}" destId="{90173AC5-9EC9-4A97-B17D-296963FE6EAA}" srcOrd="0" destOrd="0" parTransId="{FFF1663F-1036-498B-95E1-6C5B68577FB8}" sibTransId="{3A731459-CA6B-4CD4-9933-92FDBFA7DF07}"/>
    <dgm:cxn modelId="{CCC6FF5F-4D06-4FE6-A376-EC3006E65539}" srcId="{692A26F5-4028-4EFE-8706-BE44D33BAC0F}" destId="{90181381-A4A1-4DC5-B019-0FC4896B7C71}" srcOrd="5" destOrd="0" parTransId="{58B7316E-488A-47CB-82AB-8AD7D27E1BE3}" sibTransId="{581F52F2-6768-40FB-9380-1846B433D2A9}"/>
    <dgm:cxn modelId="{27EB2741-70E1-4021-8ADA-F8CF3BFC6638}" type="presOf" srcId="{213C6A47-780E-4277-8E0E-3BB157A286F4}" destId="{C7A9CAB3-6D77-4780-9A05-5573388F0BC7}" srcOrd="0" destOrd="0" presId="urn:microsoft.com/office/officeart/2005/8/layout/chevron2"/>
    <dgm:cxn modelId="{36FA5045-0868-45FA-8B24-4D46BD06B675}" type="presOf" srcId="{90181381-A4A1-4DC5-B019-0FC4896B7C71}" destId="{3E1EDFDC-93A6-437C-8D35-D8B543C8ED25}" srcOrd="0" destOrd="0" presId="urn:microsoft.com/office/officeart/2005/8/layout/chevron2"/>
    <dgm:cxn modelId="{3680A373-85AD-4497-835F-B01549A53DB7}" type="presOf" srcId="{276FBCA9-EC2E-49A1-B37E-113D28CD8802}" destId="{2625E147-DBEE-40C0-9E91-1D9B5ED6ACBC}" srcOrd="0" destOrd="0" presId="urn:microsoft.com/office/officeart/2005/8/layout/chevron2"/>
    <dgm:cxn modelId="{E2845E7A-4570-4417-B076-B2E182CDBF04}" srcId="{692A26F5-4028-4EFE-8706-BE44D33BAC0F}" destId="{F8D05728-1CF2-4842-B7D7-D2FAADAD0C07}" srcOrd="0" destOrd="0" parTransId="{5AF5F913-DDEA-453A-9173-36BE0EB53E7E}" sibTransId="{B97703B9-D1D0-45E3-B7AE-739D4D11123E}"/>
    <dgm:cxn modelId="{1E4FE480-678C-44A2-8B04-D1FE54F0B2AF}" type="presOf" srcId="{D01C06D4-6553-4DB1-AD33-3EAF9957D870}" destId="{C9A0F05D-3985-49F5-9F31-7EF82774BF03}" srcOrd="0" destOrd="0" presId="urn:microsoft.com/office/officeart/2005/8/layout/chevron2"/>
    <dgm:cxn modelId="{9EA0F987-8347-4710-AC0A-5D56DD39B324}" type="presOf" srcId="{F8D05728-1CF2-4842-B7D7-D2FAADAD0C07}" destId="{4BFEE0F5-48F0-4AEF-8C15-95CD46A22A0C}" srcOrd="0" destOrd="0" presId="urn:microsoft.com/office/officeart/2005/8/layout/chevron2"/>
    <dgm:cxn modelId="{4EB0758C-EDD2-4C6E-8129-AA799E37D6DF}" type="presOf" srcId="{90173AC5-9EC9-4A97-B17D-296963FE6EAA}" destId="{9034D94B-6E06-46F8-B72F-8BD1E7DC7745}" srcOrd="0" destOrd="0" presId="urn:microsoft.com/office/officeart/2005/8/layout/chevron2"/>
    <dgm:cxn modelId="{C66ADE8E-0550-40E3-8A3E-5EBB99BE2C0C}" srcId="{7EE9A216-A8EB-40B1-9F3F-CA2A69B61996}" destId="{213C6A47-780E-4277-8E0E-3BB157A286F4}" srcOrd="0" destOrd="0" parTransId="{5DF00F81-DE7D-40E8-A40D-F703DC36F29F}" sibTransId="{67E71535-18F3-4D1D-8824-8AD4D2678CC0}"/>
    <dgm:cxn modelId="{5F249C9B-1875-4537-B10C-B4BAD085914F}" type="presOf" srcId="{692A26F5-4028-4EFE-8706-BE44D33BAC0F}" destId="{D63A1CAC-85C6-45CD-B1E6-2F2243EB8EF9}" srcOrd="0" destOrd="0" presId="urn:microsoft.com/office/officeart/2005/8/layout/chevron2"/>
    <dgm:cxn modelId="{87A97AAA-6F1F-4DC4-ABFE-1299EE9B6F4E}" type="presOf" srcId="{DAD668F9-BE95-46DF-9046-6DF6B45FA42D}" destId="{09873C73-033F-481B-8A87-97CD0455DBB4}" srcOrd="0" destOrd="0" presId="urn:microsoft.com/office/officeart/2005/8/layout/chevron2"/>
    <dgm:cxn modelId="{56D948B4-E649-414D-BC41-5AD18E619FB4}" srcId="{F0A4CE4D-2A91-4217-B885-D66B586CDDB0}" destId="{D01C06D4-6553-4DB1-AD33-3EAF9957D870}" srcOrd="0" destOrd="0" parTransId="{671BE983-C5FC-4BA7-8563-579E3F17D5D6}" sibTransId="{B5AC2B3A-9D41-4D16-B2F2-97B1E035AF51}"/>
    <dgm:cxn modelId="{6CC768CB-5782-4785-8E91-4E33AC6FF72D}" type="presOf" srcId="{74A9DA61-65E3-4D0E-B6AE-EFF2EF2BAD6E}" destId="{53EE8F2F-0D15-45B2-BC1E-2A6B2DB6291D}" srcOrd="0" destOrd="0" presId="urn:microsoft.com/office/officeart/2005/8/layout/chevron2"/>
    <dgm:cxn modelId="{2C62DFEC-41E0-49CA-A6EC-C6CF3E51D63E}" srcId="{DAD668F9-BE95-46DF-9046-6DF6B45FA42D}" destId="{276FBCA9-EC2E-49A1-B37E-113D28CD8802}" srcOrd="0" destOrd="0" parTransId="{31496D4D-00AF-4A2A-957C-3616493BF28F}" sibTransId="{83020780-2D44-443B-BF1A-ED0EB54295A6}"/>
    <dgm:cxn modelId="{61C953F5-F7DD-47B5-A949-A51D9B06FFDC}" srcId="{692A26F5-4028-4EFE-8706-BE44D33BAC0F}" destId="{7EE9A216-A8EB-40B1-9F3F-CA2A69B61996}" srcOrd="2" destOrd="0" parTransId="{64461B05-3AF2-4B84-A4A8-DB1C326C08F8}" sibTransId="{2450A020-3BF0-4731-B3E6-CD7E3CFD7EF6}"/>
    <dgm:cxn modelId="{B5F202F7-2769-4A97-ADC0-38A1E7079D1E}" srcId="{77E2608F-1C49-4527-97CD-7C911BF79A52}" destId="{AA7B6A42-D80D-43DC-B867-5DCA42C808CB}" srcOrd="0" destOrd="0" parTransId="{502B87C6-C4D0-4F48-BCD2-D6985E93AB4B}" sibTransId="{61919E99-15A0-4496-AB83-60BE806AED8D}"/>
    <dgm:cxn modelId="{E7873DF5-C005-4F4F-85E8-797DA956D6AD}" type="presParOf" srcId="{D63A1CAC-85C6-45CD-B1E6-2F2243EB8EF9}" destId="{9BB749BE-DEF2-4785-9398-1D674C44877E}" srcOrd="0" destOrd="0" presId="urn:microsoft.com/office/officeart/2005/8/layout/chevron2"/>
    <dgm:cxn modelId="{104AE493-BA8B-4182-8092-602C69277B48}" type="presParOf" srcId="{9BB749BE-DEF2-4785-9398-1D674C44877E}" destId="{4BFEE0F5-48F0-4AEF-8C15-95CD46A22A0C}" srcOrd="0" destOrd="0" presId="urn:microsoft.com/office/officeart/2005/8/layout/chevron2"/>
    <dgm:cxn modelId="{3D72EE45-B8D3-46CF-9E74-FCEDA39195CE}" type="presParOf" srcId="{9BB749BE-DEF2-4785-9398-1D674C44877E}" destId="{53EE8F2F-0D15-45B2-BC1E-2A6B2DB6291D}" srcOrd="1" destOrd="0" presId="urn:microsoft.com/office/officeart/2005/8/layout/chevron2"/>
    <dgm:cxn modelId="{FE377F8B-050D-4E9D-A13F-6C8509575315}" type="presParOf" srcId="{D63A1CAC-85C6-45CD-B1E6-2F2243EB8EF9}" destId="{3AB13D42-190C-4587-A89A-C06526FC4DFA}" srcOrd="1" destOrd="0" presId="urn:microsoft.com/office/officeart/2005/8/layout/chevron2"/>
    <dgm:cxn modelId="{C7FD9527-9C26-49D7-90F9-7F73928E5566}" type="presParOf" srcId="{D63A1CAC-85C6-45CD-B1E6-2F2243EB8EF9}" destId="{7BD7B428-BFC5-4E77-95E0-2B1A9905EFA5}" srcOrd="2" destOrd="0" presId="urn:microsoft.com/office/officeart/2005/8/layout/chevron2"/>
    <dgm:cxn modelId="{8A68C639-3B37-47D4-890B-EF7306D2AC52}" type="presParOf" srcId="{7BD7B428-BFC5-4E77-95E0-2B1A9905EFA5}" destId="{E823F444-D352-4E65-8CAD-8208F5A302BC}" srcOrd="0" destOrd="0" presId="urn:microsoft.com/office/officeart/2005/8/layout/chevron2"/>
    <dgm:cxn modelId="{9047AECD-BF37-42E6-A36B-E4581C601B3E}" type="presParOf" srcId="{7BD7B428-BFC5-4E77-95E0-2B1A9905EFA5}" destId="{C9A0F05D-3985-49F5-9F31-7EF82774BF03}" srcOrd="1" destOrd="0" presId="urn:microsoft.com/office/officeart/2005/8/layout/chevron2"/>
    <dgm:cxn modelId="{DAB9D058-D3E7-4D17-9ABA-FF63BE16D28A}" type="presParOf" srcId="{D63A1CAC-85C6-45CD-B1E6-2F2243EB8EF9}" destId="{C7AF85A9-CFB5-4145-9C78-A1F0D1FF37ED}" srcOrd="3" destOrd="0" presId="urn:microsoft.com/office/officeart/2005/8/layout/chevron2"/>
    <dgm:cxn modelId="{AA3EC9F5-F534-444A-8B16-6A011A3BCC1E}" type="presParOf" srcId="{D63A1CAC-85C6-45CD-B1E6-2F2243EB8EF9}" destId="{A5B15E0A-4B74-4060-9867-A38E8A746F9C}" srcOrd="4" destOrd="0" presId="urn:microsoft.com/office/officeart/2005/8/layout/chevron2"/>
    <dgm:cxn modelId="{9E66F039-033A-4B0B-8136-59AB333C1072}" type="presParOf" srcId="{A5B15E0A-4B74-4060-9867-A38E8A746F9C}" destId="{8601A6D4-156C-449A-B792-BD33D263F1A6}" srcOrd="0" destOrd="0" presId="urn:microsoft.com/office/officeart/2005/8/layout/chevron2"/>
    <dgm:cxn modelId="{401EF871-CBDE-4C85-B619-6E110274419D}" type="presParOf" srcId="{A5B15E0A-4B74-4060-9867-A38E8A746F9C}" destId="{C7A9CAB3-6D77-4780-9A05-5573388F0BC7}" srcOrd="1" destOrd="0" presId="urn:microsoft.com/office/officeart/2005/8/layout/chevron2"/>
    <dgm:cxn modelId="{07B596C2-8555-4CF2-B0C8-EB90A7962C00}" type="presParOf" srcId="{D63A1CAC-85C6-45CD-B1E6-2F2243EB8EF9}" destId="{C906C92E-1185-4A9D-99AF-27341D07BC30}" srcOrd="5" destOrd="0" presId="urn:microsoft.com/office/officeart/2005/8/layout/chevron2"/>
    <dgm:cxn modelId="{5127324D-2080-41A1-B71B-72A448EEED57}" type="presParOf" srcId="{D63A1CAC-85C6-45CD-B1E6-2F2243EB8EF9}" destId="{8381A929-F41C-4FB3-9E26-8FA78D691C03}" srcOrd="6" destOrd="0" presId="urn:microsoft.com/office/officeart/2005/8/layout/chevron2"/>
    <dgm:cxn modelId="{524D63D8-CF57-44E5-A3B6-5A54C27510E5}" type="presParOf" srcId="{8381A929-F41C-4FB3-9E26-8FA78D691C03}" destId="{69585F94-C29A-468B-A6FD-8B84363C5AFE}" srcOrd="0" destOrd="0" presId="urn:microsoft.com/office/officeart/2005/8/layout/chevron2"/>
    <dgm:cxn modelId="{B8A68D0A-82E5-4A8B-BD49-DE8D9C907FA1}" type="presParOf" srcId="{8381A929-F41C-4FB3-9E26-8FA78D691C03}" destId="{9034D94B-6E06-46F8-B72F-8BD1E7DC7745}" srcOrd="1" destOrd="0" presId="urn:microsoft.com/office/officeart/2005/8/layout/chevron2"/>
    <dgm:cxn modelId="{E096B3ED-4604-4482-93C7-2E887B0A1ED8}" type="presParOf" srcId="{D63A1CAC-85C6-45CD-B1E6-2F2243EB8EF9}" destId="{6DE4DFA9-5B44-40A9-BA0E-2ADF356FA018}" srcOrd="7" destOrd="0" presId="urn:microsoft.com/office/officeart/2005/8/layout/chevron2"/>
    <dgm:cxn modelId="{E78BFB7F-AA25-4B14-96B9-44615216CC1A}" type="presParOf" srcId="{D63A1CAC-85C6-45CD-B1E6-2F2243EB8EF9}" destId="{CDA3B475-19FD-4EA7-A57D-803AA1A3B068}" srcOrd="8" destOrd="0" presId="urn:microsoft.com/office/officeart/2005/8/layout/chevron2"/>
    <dgm:cxn modelId="{3840A4BD-271E-4A82-82CA-9CA212DA7E53}" type="presParOf" srcId="{CDA3B475-19FD-4EA7-A57D-803AA1A3B068}" destId="{09873C73-033F-481B-8A87-97CD0455DBB4}" srcOrd="0" destOrd="0" presId="urn:microsoft.com/office/officeart/2005/8/layout/chevron2"/>
    <dgm:cxn modelId="{44021930-6000-4F3C-ACEF-0E571F251A42}" type="presParOf" srcId="{CDA3B475-19FD-4EA7-A57D-803AA1A3B068}" destId="{2625E147-DBEE-40C0-9E91-1D9B5ED6ACBC}" srcOrd="1" destOrd="0" presId="urn:microsoft.com/office/officeart/2005/8/layout/chevron2"/>
    <dgm:cxn modelId="{E09A2837-60F5-45A8-A2E3-BA60C4A628F6}" type="presParOf" srcId="{D63A1CAC-85C6-45CD-B1E6-2F2243EB8EF9}" destId="{41B4A493-2BCC-4AF4-AEAC-149976DD2933}" srcOrd="9" destOrd="0" presId="urn:microsoft.com/office/officeart/2005/8/layout/chevron2"/>
    <dgm:cxn modelId="{E32200CA-F7E3-452E-AAE3-EE2DC995F9E6}" type="presParOf" srcId="{D63A1CAC-85C6-45CD-B1E6-2F2243EB8EF9}" destId="{7EA72F6B-C8A3-486C-A661-3320E6262426}" srcOrd="10" destOrd="0" presId="urn:microsoft.com/office/officeart/2005/8/layout/chevron2"/>
    <dgm:cxn modelId="{94064890-D333-44A5-AD38-A5A62A73932D}" type="presParOf" srcId="{7EA72F6B-C8A3-486C-A661-3320E6262426}" destId="{3E1EDFDC-93A6-437C-8D35-D8B543C8ED25}" srcOrd="0" destOrd="0" presId="urn:microsoft.com/office/officeart/2005/8/layout/chevron2"/>
    <dgm:cxn modelId="{2CA5BCF7-EE39-4F03-9255-309A9148C466}" type="presParOf" srcId="{7EA72F6B-C8A3-486C-A661-3320E6262426}" destId="{D3A15DD1-619C-4F17-B8B5-1D821DB40C1B}" srcOrd="1" destOrd="0" presId="urn:microsoft.com/office/officeart/2005/8/layout/chevron2"/>
    <dgm:cxn modelId="{12612AC1-A8FB-4D1F-A71C-887025E01C96}" type="presParOf" srcId="{D63A1CAC-85C6-45CD-B1E6-2F2243EB8EF9}" destId="{31A4AB96-8839-44B4-AB48-EE0274DE3ED4}" srcOrd="11" destOrd="0" presId="urn:microsoft.com/office/officeart/2005/8/layout/chevron2"/>
    <dgm:cxn modelId="{49D73CA7-988F-4CF9-B2D4-C7DEF1EA7AA2}" type="presParOf" srcId="{D63A1CAC-85C6-45CD-B1E6-2F2243EB8EF9}" destId="{B6D55BBB-CAC1-43FE-8954-16C38F74B5EC}" srcOrd="12" destOrd="0" presId="urn:microsoft.com/office/officeart/2005/8/layout/chevron2"/>
    <dgm:cxn modelId="{CD8E6D2C-6AB6-4E09-BEC0-B46A937B3F52}" type="presParOf" srcId="{B6D55BBB-CAC1-43FE-8954-16C38F74B5EC}" destId="{A893F85C-7928-42A2-A851-FEF7E5C639DE}" srcOrd="0" destOrd="0" presId="urn:microsoft.com/office/officeart/2005/8/layout/chevron2"/>
    <dgm:cxn modelId="{2301FC53-A07F-4B20-8972-167FEB6C43F1}" type="presParOf" srcId="{B6D55BBB-CAC1-43FE-8954-16C38F74B5EC}" destId="{A5A68033-8B07-4DEA-97D1-E05F58E436C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1" qsCatId="simple" csTypeId="urn:microsoft.com/office/officeart/2005/8/colors/accent6_2#3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Σαφής και κατάλληλος σκοπός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Τι θέλουμε να γνωρίζουν όλοι οι μαθητές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E05CB09B-B11E-4741-8593-FEE5BFCBAE7D}">
      <dgm:prSet phldrT="[Text]"/>
      <dgm:spPr/>
      <dgm:t>
        <a:bodyPr/>
        <a:lstStyle/>
        <a:p>
          <a:r>
            <a:rPr lang="el-GR" dirty="0"/>
            <a:t>Ο σκοπός πρέπει να είναι γνωστός στους μαθητές</a:t>
          </a:r>
          <a:endParaRPr lang="en-US" dirty="0"/>
        </a:p>
      </dgm:t>
    </dgm:pt>
    <dgm:pt modelId="{DB865FAB-BD62-420D-B300-8C552D40A33A}" type="parTrans" cxnId="{943ED67E-3713-4908-808F-AE57494A2F92}">
      <dgm:prSet/>
      <dgm:spPr/>
      <dgm:t>
        <a:bodyPr/>
        <a:lstStyle/>
        <a:p>
          <a:endParaRPr lang="en-US"/>
        </a:p>
      </dgm:t>
    </dgm:pt>
    <dgm:pt modelId="{E3C4FC2B-8DFB-468E-BA88-56C5E26CD28C}" type="sibTrans" cxnId="{943ED67E-3713-4908-808F-AE57494A2F92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Ρεαλιστικοί Στόχοι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Περιγράφουν τι θα μπορούν να κάνουν οι μαθητές, όχι ο εκπαιδευτικός.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BAD9CC63-36BA-48F7-87D8-F48276D28941}">
      <dgm:prSet phldrT="[Text]"/>
      <dgm:spPr/>
      <dgm:t>
        <a:bodyPr/>
        <a:lstStyle/>
        <a:p>
          <a:r>
            <a:rPr lang="el-GR" b="0" dirty="0"/>
            <a:t>Συγκεκριμενοποιούν τον σκοπό - τι ακριβώς θα μάθουν οι μαθητές</a:t>
          </a:r>
          <a:endParaRPr lang="en-US" b="0" dirty="0"/>
        </a:p>
      </dgm:t>
    </dgm:pt>
    <dgm:pt modelId="{0E0CB4AF-F417-4AAF-80B9-464D0851ACE7}" type="parTrans" cxnId="{7271D2E9-76C1-4F0B-B0CD-CC4B973BD1D5}">
      <dgm:prSet/>
      <dgm:spPr/>
      <dgm:t>
        <a:bodyPr/>
        <a:lstStyle/>
        <a:p>
          <a:endParaRPr lang="en-US"/>
        </a:p>
      </dgm:t>
    </dgm:pt>
    <dgm:pt modelId="{FB14695F-A404-4689-933A-07AAC0CD4B9D}" type="sibTrans" cxnId="{7271D2E9-76C1-4F0B-B0CD-CC4B973BD1D5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Εντοπισμός πυρηνικών γνώσεων και δεξιοτήτων  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dirty="0"/>
            <a:t>Ο εκπαιδευτικός πρέπει να ξέρει “τι είναι κεντρικό” στο μάθημα — τι πρέπει να μείνει.</a:t>
          </a:r>
          <a:endParaRPr lang="en-US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1C2C107-621B-40E9-987C-E3B7A0DFDD67}" type="presOf" srcId="{E05CB09B-B11E-4741-8593-FEE5BFCBAE7D}" destId="{0D6EC6C8-D46A-4749-B5FE-EE2D87917632}" srcOrd="0" destOrd="1" presId="urn:microsoft.com/office/officeart/2005/8/layout/hList1"/>
    <dgm:cxn modelId="{011A8C29-7087-47F7-B6CB-ADB9AC044FE2}" type="presOf" srcId="{BAD9CC63-36BA-48F7-87D8-F48276D28941}" destId="{F30CB6CB-F46C-41A3-8DB5-08822497F88E}" srcOrd="0" destOrd="1" presId="urn:microsoft.com/office/officeart/2005/8/layout/hList1"/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943ED67E-3713-4908-808F-AE57494A2F92}" srcId="{84F2DEC2-623E-410E-B538-75F89A81871D}" destId="{E05CB09B-B11E-4741-8593-FEE5BFCBAE7D}" srcOrd="1" destOrd="0" parTransId="{DB865FAB-BD62-420D-B300-8C552D40A33A}" sibTransId="{E3C4FC2B-8DFB-468E-BA88-56C5E26CD28C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7271D2E9-76C1-4F0B-B0CD-CC4B973BD1D5}" srcId="{36B623D4-14D0-495F-B84A-C2FB12BAD029}" destId="{BAD9CC63-36BA-48F7-87D8-F48276D28941}" srcOrd="1" destOrd="0" parTransId="{0E0CB4AF-F417-4AAF-80B9-464D0851ACE7}" sibTransId="{FB14695F-A404-4689-933A-07AAC0CD4B9D}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5" qsCatId="simple" csTypeId="urn:microsoft.com/office/officeart/2005/8/colors/accent6_2#4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Εντοπισμός </a:t>
          </a:r>
          <a:r>
            <a:rPr lang="el-GR" dirty="0" err="1"/>
            <a:t>προαπαιτούμενων</a:t>
          </a:r>
          <a:r>
            <a:rPr lang="el-GR" dirty="0"/>
            <a:t> γνώσεων, δεξιοτήτων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Τι γνωρίζουν ήδη οι μαθητές, τι δυσκολίες έχουν, ποιες εναλλακτικές ιδέες φέρνουν.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Πρόνοια για διαμορφωτική αξιολόγηση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Ο σχεδιασμός πρέπει να προβλέπει πώς θα ελέγχεται η πρόοδος των μαθητών κατά τη διάρκεια του μαθήματος.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Πρόνοια για διαφοροποίηση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dirty="0"/>
            <a:t>Εξασφάλιση ότι η διδασκαλία ανταποκρίνεται σε διαφορετικά επίπεδα μαθητών.</a:t>
          </a:r>
          <a:endParaRPr lang="en-US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EFF44AE6-3E72-4678-B4F6-51965BCC90D3}">
      <dgm:prSet/>
      <dgm:spPr/>
      <dgm:t>
        <a:bodyPr/>
        <a:lstStyle/>
        <a:p>
          <a:r>
            <a:rPr lang="el-GR" dirty="0"/>
            <a:t>Ενσωμάτωση ή αναπροσαρμογή με βάση αυτές.</a:t>
          </a:r>
        </a:p>
      </dgm:t>
    </dgm:pt>
    <dgm:pt modelId="{8EC5F847-F000-4F60-A254-42BA69DD08A3}" type="parTrans" cxnId="{D65C9E69-9E84-4876-85B8-C83004B1BE81}">
      <dgm:prSet/>
      <dgm:spPr/>
      <dgm:t>
        <a:bodyPr/>
        <a:lstStyle/>
        <a:p>
          <a:endParaRPr lang="en-US"/>
        </a:p>
      </dgm:t>
    </dgm:pt>
    <dgm:pt modelId="{F711A64C-92CC-452F-8751-F0EA64634CCA}" type="sibTrans" cxnId="{D65C9E69-9E84-4876-85B8-C83004B1BE81}">
      <dgm:prSet/>
      <dgm:spPr/>
      <dgm:t>
        <a:bodyPr/>
        <a:lstStyle/>
        <a:p>
          <a:endParaRPr lang="en-US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D65C9E69-9E84-4876-85B8-C83004B1BE81}" srcId="{84F2DEC2-623E-410E-B538-75F89A81871D}" destId="{EFF44AE6-3E72-4678-B4F6-51965BCC90D3}" srcOrd="1" destOrd="0" parTransId="{8EC5F847-F000-4F60-A254-42BA69DD08A3}" sibTransId="{F711A64C-92CC-452F-8751-F0EA64634CCA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7678CAE0-9C5B-4015-AB51-6245136403DD}" type="presOf" srcId="{EFF44AE6-3E72-4678-B4F6-51965BCC90D3}" destId="{0D6EC6C8-D46A-4749-B5FE-EE2D87917632}" srcOrd="0" destOrd="1" presId="urn:microsoft.com/office/officeart/2005/8/layout/hList1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D670E2-4495-422E-9435-549C66AFFFF0}" type="doc">
      <dgm:prSet loTypeId="urn:microsoft.com/office/officeart/2005/8/layout/process3" loCatId="process" qsTypeId="urn:microsoft.com/office/officeart/2005/8/quickstyle/simple1#6" qsCatId="simple" csTypeId="urn:microsoft.com/office/officeart/2005/8/colors/accent6_1#2" csCatId="accent6" phldr="1"/>
      <dgm:spPr/>
      <dgm:t>
        <a:bodyPr/>
        <a:lstStyle/>
        <a:p>
          <a:endParaRPr lang="en-US"/>
        </a:p>
      </dgm:t>
    </dgm:pt>
    <dgm:pt modelId="{94718F14-9D5C-4008-8719-D0C6F594C00E}">
      <dgm:prSet phldrT="[Text]" custT="1"/>
      <dgm:spPr/>
      <dgm:t>
        <a:bodyPr/>
        <a:lstStyle/>
        <a:p>
          <a:r>
            <a:rPr lang="el-GR" sz="1800" dirty="0" err="1"/>
            <a:t>Αφόρμηση</a:t>
          </a:r>
          <a:endParaRPr lang="en-US" sz="1800" dirty="0"/>
        </a:p>
      </dgm:t>
    </dgm:pt>
    <dgm:pt modelId="{D7C8A08A-A59D-4843-87F6-03942AF6D61A}" type="parTrans" cxnId="{F35F7E61-AE4E-45D0-8915-333407D20346}">
      <dgm:prSet/>
      <dgm:spPr/>
      <dgm:t>
        <a:bodyPr/>
        <a:lstStyle/>
        <a:p>
          <a:endParaRPr lang="en-US"/>
        </a:p>
      </dgm:t>
    </dgm:pt>
    <dgm:pt modelId="{92899EDA-13D9-47B9-9B26-1D9CCA069E85}" type="sibTrans" cxnId="{F35F7E61-AE4E-45D0-8915-333407D20346}">
      <dgm:prSet/>
      <dgm:spPr/>
      <dgm:t>
        <a:bodyPr/>
        <a:lstStyle/>
        <a:p>
          <a:endParaRPr lang="en-US"/>
        </a:p>
      </dgm:t>
    </dgm:pt>
    <dgm:pt modelId="{CB1E12BC-285B-4A83-A8AE-EF3BA2B0ECF3}">
      <dgm:prSet phldrT="[Text]"/>
      <dgm:spPr/>
      <dgm:t>
        <a:bodyPr/>
        <a:lstStyle/>
        <a:p>
          <a:r>
            <a:rPr lang="el-GR" dirty="0"/>
            <a:t>Πρόκληση ενδιαφέροντος, επαναφορά </a:t>
          </a:r>
          <a:r>
            <a:rPr lang="el-GR" dirty="0" err="1"/>
            <a:t>προϋπαρχουσών</a:t>
          </a:r>
          <a:r>
            <a:rPr lang="el-GR" dirty="0"/>
            <a:t> γνώσεων, σύνδεση με το νέο θέμα</a:t>
          </a:r>
          <a:endParaRPr lang="en-US" dirty="0"/>
        </a:p>
      </dgm:t>
    </dgm:pt>
    <dgm:pt modelId="{E0443051-4A7F-4616-8913-4299263736BF}" type="parTrans" cxnId="{27F2D6B0-89FD-4C0F-93F6-64A6C15C27FB}">
      <dgm:prSet/>
      <dgm:spPr/>
      <dgm:t>
        <a:bodyPr/>
        <a:lstStyle/>
        <a:p>
          <a:endParaRPr lang="en-US"/>
        </a:p>
      </dgm:t>
    </dgm:pt>
    <dgm:pt modelId="{C782114B-B8F2-4764-BF11-DE127A359B58}" type="sibTrans" cxnId="{27F2D6B0-89FD-4C0F-93F6-64A6C15C27FB}">
      <dgm:prSet/>
      <dgm:spPr/>
      <dgm:t>
        <a:bodyPr/>
        <a:lstStyle/>
        <a:p>
          <a:endParaRPr lang="en-US"/>
        </a:p>
      </dgm:t>
    </dgm:pt>
    <dgm:pt modelId="{1D2377DC-592A-4DF6-BD5C-3E6E13128115}">
      <dgm:prSet phldrT="[Text]" custT="1"/>
      <dgm:spPr/>
      <dgm:t>
        <a:bodyPr/>
        <a:lstStyle/>
        <a:p>
          <a:r>
            <a:rPr lang="el-GR" sz="1800" dirty="0"/>
            <a:t>Κυρίως δραστηριότητες</a:t>
          </a:r>
          <a:endParaRPr lang="en-US" sz="1800" dirty="0"/>
        </a:p>
      </dgm:t>
    </dgm:pt>
    <dgm:pt modelId="{24C11511-7308-418E-A032-1B294D71ADFD}" type="parTrans" cxnId="{0E00111C-53A3-4142-B764-AE894E7BBD1D}">
      <dgm:prSet/>
      <dgm:spPr/>
      <dgm:t>
        <a:bodyPr/>
        <a:lstStyle/>
        <a:p>
          <a:endParaRPr lang="en-US"/>
        </a:p>
      </dgm:t>
    </dgm:pt>
    <dgm:pt modelId="{A7253C40-C8AC-48DC-B9AF-DFE22E827B73}" type="sibTrans" cxnId="{0E00111C-53A3-4142-B764-AE894E7BBD1D}">
      <dgm:prSet/>
      <dgm:spPr/>
      <dgm:t>
        <a:bodyPr/>
        <a:lstStyle/>
        <a:p>
          <a:endParaRPr lang="en-US"/>
        </a:p>
      </dgm:t>
    </dgm:pt>
    <dgm:pt modelId="{6DCFDB6E-287D-4F7A-A822-6FD16DDFE728}">
      <dgm:prSet phldrT="[Text]"/>
      <dgm:spPr/>
      <dgm:t>
        <a:bodyPr/>
        <a:lstStyle/>
        <a:p>
          <a:r>
            <a:rPr lang="el-GR" dirty="0"/>
            <a:t>Εμπέδωση</a:t>
          </a:r>
          <a:endParaRPr lang="en-US" dirty="0"/>
        </a:p>
      </dgm:t>
    </dgm:pt>
    <dgm:pt modelId="{DBEF623A-99A0-4AD6-A76A-266563A0E6F6}" type="parTrans" cxnId="{36853BC7-4B95-45AE-A3D1-F71934444375}">
      <dgm:prSet/>
      <dgm:spPr/>
      <dgm:t>
        <a:bodyPr/>
        <a:lstStyle/>
        <a:p>
          <a:endParaRPr lang="en-US"/>
        </a:p>
      </dgm:t>
    </dgm:pt>
    <dgm:pt modelId="{2434B7A4-3534-4309-AA78-D77014E98A43}" type="sibTrans" cxnId="{36853BC7-4B95-45AE-A3D1-F71934444375}">
      <dgm:prSet/>
      <dgm:spPr/>
      <dgm:t>
        <a:bodyPr/>
        <a:lstStyle/>
        <a:p>
          <a:endParaRPr lang="en-US"/>
        </a:p>
      </dgm:t>
    </dgm:pt>
    <dgm:pt modelId="{922A42CA-3E24-468E-9FD3-90E45F2ECA6B}">
      <dgm:prSet phldrT="[Text]" custT="1"/>
      <dgm:spPr/>
      <dgm:t>
        <a:bodyPr/>
        <a:lstStyle/>
        <a:p>
          <a:r>
            <a:rPr lang="el-GR" sz="1800" dirty="0"/>
            <a:t>Κλείσιμο</a:t>
          </a:r>
          <a:endParaRPr lang="en-US" sz="1800" dirty="0"/>
        </a:p>
      </dgm:t>
    </dgm:pt>
    <dgm:pt modelId="{166870C3-B3FE-4BF6-B6D0-EEBE883B9554}" type="parTrans" cxnId="{1200F122-AD83-4A15-8AF6-0BEE8DA9BD66}">
      <dgm:prSet/>
      <dgm:spPr/>
      <dgm:t>
        <a:bodyPr/>
        <a:lstStyle/>
        <a:p>
          <a:endParaRPr lang="en-US"/>
        </a:p>
      </dgm:t>
    </dgm:pt>
    <dgm:pt modelId="{E154D409-8980-4929-91B4-42FBFA09F17C}" type="sibTrans" cxnId="{1200F122-AD83-4A15-8AF6-0BEE8DA9BD66}">
      <dgm:prSet/>
      <dgm:spPr/>
      <dgm:t>
        <a:bodyPr/>
        <a:lstStyle/>
        <a:p>
          <a:endParaRPr lang="en-US"/>
        </a:p>
      </dgm:t>
    </dgm:pt>
    <dgm:pt modelId="{6882D3B2-B41A-4CDB-84C6-BE37F0FD85F4}">
      <dgm:prSet phldrT="[Text]"/>
      <dgm:spPr/>
      <dgm:t>
        <a:bodyPr/>
        <a:lstStyle/>
        <a:p>
          <a:r>
            <a:rPr lang="el-GR" dirty="0"/>
            <a:t>Ανακεφαλαίωση</a:t>
          </a:r>
          <a:endParaRPr lang="en-US" dirty="0"/>
        </a:p>
      </dgm:t>
    </dgm:pt>
    <dgm:pt modelId="{AAFD515A-231B-4726-BA60-8B32EC3B7CA2}" type="parTrans" cxnId="{B3CDE6F9-F48E-43DC-8E95-987CCBA8B819}">
      <dgm:prSet/>
      <dgm:spPr/>
      <dgm:t>
        <a:bodyPr/>
        <a:lstStyle/>
        <a:p>
          <a:endParaRPr lang="en-US"/>
        </a:p>
      </dgm:t>
    </dgm:pt>
    <dgm:pt modelId="{9507378F-D74A-4061-AA78-2A246991A09D}" type="sibTrans" cxnId="{B3CDE6F9-F48E-43DC-8E95-987CCBA8B819}">
      <dgm:prSet/>
      <dgm:spPr/>
      <dgm:t>
        <a:bodyPr/>
        <a:lstStyle/>
        <a:p>
          <a:endParaRPr lang="en-US"/>
        </a:p>
      </dgm:t>
    </dgm:pt>
    <dgm:pt modelId="{A4309F05-156F-4017-ABEF-63DC64572FB4}">
      <dgm:prSet phldrT="[Text]"/>
      <dgm:spPr/>
      <dgm:t>
        <a:bodyPr/>
        <a:lstStyle/>
        <a:p>
          <a:r>
            <a:rPr lang="el-GR" dirty="0"/>
            <a:t>Αξιολόγηση</a:t>
          </a:r>
          <a:endParaRPr lang="en-US" dirty="0"/>
        </a:p>
      </dgm:t>
    </dgm:pt>
    <dgm:pt modelId="{C6AAEB3B-C824-40EA-9711-A1CB6653C51A}" type="parTrans" cxnId="{661486CB-4CFB-4263-9067-6EED0A3C6A5D}">
      <dgm:prSet/>
      <dgm:spPr/>
      <dgm:t>
        <a:bodyPr/>
        <a:lstStyle/>
        <a:p>
          <a:endParaRPr lang="en-US"/>
        </a:p>
      </dgm:t>
    </dgm:pt>
    <dgm:pt modelId="{78B0820B-F759-4FB6-A514-C922CF90C3CF}" type="sibTrans" cxnId="{661486CB-4CFB-4263-9067-6EED0A3C6A5D}">
      <dgm:prSet/>
      <dgm:spPr/>
      <dgm:t>
        <a:bodyPr/>
        <a:lstStyle/>
        <a:p>
          <a:endParaRPr lang="en-US"/>
        </a:p>
      </dgm:t>
    </dgm:pt>
    <dgm:pt modelId="{8D9C2CD7-BA6D-4ACA-B6F5-3795D9F63275}">
      <dgm:prSet phldrT="[Text]"/>
      <dgm:spPr/>
      <dgm:t>
        <a:bodyPr/>
        <a:lstStyle/>
        <a:p>
          <a:r>
            <a:rPr lang="el-GR" dirty="0"/>
            <a:t>Παρουσίαση</a:t>
          </a:r>
          <a:endParaRPr lang="en-US" dirty="0"/>
        </a:p>
      </dgm:t>
    </dgm:pt>
    <dgm:pt modelId="{31910ED7-8D6A-410C-9EF8-9C646C6E7830}" type="parTrans" cxnId="{BFCC5C17-013E-4DA1-9954-FCB9619DCCF1}">
      <dgm:prSet/>
      <dgm:spPr/>
      <dgm:t>
        <a:bodyPr/>
        <a:lstStyle/>
        <a:p>
          <a:endParaRPr lang="en-US"/>
        </a:p>
      </dgm:t>
    </dgm:pt>
    <dgm:pt modelId="{0014011D-7777-4F6F-A06B-C67DFC6D3313}" type="sibTrans" cxnId="{BFCC5C17-013E-4DA1-9954-FCB9619DCCF1}">
      <dgm:prSet/>
      <dgm:spPr/>
      <dgm:t>
        <a:bodyPr/>
        <a:lstStyle/>
        <a:p>
          <a:endParaRPr lang="en-US"/>
        </a:p>
      </dgm:t>
    </dgm:pt>
    <dgm:pt modelId="{78178CF1-DDBB-4DCF-AFAB-3C98B6DA2C4C}">
      <dgm:prSet phldrT="[Text]"/>
      <dgm:spPr/>
      <dgm:t>
        <a:bodyPr/>
        <a:lstStyle/>
        <a:p>
          <a:r>
            <a:rPr lang="el-GR" dirty="0" err="1"/>
            <a:t>Αναστοχασμός</a:t>
          </a:r>
          <a:endParaRPr lang="en-US" dirty="0"/>
        </a:p>
      </dgm:t>
    </dgm:pt>
    <dgm:pt modelId="{AC30955D-F4DF-4A84-842E-2D33EEE11C03}" type="parTrans" cxnId="{C6C036A1-FDA2-4FF3-A381-AE0F62C848B1}">
      <dgm:prSet/>
      <dgm:spPr/>
      <dgm:t>
        <a:bodyPr/>
        <a:lstStyle/>
        <a:p>
          <a:endParaRPr lang="en-US"/>
        </a:p>
      </dgm:t>
    </dgm:pt>
    <dgm:pt modelId="{661F9778-CA2E-4355-844C-53E1CC83DCD5}" type="sibTrans" cxnId="{C6C036A1-FDA2-4FF3-A381-AE0F62C848B1}">
      <dgm:prSet/>
      <dgm:spPr/>
      <dgm:t>
        <a:bodyPr/>
        <a:lstStyle/>
        <a:p>
          <a:endParaRPr lang="en-US"/>
        </a:p>
      </dgm:t>
    </dgm:pt>
    <dgm:pt modelId="{46C925EE-AD5E-49F5-BED8-56962454DA3B}" type="pres">
      <dgm:prSet presAssocID="{7BD670E2-4495-422E-9435-549C66AFFFF0}" presName="linearFlow" presStyleCnt="0">
        <dgm:presLayoutVars>
          <dgm:dir/>
          <dgm:animLvl val="lvl"/>
          <dgm:resizeHandles val="exact"/>
        </dgm:presLayoutVars>
      </dgm:prSet>
      <dgm:spPr/>
    </dgm:pt>
    <dgm:pt modelId="{85AF78A4-DACD-4C33-ADB7-0AB72B21046C}" type="pres">
      <dgm:prSet presAssocID="{94718F14-9D5C-4008-8719-D0C6F594C00E}" presName="composite" presStyleCnt="0"/>
      <dgm:spPr/>
    </dgm:pt>
    <dgm:pt modelId="{04832AF1-5352-411C-B333-56370DC5F165}" type="pres">
      <dgm:prSet presAssocID="{94718F14-9D5C-4008-8719-D0C6F594C00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CCBAC6C-BD95-4FD3-80ED-8CEDA85B3A3B}" type="pres">
      <dgm:prSet presAssocID="{94718F14-9D5C-4008-8719-D0C6F594C00E}" presName="parSh" presStyleLbl="node1" presStyleIdx="0" presStyleCnt="3"/>
      <dgm:spPr/>
    </dgm:pt>
    <dgm:pt modelId="{E84869C3-EAFF-45DB-867C-BBBC807BEA8B}" type="pres">
      <dgm:prSet presAssocID="{94718F14-9D5C-4008-8719-D0C6F594C00E}" presName="desTx" presStyleLbl="fgAcc1" presStyleIdx="0" presStyleCnt="3">
        <dgm:presLayoutVars>
          <dgm:bulletEnabled val="1"/>
        </dgm:presLayoutVars>
      </dgm:prSet>
      <dgm:spPr/>
    </dgm:pt>
    <dgm:pt modelId="{404B3A3E-EFB2-4B5C-9951-78583CF71C1C}" type="pres">
      <dgm:prSet presAssocID="{92899EDA-13D9-47B9-9B26-1D9CCA069E85}" presName="sibTrans" presStyleLbl="sibTrans2D1" presStyleIdx="0" presStyleCnt="2"/>
      <dgm:spPr/>
    </dgm:pt>
    <dgm:pt modelId="{AA670276-F116-4227-950C-9F6EFFDEF37B}" type="pres">
      <dgm:prSet presAssocID="{92899EDA-13D9-47B9-9B26-1D9CCA069E85}" presName="connTx" presStyleLbl="sibTrans2D1" presStyleIdx="0" presStyleCnt="2"/>
      <dgm:spPr/>
    </dgm:pt>
    <dgm:pt modelId="{4AD0A1C0-5D23-4307-85DF-9A981B5C512F}" type="pres">
      <dgm:prSet presAssocID="{1D2377DC-592A-4DF6-BD5C-3E6E13128115}" presName="composite" presStyleCnt="0"/>
      <dgm:spPr/>
    </dgm:pt>
    <dgm:pt modelId="{C7D9CC6C-A906-4891-B24D-3203DCED3E94}" type="pres">
      <dgm:prSet presAssocID="{1D2377DC-592A-4DF6-BD5C-3E6E1312811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8A31E88-76A9-4763-914A-167E2090D729}" type="pres">
      <dgm:prSet presAssocID="{1D2377DC-592A-4DF6-BD5C-3E6E13128115}" presName="parSh" presStyleLbl="node1" presStyleIdx="1" presStyleCnt="3"/>
      <dgm:spPr/>
    </dgm:pt>
    <dgm:pt modelId="{F2E504D9-BE4F-49A2-8343-6BD7D4622E28}" type="pres">
      <dgm:prSet presAssocID="{1D2377DC-592A-4DF6-BD5C-3E6E13128115}" presName="desTx" presStyleLbl="fgAcc1" presStyleIdx="1" presStyleCnt="3">
        <dgm:presLayoutVars>
          <dgm:bulletEnabled val="1"/>
        </dgm:presLayoutVars>
      </dgm:prSet>
      <dgm:spPr/>
    </dgm:pt>
    <dgm:pt modelId="{6D98CE71-AD79-4668-BA4A-B1985505B36F}" type="pres">
      <dgm:prSet presAssocID="{A7253C40-C8AC-48DC-B9AF-DFE22E827B73}" presName="sibTrans" presStyleLbl="sibTrans2D1" presStyleIdx="1" presStyleCnt="2"/>
      <dgm:spPr/>
    </dgm:pt>
    <dgm:pt modelId="{009C268F-342D-41BD-B747-067975F93276}" type="pres">
      <dgm:prSet presAssocID="{A7253C40-C8AC-48DC-B9AF-DFE22E827B73}" presName="connTx" presStyleLbl="sibTrans2D1" presStyleIdx="1" presStyleCnt="2"/>
      <dgm:spPr/>
    </dgm:pt>
    <dgm:pt modelId="{16051782-7440-4E2A-A47F-6C7F05875F35}" type="pres">
      <dgm:prSet presAssocID="{922A42CA-3E24-468E-9FD3-90E45F2ECA6B}" presName="composite" presStyleCnt="0"/>
      <dgm:spPr/>
    </dgm:pt>
    <dgm:pt modelId="{7344D4A4-3414-416C-A2C8-3EB8B295092F}" type="pres">
      <dgm:prSet presAssocID="{922A42CA-3E24-468E-9FD3-90E45F2ECA6B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18A878E-5DA6-400F-8AA5-915CE77C0BA3}" type="pres">
      <dgm:prSet presAssocID="{922A42CA-3E24-468E-9FD3-90E45F2ECA6B}" presName="parSh" presStyleLbl="node1" presStyleIdx="2" presStyleCnt="3"/>
      <dgm:spPr/>
    </dgm:pt>
    <dgm:pt modelId="{BF1ECB57-4BDF-425C-898A-CFAEE81CB3F6}" type="pres">
      <dgm:prSet presAssocID="{922A42CA-3E24-468E-9FD3-90E45F2ECA6B}" presName="desTx" presStyleLbl="fgAcc1" presStyleIdx="2" presStyleCnt="3">
        <dgm:presLayoutVars>
          <dgm:bulletEnabled val="1"/>
        </dgm:presLayoutVars>
      </dgm:prSet>
      <dgm:spPr/>
    </dgm:pt>
  </dgm:ptLst>
  <dgm:cxnLst>
    <dgm:cxn modelId="{05030807-B053-4908-8FCC-6C884A1D5749}" type="presOf" srcId="{CB1E12BC-285B-4A83-A8AE-EF3BA2B0ECF3}" destId="{E84869C3-EAFF-45DB-867C-BBBC807BEA8B}" srcOrd="0" destOrd="0" presId="urn:microsoft.com/office/officeart/2005/8/layout/process3"/>
    <dgm:cxn modelId="{480DDD15-512A-44EF-B642-EF579D4E8C2E}" type="presOf" srcId="{A4309F05-156F-4017-ABEF-63DC64572FB4}" destId="{F2E504D9-BE4F-49A2-8343-6BD7D4622E28}" srcOrd="0" destOrd="2" presId="urn:microsoft.com/office/officeart/2005/8/layout/process3"/>
    <dgm:cxn modelId="{BFCC5C17-013E-4DA1-9954-FCB9619DCCF1}" srcId="{1D2377DC-592A-4DF6-BD5C-3E6E13128115}" destId="{8D9C2CD7-BA6D-4ACA-B6F5-3795D9F63275}" srcOrd="0" destOrd="0" parTransId="{31910ED7-8D6A-410C-9EF8-9C646C6E7830}" sibTransId="{0014011D-7777-4F6F-A06B-C67DFC6D3313}"/>
    <dgm:cxn modelId="{0E00111C-53A3-4142-B764-AE894E7BBD1D}" srcId="{7BD670E2-4495-422E-9435-549C66AFFFF0}" destId="{1D2377DC-592A-4DF6-BD5C-3E6E13128115}" srcOrd="1" destOrd="0" parTransId="{24C11511-7308-418E-A032-1B294D71ADFD}" sibTransId="{A7253C40-C8AC-48DC-B9AF-DFE22E827B73}"/>
    <dgm:cxn modelId="{9D320D22-D47A-4C0E-9A04-BCAD829F0E61}" type="presOf" srcId="{92899EDA-13D9-47B9-9B26-1D9CCA069E85}" destId="{404B3A3E-EFB2-4B5C-9951-78583CF71C1C}" srcOrd="0" destOrd="0" presId="urn:microsoft.com/office/officeart/2005/8/layout/process3"/>
    <dgm:cxn modelId="{1200F122-AD83-4A15-8AF6-0BEE8DA9BD66}" srcId="{7BD670E2-4495-422E-9435-549C66AFFFF0}" destId="{922A42CA-3E24-468E-9FD3-90E45F2ECA6B}" srcOrd="2" destOrd="0" parTransId="{166870C3-B3FE-4BF6-B6D0-EEBE883B9554}" sibTransId="{E154D409-8980-4929-91B4-42FBFA09F17C}"/>
    <dgm:cxn modelId="{1DA90B35-B753-419D-847A-977776A16AB9}" type="presOf" srcId="{7BD670E2-4495-422E-9435-549C66AFFFF0}" destId="{46C925EE-AD5E-49F5-BED8-56962454DA3B}" srcOrd="0" destOrd="0" presId="urn:microsoft.com/office/officeart/2005/8/layout/process3"/>
    <dgm:cxn modelId="{22969A5F-FF95-452F-9FD9-EF6362BD228D}" type="presOf" srcId="{78178CF1-DDBB-4DCF-AFAB-3C98B6DA2C4C}" destId="{BF1ECB57-4BDF-425C-898A-CFAEE81CB3F6}" srcOrd="0" destOrd="1" presId="urn:microsoft.com/office/officeart/2005/8/layout/process3"/>
    <dgm:cxn modelId="{F35F7E61-AE4E-45D0-8915-333407D20346}" srcId="{7BD670E2-4495-422E-9435-549C66AFFFF0}" destId="{94718F14-9D5C-4008-8719-D0C6F594C00E}" srcOrd="0" destOrd="0" parTransId="{D7C8A08A-A59D-4843-87F6-03942AF6D61A}" sibTransId="{92899EDA-13D9-47B9-9B26-1D9CCA069E85}"/>
    <dgm:cxn modelId="{8C017271-76A4-409D-80AB-712AC6C2967A}" type="presOf" srcId="{8D9C2CD7-BA6D-4ACA-B6F5-3795D9F63275}" destId="{F2E504D9-BE4F-49A2-8343-6BD7D4622E28}" srcOrd="0" destOrd="0" presId="urn:microsoft.com/office/officeart/2005/8/layout/process3"/>
    <dgm:cxn modelId="{400FE056-503A-4BA6-80B5-A48958AD7746}" type="presOf" srcId="{1D2377DC-592A-4DF6-BD5C-3E6E13128115}" destId="{88A31E88-76A9-4763-914A-167E2090D729}" srcOrd="1" destOrd="0" presId="urn:microsoft.com/office/officeart/2005/8/layout/process3"/>
    <dgm:cxn modelId="{5717ED91-BB71-4DF3-91C0-EAA310DE7701}" type="presOf" srcId="{A7253C40-C8AC-48DC-B9AF-DFE22E827B73}" destId="{009C268F-342D-41BD-B747-067975F93276}" srcOrd="1" destOrd="0" presId="urn:microsoft.com/office/officeart/2005/8/layout/process3"/>
    <dgm:cxn modelId="{165B989D-0E6A-4DBD-BAB9-38B6EBEFFB50}" type="presOf" srcId="{94718F14-9D5C-4008-8719-D0C6F594C00E}" destId="{04832AF1-5352-411C-B333-56370DC5F165}" srcOrd="0" destOrd="0" presId="urn:microsoft.com/office/officeart/2005/8/layout/process3"/>
    <dgm:cxn modelId="{D3DCB99D-0113-40DB-A895-B3A739C18E1F}" type="presOf" srcId="{A7253C40-C8AC-48DC-B9AF-DFE22E827B73}" destId="{6D98CE71-AD79-4668-BA4A-B1985505B36F}" srcOrd="0" destOrd="0" presId="urn:microsoft.com/office/officeart/2005/8/layout/process3"/>
    <dgm:cxn modelId="{C6C036A1-FDA2-4FF3-A381-AE0F62C848B1}" srcId="{922A42CA-3E24-468E-9FD3-90E45F2ECA6B}" destId="{78178CF1-DDBB-4DCF-AFAB-3C98B6DA2C4C}" srcOrd="1" destOrd="0" parTransId="{AC30955D-F4DF-4A84-842E-2D33EEE11C03}" sibTransId="{661F9778-CA2E-4355-844C-53E1CC83DCD5}"/>
    <dgm:cxn modelId="{195EB2A7-5BF6-4413-91AB-E29C66D4C389}" type="presOf" srcId="{6882D3B2-B41A-4CDB-84C6-BE37F0FD85F4}" destId="{BF1ECB57-4BDF-425C-898A-CFAEE81CB3F6}" srcOrd="0" destOrd="0" presId="urn:microsoft.com/office/officeart/2005/8/layout/process3"/>
    <dgm:cxn modelId="{27F2D6B0-89FD-4C0F-93F6-64A6C15C27FB}" srcId="{94718F14-9D5C-4008-8719-D0C6F594C00E}" destId="{CB1E12BC-285B-4A83-A8AE-EF3BA2B0ECF3}" srcOrd="0" destOrd="0" parTransId="{E0443051-4A7F-4616-8913-4299263736BF}" sibTransId="{C782114B-B8F2-4764-BF11-DE127A359B58}"/>
    <dgm:cxn modelId="{1DD312B1-0E9D-4184-BF13-0FD89554F1A3}" type="presOf" srcId="{6DCFDB6E-287D-4F7A-A822-6FD16DDFE728}" destId="{F2E504D9-BE4F-49A2-8343-6BD7D4622E28}" srcOrd="0" destOrd="1" presId="urn:microsoft.com/office/officeart/2005/8/layout/process3"/>
    <dgm:cxn modelId="{5B9370C5-7E89-492C-BDE5-9B105F2F23ED}" type="presOf" srcId="{1D2377DC-592A-4DF6-BD5C-3E6E13128115}" destId="{C7D9CC6C-A906-4891-B24D-3203DCED3E94}" srcOrd="0" destOrd="0" presId="urn:microsoft.com/office/officeart/2005/8/layout/process3"/>
    <dgm:cxn modelId="{36853BC7-4B95-45AE-A3D1-F71934444375}" srcId="{1D2377DC-592A-4DF6-BD5C-3E6E13128115}" destId="{6DCFDB6E-287D-4F7A-A822-6FD16DDFE728}" srcOrd="1" destOrd="0" parTransId="{DBEF623A-99A0-4AD6-A76A-266563A0E6F6}" sibTransId="{2434B7A4-3534-4309-AA78-D77014E98A43}"/>
    <dgm:cxn modelId="{661486CB-4CFB-4263-9067-6EED0A3C6A5D}" srcId="{1D2377DC-592A-4DF6-BD5C-3E6E13128115}" destId="{A4309F05-156F-4017-ABEF-63DC64572FB4}" srcOrd="2" destOrd="0" parTransId="{C6AAEB3B-C824-40EA-9711-A1CB6653C51A}" sibTransId="{78B0820B-F759-4FB6-A514-C922CF90C3CF}"/>
    <dgm:cxn modelId="{B3160CD7-5B37-4F84-89E1-F43594462741}" type="presOf" srcId="{94718F14-9D5C-4008-8719-D0C6F594C00E}" destId="{7CCBAC6C-BD95-4FD3-80ED-8CEDA85B3A3B}" srcOrd="1" destOrd="0" presId="urn:microsoft.com/office/officeart/2005/8/layout/process3"/>
    <dgm:cxn modelId="{D08EFEED-1C54-4C5F-9323-ACE3C210FD4C}" type="presOf" srcId="{922A42CA-3E24-468E-9FD3-90E45F2ECA6B}" destId="{518A878E-5DA6-400F-8AA5-915CE77C0BA3}" srcOrd="1" destOrd="0" presId="urn:microsoft.com/office/officeart/2005/8/layout/process3"/>
    <dgm:cxn modelId="{9AA64AF1-91F6-460C-97A6-5962BA3421EA}" type="presOf" srcId="{922A42CA-3E24-468E-9FD3-90E45F2ECA6B}" destId="{7344D4A4-3414-416C-A2C8-3EB8B295092F}" srcOrd="0" destOrd="0" presId="urn:microsoft.com/office/officeart/2005/8/layout/process3"/>
    <dgm:cxn modelId="{BDCB9AF9-F26E-4B27-BE52-306E25B5D963}" type="presOf" srcId="{92899EDA-13D9-47B9-9B26-1D9CCA069E85}" destId="{AA670276-F116-4227-950C-9F6EFFDEF37B}" srcOrd="1" destOrd="0" presId="urn:microsoft.com/office/officeart/2005/8/layout/process3"/>
    <dgm:cxn modelId="{B3CDE6F9-F48E-43DC-8E95-987CCBA8B819}" srcId="{922A42CA-3E24-468E-9FD3-90E45F2ECA6B}" destId="{6882D3B2-B41A-4CDB-84C6-BE37F0FD85F4}" srcOrd="0" destOrd="0" parTransId="{AAFD515A-231B-4726-BA60-8B32EC3B7CA2}" sibTransId="{9507378F-D74A-4061-AA78-2A246991A09D}"/>
    <dgm:cxn modelId="{34CB3F47-A723-4FA7-B5A3-8C21277B286C}" type="presParOf" srcId="{46C925EE-AD5E-49F5-BED8-56962454DA3B}" destId="{85AF78A4-DACD-4C33-ADB7-0AB72B21046C}" srcOrd="0" destOrd="0" presId="urn:microsoft.com/office/officeart/2005/8/layout/process3"/>
    <dgm:cxn modelId="{5152AEAA-356D-4DF0-A053-7747F7AE584C}" type="presParOf" srcId="{85AF78A4-DACD-4C33-ADB7-0AB72B21046C}" destId="{04832AF1-5352-411C-B333-56370DC5F165}" srcOrd="0" destOrd="0" presId="urn:microsoft.com/office/officeart/2005/8/layout/process3"/>
    <dgm:cxn modelId="{627DF025-39DD-4D20-91E4-2418499E39CC}" type="presParOf" srcId="{85AF78A4-DACD-4C33-ADB7-0AB72B21046C}" destId="{7CCBAC6C-BD95-4FD3-80ED-8CEDA85B3A3B}" srcOrd="1" destOrd="0" presId="urn:microsoft.com/office/officeart/2005/8/layout/process3"/>
    <dgm:cxn modelId="{3BA4563D-CBEF-4DF0-BFFC-C9B617A4DEB9}" type="presParOf" srcId="{85AF78A4-DACD-4C33-ADB7-0AB72B21046C}" destId="{E84869C3-EAFF-45DB-867C-BBBC807BEA8B}" srcOrd="2" destOrd="0" presId="urn:microsoft.com/office/officeart/2005/8/layout/process3"/>
    <dgm:cxn modelId="{19D3AF85-1F6D-43D7-96E2-2777E9EA556B}" type="presParOf" srcId="{46C925EE-AD5E-49F5-BED8-56962454DA3B}" destId="{404B3A3E-EFB2-4B5C-9951-78583CF71C1C}" srcOrd="1" destOrd="0" presId="urn:microsoft.com/office/officeart/2005/8/layout/process3"/>
    <dgm:cxn modelId="{E8682A17-53E1-4142-9D7C-9AF64F130501}" type="presParOf" srcId="{404B3A3E-EFB2-4B5C-9951-78583CF71C1C}" destId="{AA670276-F116-4227-950C-9F6EFFDEF37B}" srcOrd="0" destOrd="0" presId="urn:microsoft.com/office/officeart/2005/8/layout/process3"/>
    <dgm:cxn modelId="{4E6DE350-E6DE-445A-AB77-1F23DA2A3396}" type="presParOf" srcId="{46C925EE-AD5E-49F5-BED8-56962454DA3B}" destId="{4AD0A1C0-5D23-4307-85DF-9A981B5C512F}" srcOrd="2" destOrd="0" presId="urn:microsoft.com/office/officeart/2005/8/layout/process3"/>
    <dgm:cxn modelId="{73846032-FFC9-4DF1-8C73-15E3D6BD5337}" type="presParOf" srcId="{4AD0A1C0-5D23-4307-85DF-9A981B5C512F}" destId="{C7D9CC6C-A906-4891-B24D-3203DCED3E94}" srcOrd="0" destOrd="0" presId="urn:microsoft.com/office/officeart/2005/8/layout/process3"/>
    <dgm:cxn modelId="{ABB2D7FD-03A3-4803-9458-A865DC2996F2}" type="presParOf" srcId="{4AD0A1C0-5D23-4307-85DF-9A981B5C512F}" destId="{88A31E88-76A9-4763-914A-167E2090D729}" srcOrd="1" destOrd="0" presId="urn:microsoft.com/office/officeart/2005/8/layout/process3"/>
    <dgm:cxn modelId="{4019B89B-5D82-4307-885A-240B958CA811}" type="presParOf" srcId="{4AD0A1C0-5D23-4307-85DF-9A981B5C512F}" destId="{F2E504D9-BE4F-49A2-8343-6BD7D4622E28}" srcOrd="2" destOrd="0" presId="urn:microsoft.com/office/officeart/2005/8/layout/process3"/>
    <dgm:cxn modelId="{19134A97-43DA-40DC-B654-D6CE839F04CF}" type="presParOf" srcId="{46C925EE-AD5E-49F5-BED8-56962454DA3B}" destId="{6D98CE71-AD79-4668-BA4A-B1985505B36F}" srcOrd="3" destOrd="0" presId="urn:microsoft.com/office/officeart/2005/8/layout/process3"/>
    <dgm:cxn modelId="{48B1B9AC-9A12-49AE-A84E-97651FB3E03D}" type="presParOf" srcId="{6D98CE71-AD79-4668-BA4A-B1985505B36F}" destId="{009C268F-342D-41BD-B747-067975F93276}" srcOrd="0" destOrd="0" presId="urn:microsoft.com/office/officeart/2005/8/layout/process3"/>
    <dgm:cxn modelId="{5147F3B1-F611-443F-9759-61C1BC64E5F3}" type="presParOf" srcId="{46C925EE-AD5E-49F5-BED8-56962454DA3B}" destId="{16051782-7440-4E2A-A47F-6C7F05875F35}" srcOrd="4" destOrd="0" presId="urn:microsoft.com/office/officeart/2005/8/layout/process3"/>
    <dgm:cxn modelId="{999E4745-319A-46AF-AC6D-2ABD51D264DE}" type="presParOf" srcId="{16051782-7440-4E2A-A47F-6C7F05875F35}" destId="{7344D4A4-3414-416C-A2C8-3EB8B295092F}" srcOrd="0" destOrd="0" presId="urn:microsoft.com/office/officeart/2005/8/layout/process3"/>
    <dgm:cxn modelId="{2BAD6F6B-C797-4987-960F-C28F1130E88F}" type="presParOf" srcId="{16051782-7440-4E2A-A47F-6C7F05875F35}" destId="{518A878E-5DA6-400F-8AA5-915CE77C0BA3}" srcOrd="1" destOrd="0" presId="urn:microsoft.com/office/officeart/2005/8/layout/process3"/>
    <dgm:cxn modelId="{9162839F-6D15-4E78-84AC-AC3D956D21BA}" type="presParOf" srcId="{16051782-7440-4E2A-A47F-6C7F05875F35}" destId="{BF1ECB57-4BDF-425C-898A-CFAEE81CB3F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EE0F5-48F0-4AEF-8C15-95CD46A22A0C}">
      <dsp:nvSpPr>
        <dsp:cNvPr id="0" name=""/>
        <dsp:cNvSpPr/>
      </dsp:nvSpPr>
      <dsp:spPr>
        <a:xfrm rot="5400000">
          <a:off x="-116876" y="122481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1</a:t>
          </a:r>
          <a:endParaRPr lang="en-US" sz="2000" kern="1200" dirty="0"/>
        </a:p>
      </dsp:txBody>
      <dsp:txXfrm rot="-5400000">
        <a:off x="2" y="278317"/>
        <a:ext cx="545425" cy="233754"/>
      </dsp:txXfrm>
    </dsp:sp>
    <dsp:sp modelId="{53EE8F2F-0D15-45B2-BC1E-2A6B2DB6291D}">
      <dsp:nvSpPr>
        <dsp:cNvPr id="0" name=""/>
        <dsp:cNvSpPr/>
      </dsp:nvSpPr>
      <dsp:spPr>
        <a:xfrm rot="5400000">
          <a:off x="4324646" y="-3773616"/>
          <a:ext cx="506733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Βασικές έννοιες της Πληροφορικής και της Επιστήμης των Ηλεκτρονικών Υπολογιστών</a:t>
          </a:r>
          <a:endParaRPr lang="en-US" sz="2000" kern="1200" dirty="0"/>
        </a:p>
      </dsp:txBody>
      <dsp:txXfrm rot="-5400000">
        <a:off x="545426" y="30342"/>
        <a:ext cx="8040437" cy="457259"/>
      </dsp:txXfrm>
    </dsp:sp>
    <dsp:sp modelId="{E823F444-D352-4E65-8CAD-8208F5A302BC}">
      <dsp:nvSpPr>
        <dsp:cNvPr id="0" name=""/>
        <dsp:cNvSpPr/>
      </dsp:nvSpPr>
      <dsp:spPr>
        <a:xfrm rot="5400000">
          <a:off x="-116876" y="817519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2</a:t>
          </a:r>
          <a:endParaRPr lang="en-US" sz="2000" kern="1200" dirty="0"/>
        </a:p>
      </dsp:txBody>
      <dsp:txXfrm rot="-5400000">
        <a:off x="2" y="973355"/>
        <a:ext cx="545425" cy="233754"/>
      </dsp:txXfrm>
    </dsp:sp>
    <dsp:sp modelId="{C9A0F05D-3985-49F5-9F31-7EF82774BF03}">
      <dsp:nvSpPr>
        <dsp:cNvPr id="0" name=""/>
        <dsp:cNvSpPr/>
      </dsp:nvSpPr>
      <dsp:spPr>
        <a:xfrm rot="5400000">
          <a:off x="4324779" y="-3078710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Υλικό/Αρχιτεκτονική Ηλεκτρονικών Υπολογιστών </a:t>
          </a:r>
          <a:endParaRPr lang="en-US" sz="2000" kern="1200" dirty="0"/>
        </a:p>
      </dsp:txBody>
      <dsp:txXfrm rot="-5400000">
        <a:off x="545425" y="725368"/>
        <a:ext cx="8040450" cy="457018"/>
      </dsp:txXfrm>
    </dsp:sp>
    <dsp:sp modelId="{8601A6D4-156C-449A-B792-BD33D263F1A6}">
      <dsp:nvSpPr>
        <dsp:cNvPr id="0" name=""/>
        <dsp:cNvSpPr/>
      </dsp:nvSpPr>
      <dsp:spPr>
        <a:xfrm rot="5400000">
          <a:off x="-116876" y="1512558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3</a:t>
          </a:r>
          <a:endParaRPr lang="en-US" sz="2000" kern="1200" dirty="0"/>
        </a:p>
      </dsp:txBody>
      <dsp:txXfrm rot="-5400000">
        <a:off x="2" y="1668394"/>
        <a:ext cx="545425" cy="233754"/>
      </dsp:txXfrm>
    </dsp:sp>
    <dsp:sp modelId="{C7A9CAB3-6D77-4780-9A05-5573388F0BC7}">
      <dsp:nvSpPr>
        <dsp:cNvPr id="0" name=""/>
        <dsp:cNvSpPr/>
      </dsp:nvSpPr>
      <dsp:spPr>
        <a:xfrm rot="5400000">
          <a:off x="4324779" y="-2383672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Λειτουργικά Συστήματα</a:t>
          </a:r>
          <a:endParaRPr lang="en-US" sz="2000" kern="1200" dirty="0"/>
        </a:p>
      </dsp:txBody>
      <dsp:txXfrm rot="-5400000">
        <a:off x="545425" y="1420406"/>
        <a:ext cx="8040450" cy="457018"/>
      </dsp:txXfrm>
    </dsp:sp>
    <dsp:sp modelId="{69585F94-C29A-468B-A6FD-8B84363C5AFE}">
      <dsp:nvSpPr>
        <dsp:cNvPr id="0" name=""/>
        <dsp:cNvSpPr/>
      </dsp:nvSpPr>
      <dsp:spPr>
        <a:xfrm rot="5400000">
          <a:off x="-116876" y="2207597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4</a:t>
          </a:r>
          <a:endParaRPr lang="en-US" sz="2000" kern="1200" dirty="0"/>
        </a:p>
      </dsp:txBody>
      <dsp:txXfrm rot="-5400000">
        <a:off x="2" y="2363433"/>
        <a:ext cx="545425" cy="233754"/>
      </dsp:txXfrm>
    </dsp:sp>
    <dsp:sp modelId="{9034D94B-6E06-46F8-B72F-8BD1E7DC7745}">
      <dsp:nvSpPr>
        <dsp:cNvPr id="0" name=""/>
        <dsp:cNvSpPr/>
      </dsp:nvSpPr>
      <dsp:spPr>
        <a:xfrm rot="5400000">
          <a:off x="4324779" y="-1688633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Λογισμικό εφαρμογών </a:t>
          </a:r>
          <a:endParaRPr lang="en-US" sz="2000" kern="1200" dirty="0"/>
        </a:p>
      </dsp:txBody>
      <dsp:txXfrm rot="-5400000">
        <a:off x="545425" y="2115445"/>
        <a:ext cx="8040450" cy="457018"/>
      </dsp:txXfrm>
    </dsp:sp>
    <dsp:sp modelId="{09873C73-033F-481B-8A87-97CD0455DBB4}">
      <dsp:nvSpPr>
        <dsp:cNvPr id="0" name=""/>
        <dsp:cNvSpPr/>
      </dsp:nvSpPr>
      <dsp:spPr>
        <a:xfrm rot="5400000">
          <a:off x="-116876" y="2902635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5</a:t>
          </a:r>
          <a:endParaRPr lang="en-US" sz="2000" kern="1200" dirty="0"/>
        </a:p>
      </dsp:txBody>
      <dsp:txXfrm rot="-5400000">
        <a:off x="2" y="3058471"/>
        <a:ext cx="545425" cy="233754"/>
      </dsp:txXfrm>
    </dsp:sp>
    <dsp:sp modelId="{2625E147-DBEE-40C0-9E91-1D9B5ED6ACBC}">
      <dsp:nvSpPr>
        <dsp:cNvPr id="0" name=""/>
        <dsp:cNvSpPr/>
      </dsp:nvSpPr>
      <dsp:spPr>
        <a:xfrm rot="5400000">
          <a:off x="4324779" y="-993594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Δίκτυα και Διαδίκτυο</a:t>
          </a:r>
          <a:endParaRPr lang="en-US" sz="2000" kern="1200" dirty="0"/>
        </a:p>
      </dsp:txBody>
      <dsp:txXfrm rot="-5400000">
        <a:off x="545425" y="2810484"/>
        <a:ext cx="8040450" cy="457018"/>
      </dsp:txXfrm>
    </dsp:sp>
    <dsp:sp modelId="{3E1EDFDC-93A6-437C-8D35-D8B543C8ED25}">
      <dsp:nvSpPr>
        <dsp:cNvPr id="0" name=""/>
        <dsp:cNvSpPr/>
      </dsp:nvSpPr>
      <dsp:spPr>
        <a:xfrm rot="5400000">
          <a:off x="-116876" y="3597674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6</a:t>
          </a:r>
          <a:endParaRPr lang="en-US" sz="2000" kern="1200" dirty="0"/>
        </a:p>
      </dsp:txBody>
      <dsp:txXfrm rot="-5400000">
        <a:off x="2" y="3753510"/>
        <a:ext cx="545425" cy="233754"/>
      </dsp:txXfrm>
    </dsp:sp>
    <dsp:sp modelId="{D3A15DD1-619C-4F17-B8B5-1D821DB40C1B}">
      <dsp:nvSpPr>
        <dsp:cNvPr id="0" name=""/>
        <dsp:cNvSpPr/>
      </dsp:nvSpPr>
      <dsp:spPr>
        <a:xfrm rot="5400000">
          <a:off x="4324779" y="-298556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Βάσεις Δεδομένων και Ανάπτυξη Πληροφοριακών Συστημάτων</a:t>
          </a:r>
          <a:endParaRPr lang="en-US" sz="2000" kern="1200" dirty="0"/>
        </a:p>
      </dsp:txBody>
      <dsp:txXfrm rot="-5400000">
        <a:off x="545425" y="3505522"/>
        <a:ext cx="8040450" cy="457018"/>
      </dsp:txXfrm>
    </dsp:sp>
    <dsp:sp modelId="{A893F85C-7928-42A2-A851-FEF7E5C639DE}">
      <dsp:nvSpPr>
        <dsp:cNvPr id="0" name=""/>
        <dsp:cNvSpPr/>
      </dsp:nvSpPr>
      <dsp:spPr>
        <a:xfrm rot="5400000">
          <a:off x="-116876" y="4292713"/>
          <a:ext cx="779179" cy="54542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7</a:t>
          </a:r>
          <a:endParaRPr lang="en-US" sz="2000" kern="1200" dirty="0"/>
        </a:p>
      </dsp:txBody>
      <dsp:txXfrm rot="-5400000">
        <a:off x="2" y="4448549"/>
        <a:ext cx="545425" cy="233754"/>
      </dsp:txXfrm>
    </dsp:sp>
    <dsp:sp modelId="{A5A68033-8B07-4DEA-97D1-E05F58E436CE}">
      <dsp:nvSpPr>
        <dsp:cNvPr id="0" name=""/>
        <dsp:cNvSpPr/>
      </dsp:nvSpPr>
      <dsp:spPr>
        <a:xfrm rot="5400000">
          <a:off x="4324779" y="396482"/>
          <a:ext cx="506466" cy="8065174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000" kern="1200" dirty="0"/>
            <a:t>Αλγοριθμική Σκέψη, Προγραμματισμός και Σύγχρονες Εφαρμογές Πληροφορικής</a:t>
          </a:r>
          <a:endParaRPr lang="en-US" sz="2000" kern="1200" dirty="0"/>
        </a:p>
      </dsp:txBody>
      <dsp:txXfrm rot="-5400000">
        <a:off x="545425" y="4200560"/>
        <a:ext cx="8040450" cy="457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Σαφής και κατάλληλος σκοπός</a:t>
          </a:r>
          <a:endParaRPr lang="en-US" sz="1900" kern="1200" dirty="0"/>
        </a:p>
      </dsp:txBody>
      <dsp:txXfrm>
        <a:off x="2571" y="483852"/>
        <a:ext cx="2507456" cy="954021"/>
      </dsp:txXfrm>
    </dsp:sp>
    <dsp:sp modelId="{0D6EC6C8-D46A-4749-B5FE-EE2D87917632}">
      <dsp:nvSpPr>
        <dsp:cNvPr id="0" name=""/>
        <dsp:cNvSpPr/>
      </dsp:nvSpPr>
      <dsp:spPr>
        <a:xfrm>
          <a:off x="25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Τι θέλουμε να γνωρίζουν όλοι οι μαθητές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σκοπός πρέπει να είναι γνωστός στους μαθητές</a:t>
          </a:r>
          <a:endParaRPr lang="en-US" sz="1900" kern="1200" dirty="0"/>
        </a:p>
      </dsp:txBody>
      <dsp:txXfrm>
        <a:off x="2571" y="1437874"/>
        <a:ext cx="2507456" cy="2472472"/>
      </dsp:txXfrm>
    </dsp:sp>
    <dsp:sp modelId="{1B874E87-3D10-45C7-83CA-BE3963DDFD51}">
      <dsp:nvSpPr>
        <dsp:cNvPr id="0" name=""/>
        <dsp:cNvSpPr/>
      </dsp:nvSpPr>
      <dsp:spPr>
        <a:xfrm>
          <a:off x="28610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Ρεαλιστικοί Στόχοι</a:t>
          </a:r>
          <a:endParaRPr lang="en-US" sz="1900" kern="1200" dirty="0"/>
        </a:p>
      </dsp:txBody>
      <dsp:txXfrm>
        <a:off x="2861071" y="483852"/>
        <a:ext cx="2507456" cy="954021"/>
      </dsp:txXfrm>
    </dsp:sp>
    <dsp:sp modelId="{F30CB6CB-F46C-41A3-8DB5-08822497F88E}">
      <dsp:nvSpPr>
        <dsp:cNvPr id="0" name=""/>
        <dsp:cNvSpPr/>
      </dsp:nvSpPr>
      <dsp:spPr>
        <a:xfrm>
          <a:off x="28610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Περιγράφουν τι θα μπορούν να κάνουν οι μαθητές, όχι ο εκπαιδευτικός.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b="0" kern="1200" dirty="0"/>
            <a:t>Συγκεκριμενοποιούν τον σκοπό - τι ακριβώς θα μάθουν οι μαθητές</a:t>
          </a:r>
          <a:endParaRPr lang="en-US" sz="1900" b="0" kern="1200" dirty="0"/>
        </a:p>
      </dsp:txBody>
      <dsp:txXfrm>
        <a:off x="2861071" y="1437874"/>
        <a:ext cx="2507456" cy="2472472"/>
      </dsp:txXfrm>
    </dsp:sp>
    <dsp:sp modelId="{F2E6D6ED-784B-46E3-9E3C-6ADA4D3906AA}">
      <dsp:nvSpPr>
        <dsp:cNvPr id="0" name=""/>
        <dsp:cNvSpPr/>
      </dsp:nvSpPr>
      <dsp:spPr>
        <a:xfrm>
          <a:off x="5719571" y="483852"/>
          <a:ext cx="2507456" cy="954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Εντοπισμός πυρηνικών γνώσεων και δεξιοτήτων  </a:t>
          </a:r>
          <a:endParaRPr lang="en-US" sz="1900" kern="1200" dirty="0"/>
        </a:p>
      </dsp:txBody>
      <dsp:txXfrm>
        <a:off x="5719571" y="483852"/>
        <a:ext cx="2507456" cy="954021"/>
      </dsp:txXfrm>
    </dsp:sp>
    <dsp:sp modelId="{13417FB0-47FC-49AD-81C0-3A9B7CD337CA}">
      <dsp:nvSpPr>
        <dsp:cNvPr id="0" name=""/>
        <dsp:cNvSpPr/>
      </dsp:nvSpPr>
      <dsp:spPr>
        <a:xfrm>
          <a:off x="5719571" y="1437874"/>
          <a:ext cx="2507456" cy="2472472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εκπαιδευτικός πρέπει να ξέρει “τι είναι κεντρικό” στο μάθημα — τι πρέπει να μείνει.</a:t>
          </a:r>
          <a:endParaRPr lang="en-US" sz="1900" kern="1200" dirty="0"/>
        </a:p>
      </dsp:txBody>
      <dsp:txXfrm>
        <a:off x="5719571" y="1437874"/>
        <a:ext cx="2507456" cy="24724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Εντοπισμός </a:t>
          </a:r>
          <a:r>
            <a:rPr lang="el-GR" sz="1900" kern="1200" dirty="0" err="1"/>
            <a:t>προαπαιτούμενων</a:t>
          </a:r>
          <a:r>
            <a:rPr lang="el-GR" sz="1900" kern="1200" dirty="0"/>
            <a:t> γνώσεων, δεξιοτήτων</a:t>
          </a:r>
          <a:endParaRPr lang="en-US" sz="1900" kern="1200" dirty="0"/>
        </a:p>
      </dsp:txBody>
      <dsp:txXfrm>
        <a:off x="2571" y="491331"/>
        <a:ext cx="2507456" cy="960252"/>
      </dsp:txXfrm>
    </dsp:sp>
    <dsp:sp modelId="{0D6EC6C8-D46A-4749-B5FE-EE2D87917632}">
      <dsp:nvSpPr>
        <dsp:cNvPr id="0" name=""/>
        <dsp:cNvSpPr/>
      </dsp:nvSpPr>
      <dsp:spPr>
        <a:xfrm>
          <a:off x="25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Τι γνωρίζουν ήδη οι μαθητές, τι δυσκολίες έχουν, ποιες εναλλακτικές ιδέες φέρνουν.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Ενσωμάτωση ή αναπροσαρμογή με βάση αυτές.</a:t>
          </a:r>
        </a:p>
      </dsp:txBody>
      <dsp:txXfrm>
        <a:off x="2571" y="1451583"/>
        <a:ext cx="2507456" cy="2451284"/>
      </dsp:txXfrm>
    </dsp:sp>
    <dsp:sp modelId="{1B874E87-3D10-45C7-83CA-BE3963DDFD51}">
      <dsp:nvSpPr>
        <dsp:cNvPr id="0" name=""/>
        <dsp:cNvSpPr/>
      </dsp:nvSpPr>
      <dsp:spPr>
        <a:xfrm>
          <a:off x="28610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Πρόνοια για διαμορφωτική αξιολόγηση</a:t>
          </a:r>
          <a:endParaRPr lang="en-US" sz="1900" kern="1200" dirty="0"/>
        </a:p>
      </dsp:txBody>
      <dsp:txXfrm>
        <a:off x="2861071" y="491331"/>
        <a:ext cx="2507456" cy="960252"/>
      </dsp:txXfrm>
    </dsp:sp>
    <dsp:sp modelId="{F30CB6CB-F46C-41A3-8DB5-08822497F88E}">
      <dsp:nvSpPr>
        <dsp:cNvPr id="0" name=""/>
        <dsp:cNvSpPr/>
      </dsp:nvSpPr>
      <dsp:spPr>
        <a:xfrm>
          <a:off x="28610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Ο σχεδιασμός πρέπει να προβλέπει πώς θα ελέγχεται η πρόοδος των μαθητών κατά τη διάρκεια του μαθήματος.</a:t>
          </a:r>
          <a:endParaRPr lang="en-US" sz="1900" kern="1200" dirty="0"/>
        </a:p>
      </dsp:txBody>
      <dsp:txXfrm>
        <a:off x="2861071" y="1451583"/>
        <a:ext cx="2507456" cy="2451284"/>
      </dsp:txXfrm>
    </dsp:sp>
    <dsp:sp modelId="{F2E6D6ED-784B-46E3-9E3C-6ADA4D3906AA}">
      <dsp:nvSpPr>
        <dsp:cNvPr id="0" name=""/>
        <dsp:cNvSpPr/>
      </dsp:nvSpPr>
      <dsp:spPr>
        <a:xfrm>
          <a:off x="5719571" y="491331"/>
          <a:ext cx="2507456" cy="96025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/>
            <a:t>Πρόνοια για διαφοροποίηση</a:t>
          </a:r>
          <a:endParaRPr lang="en-US" sz="1900" kern="1200" dirty="0"/>
        </a:p>
      </dsp:txBody>
      <dsp:txXfrm>
        <a:off x="5719571" y="491331"/>
        <a:ext cx="2507456" cy="960252"/>
      </dsp:txXfrm>
    </dsp:sp>
    <dsp:sp modelId="{13417FB0-47FC-49AD-81C0-3A9B7CD337CA}">
      <dsp:nvSpPr>
        <dsp:cNvPr id="0" name=""/>
        <dsp:cNvSpPr/>
      </dsp:nvSpPr>
      <dsp:spPr>
        <a:xfrm>
          <a:off x="5719571" y="1451583"/>
          <a:ext cx="2507456" cy="24512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900" kern="1200" dirty="0"/>
            <a:t>Εξασφάλιση ότι η διδασκαλία ανταποκρίνεται σε διαφορετικά επίπεδα μαθητών.</a:t>
          </a:r>
          <a:endParaRPr lang="en-US" sz="1900" kern="1200" dirty="0"/>
        </a:p>
      </dsp:txBody>
      <dsp:txXfrm>
        <a:off x="5719571" y="1451583"/>
        <a:ext cx="2507456" cy="24512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BAC6C-BD95-4FD3-80ED-8CEDA85B3A3B}">
      <dsp:nvSpPr>
        <dsp:cNvPr id="0" name=""/>
        <dsp:cNvSpPr/>
      </dsp:nvSpPr>
      <dsp:spPr>
        <a:xfrm>
          <a:off x="4093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 err="1"/>
            <a:t>Αφόρμηση</a:t>
          </a:r>
          <a:endParaRPr lang="en-US" sz="1800" kern="1200" dirty="0"/>
        </a:p>
      </dsp:txBody>
      <dsp:txXfrm>
        <a:off x="4093" y="963293"/>
        <a:ext cx="1861062" cy="707812"/>
      </dsp:txXfrm>
    </dsp:sp>
    <dsp:sp modelId="{E84869C3-EAFF-45DB-867C-BBBC807BEA8B}">
      <dsp:nvSpPr>
        <dsp:cNvPr id="0" name=""/>
        <dsp:cNvSpPr/>
      </dsp:nvSpPr>
      <dsp:spPr>
        <a:xfrm>
          <a:off x="385274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Πρόκληση ενδιαφέροντος, επαναφορά </a:t>
          </a:r>
          <a:r>
            <a:rPr lang="el-GR" sz="1500" kern="1200" dirty="0" err="1"/>
            <a:t>προϋπαρχουσών</a:t>
          </a:r>
          <a:r>
            <a:rPr lang="el-GR" sz="1500" kern="1200" dirty="0"/>
            <a:t> γνώσεων, σύνδεση με το νέο θέμα</a:t>
          </a:r>
          <a:endParaRPr lang="en-US" sz="1500" kern="1200" dirty="0"/>
        </a:p>
      </dsp:txBody>
      <dsp:txXfrm>
        <a:off x="439049" y="1724881"/>
        <a:ext cx="1753512" cy="1728450"/>
      </dsp:txXfrm>
    </dsp:sp>
    <dsp:sp modelId="{404B3A3E-EFB2-4B5C-9951-78583CF71C1C}">
      <dsp:nvSpPr>
        <dsp:cNvPr id="0" name=""/>
        <dsp:cNvSpPr/>
      </dsp:nvSpPr>
      <dsp:spPr>
        <a:xfrm>
          <a:off x="2147286" y="1085524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147286" y="1178194"/>
        <a:ext cx="459111" cy="278010"/>
      </dsp:txXfrm>
    </dsp:sp>
    <dsp:sp modelId="{88A31E88-76A9-4763-914A-167E2090D729}">
      <dsp:nvSpPr>
        <dsp:cNvPr id="0" name=""/>
        <dsp:cNvSpPr/>
      </dsp:nvSpPr>
      <dsp:spPr>
        <a:xfrm>
          <a:off x="2993677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Κυρίως δραστηριότητες</a:t>
          </a:r>
          <a:endParaRPr lang="en-US" sz="1800" kern="1200" dirty="0"/>
        </a:p>
      </dsp:txBody>
      <dsp:txXfrm>
        <a:off x="2993677" y="963293"/>
        <a:ext cx="1861062" cy="707812"/>
      </dsp:txXfrm>
    </dsp:sp>
    <dsp:sp modelId="{F2E504D9-BE4F-49A2-8343-6BD7D4622E28}">
      <dsp:nvSpPr>
        <dsp:cNvPr id="0" name=""/>
        <dsp:cNvSpPr/>
      </dsp:nvSpPr>
      <dsp:spPr>
        <a:xfrm>
          <a:off x="3374859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Παρουσίαση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Εμπέδωση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Αξιολόγηση</a:t>
          </a:r>
          <a:endParaRPr lang="en-US" sz="1500" kern="1200" dirty="0"/>
        </a:p>
      </dsp:txBody>
      <dsp:txXfrm>
        <a:off x="3428634" y="1724881"/>
        <a:ext cx="1753512" cy="1728450"/>
      </dsp:txXfrm>
    </dsp:sp>
    <dsp:sp modelId="{6D98CE71-AD79-4668-BA4A-B1985505B36F}">
      <dsp:nvSpPr>
        <dsp:cNvPr id="0" name=""/>
        <dsp:cNvSpPr/>
      </dsp:nvSpPr>
      <dsp:spPr>
        <a:xfrm>
          <a:off x="5136871" y="1085524"/>
          <a:ext cx="598116" cy="4633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136871" y="1178194"/>
        <a:ext cx="459111" cy="278010"/>
      </dsp:txXfrm>
    </dsp:sp>
    <dsp:sp modelId="{518A878E-5DA6-400F-8AA5-915CE77C0BA3}">
      <dsp:nvSpPr>
        <dsp:cNvPr id="0" name=""/>
        <dsp:cNvSpPr/>
      </dsp:nvSpPr>
      <dsp:spPr>
        <a:xfrm>
          <a:off x="5983262" y="963293"/>
          <a:ext cx="1861062" cy="10617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Κλείσιμο</a:t>
          </a:r>
          <a:endParaRPr lang="en-US" sz="1800" kern="1200" dirty="0"/>
        </a:p>
      </dsp:txBody>
      <dsp:txXfrm>
        <a:off x="5983262" y="963293"/>
        <a:ext cx="1861062" cy="707812"/>
      </dsp:txXfrm>
    </dsp:sp>
    <dsp:sp modelId="{BF1ECB57-4BDF-425C-898A-CFAEE81CB3F6}">
      <dsp:nvSpPr>
        <dsp:cNvPr id="0" name=""/>
        <dsp:cNvSpPr/>
      </dsp:nvSpPr>
      <dsp:spPr>
        <a:xfrm>
          <a:off x="6364443" y="1671106"/>
          <a:ext cx="1861062" cy="1836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/>
            <a:t>Ανακεφαλαίωση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kern="1200" dirty="0" err="1"/>
            <a:t>Αναστοχασμός</a:t>
          </a:r>
          <a:endParaRPr lang="en-US" sz="1500" kern="1200" dirty="0"/>
        </a:p>
      </dsp:txBody>
      <dsp:txXfrm>
        <a:off x="6418218" y="1724881"/>
        <a:ext cx="1753512" cy="1728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Δηλαδή, το μάθημα δεν είναι μόνο να μάθουν «χειρισμό υπολογιστή», αλλά να γίνουν </a:t>
            </a:r>
            <a:r>
              <a:rPr lang="el-GR" b="1" dirty="0"/>
              <a:t>ενεργοί, υπεύθυνοι και δημιουργικοί χρήστες της τεχνολογίας</a:t>
            </a:r>
            <a:r>
              <a:rPr lang="el-GR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61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31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9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589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700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336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519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47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3974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245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16569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64329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4175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35501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6547-0423-5A9F-E6B2-A7296F56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703D5-3C39-1B61-0CC7-B749792E2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30B33-8C5F-E592-02DC-65A1E3D65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23B8-20E6-287F-671D-5642F3B12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129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ppavlikas@gmail.com" TargetMode="External"/><Relationship Id="rId2" Type="http://schemas.openxmlformats.org/officeDocument/2006/relationships/hyperlink" Target="mailto:pavlikas.pavlos@ucy.ac.c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Στοιχεία Επικοινωνίας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  <a:p>
            <a:pPr lvl="1"/>
            <a:r>
              <a:rPr lang="en-GB" b="1" dirty="0">
                <a:hlinkClick r:id="rId2"/>
              </a:rPr>
              <a:t>pavlikas.pavlos@ucy.ac.cy</a:t>
            </a:r>
            <a:endParaRPr lang="el-GR" dirty="0">
              <a:hlinkClick r:id="rId3"/>
            </a:endParaRPr>
          </a:p>
          <a:p>
            <a:pPr lvl="1"/>
            <a:r>
              <a:rPr lang="en-US" dirty="0">
                <a:hlinkClick r:id="rId3"/>
              </a:rPr>
              <a:t>ppavlikas@gmail.com</a:t>
            </a:r>
            <a:endParaRPr lang="en-US" dirty="0"/>
          </a:p>
          <a:p>
            <a:r>
              <a:rPr lang="el-GR" sz="3600" dirty="0"/>
              <a:t>Τηλέφωνο</a:t>
            </a:r>
          </a:p>
          <a:p>
            <a:pPr lvl="1"/>
            <a:r>
              <a:rPr lang="el-GR" sz="3200" dirty="0"/>
              <a:t>99542086</a:t>
            </a:r>
            <a:endParaRPr lang="en-US" sz="3200" dirty="0"/>
          </a:p>
          <a:p>
            <a:pPr lvl="1"/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18034-7B58-ABA0-AA51-57EF1B531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6552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9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Στοιχεία Εκπαιδευομένων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F849C-95BC-2EF2-4FF5-A09D443B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3581399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1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1295400"/>
            <a:ext cx="9144000" cy="5492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b="1" dirty="0"/>
              <a:t>Με</a:t>
            </a:r>
            <a:r>
              <a:rPr lang="el-GR" sz="2400" dirty="0"/>
              <a:t> </a:t>
            </a:r>
            <a:r>
              <a:rPr lang="el-GR" sz="2400" b="1" dirty="0"/>
              <a:t>το τέλος του μαθήματος οι εκπαιδευόμενοι αναμένεται να: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Ενημερωθούν για τα αναλυτικά προγράμματα που εφαρμόζονται στο Γυμνάσιο και στο Λύκειο.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Αποκτήσουν δεξιότητες για την αποτελεσματική διδασκαλία των βασικών θεμάτων πληροφορικής στα σχολεία.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Ενημερωθούν για τα λογισμικά που χρησιμοποιούνται.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Γνωρίσουν σύγχρονες παιδαγωγικές αρχές και τις εφαρμόζουν στο μάθημα της Πληροφορικής. 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Γνωρίζουν θέματα σχετικά με την οργάνωση του εργαστηρίου, καθώς επίσης για την ασφάλεια των μαθητών στο εργαστήριο της Πληροφορικής. 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Διαχείριση τάξης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l-GR" sz="2000" dirty="0"/>
              <a:t>Ετοιμάζουν και να υλοποιούν σχέδιο μαθήματος </a:t>
            </a:r>
            <a:endParaRPr lang="en-US" sz="2000" dirty="0"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11CAEF-F2A2-F140-71F8-104E007C8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37688"/>
              </p:ext>
            </p:extLst>
          </p:nvPr>
        </p:nvGraphicFramePr>
        <p:xfrm>
          <a:off x="1295401" y="2514600"/>
          <a:ext cx="6705600" cy="319670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561582">
                  <a:extLst>
                    <a:ext uri="{9D8B030D-6E8A-4147-A177-3AD203B41FA5}">
                      <a16:colId xmlns:a16="http://schemas.microsoft.com/office/drawing/2014/main" val="1151126670"/>
                    </a:ext>
                  </a:extLst>
                </a:gridCol>
                <a:gridCol w="2144018">
                  <a:extLst>
                    <a:ext uri="{9D8B030D-6E8A-4147-A177-3AD203B41FA5}">
                      <a16:colId xmlns:a16="http://schemas.microsoft.com/office/drawing/2014/main" val="1750322931"/>
                    </a:ext>
                  </a:extLst>
                </a:gridCol>
              </a:tblGrid>
              <a:tr h="598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Αξιολόγηση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Ποσοστό Βαθμολογίας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9862687"/>
                  </a:ext>
                </a:extLst>
              </a:tr>
              <a:tr h="347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Ασκήσεις στην τάξη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25%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4570578"/>
                  </a:ext>
                </a:extLst>
              </a:tr>
              <a:tr h="1308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>
                          <a:effectLst/>
                        </a:rPr>
                        <a:t>Οργάνωση και Παρουσίαση </a:t>
                      </a:r>
                      <a:r>
                        <a:rPr lang="el-GR" sz="1800" dirty="0" err="1">
                          <a:effectLst/>
                        </a:rPr>
                        <a:t>Μικροδιδασκαλίας</a:t>
                      </a:r>
                      <a:r>
                        <a:rPr lang="el-GR" sz="1800" dirty="0">
                          <a:effectLst/>
                        </a:rPr>
                        <a:t> (ομαδική) </a:t>
                      </a:r>
                      <a:endParaRPr lang="en-CY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 err="1">
                          <a:effectLst/>
                        </a:rPr>
                        <a:t>Αναστοχασμός</a:t>
                      </a:r>
                      <a:r>
                        <a:rPr lang="el-GR" sz="1800" dirty="0">
                          <a:effectLst/>
                        </a:rPr>
                        <a:t> </a:t>
                      </a:r>
                      <a:r>
                        <a:rPr lang="el-GR" sz="1800" dirty="0" err="1">
                          <a:effectLst/>
                        </a:rPr>
                        <a:t>Μικροδιδασκαλίας</a:t>
                      </a:r>
                      <a:r>
                        <a:rPr lang="el-GR" sz="1800" dirty="0">
                          <a:effectLst/>
                        </a:rPr>
                        <a:t> (ομαδική)</a:t>
                      </a:r>
                      <a:endParaRPr lang="en-CY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40%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7280436"/>
                  </a:ext>
                </a:extLst>
              </a:tr>
              <a:tr h="7167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>
                          <a:effectLst/>
                        </a:rPr>
                        <a:t>Σχεδιασμός ενός ολοκληρωμένου μαθήματος (Σχέδιο Μαθήματος, πρωτότυπο συνοδευτικό υλικό)</a:t>
                      </a:r>
                      <a:endParaRPr lang="en-CY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800" dirty="0">
                          <a:effectLst/>
                        </a:rPr>
                        <a:t>3</a:t>
                      </a:r>
                      <a:r>
                        <a:rPr lang="en-US" sz="1800" dirty="0">
                          <a:effectLst/>
                        </a:rPr>
                        <a:t>5</a:t>
                      </a:r>
                      <a:r>
                        <a:rPr lang="el-GR" sz="1800" dirty="0">
                          <a:effectLst/>
                        </a:rPr>
                        <a:t>%</a:t>
                      </a:r>
                      <a:endParaRPr lang="en-CY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09885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27BB-7E8F-5A40-7F04-13C31842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CBCF-FCEB-1B42-64CD-478D8924C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39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l-GR" b="1" dirty="0">
                <a:latin typeface="+mn-lt"/>
                <a:cs typeface="Arial" pitchFamily="34" charset="0"/>
              </a:rPr>
              <a:t>Διδακτική Πληροφορικής Ι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pic>
        <p:nvPicPr>
          <p:cNvPr id="11266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BB6A1A0D-C176-62FD-58E3-BDB3C97E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3760" y="0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4E131E-B74B-41A4-B577-B78058AEBE42}"/>
              </a:ext>
            </a:extLst>
          </p:cNvPr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01C642-FB01-8DE6-A888-410E0EB3C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458632"/>
              </p:ext>
            </p:extLst>
          </p:nvPr>
        </p:nvGraphicFramePr>
        <p:xfrm>
          <a:off x="76200" y="967864"/>
          <a:ext cx="8991600" cy="589791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26304">
                  <a:extLst>
                    <a:ext uri="{9D8B030D-6E8A-4147-A177-3AD203B41FA5}">
                      <a16:colId xmlns:a16="http://schemas.microsoft.com/office/drawing/2014/main" val="2406447205"/>
                    </a:ext>
                  </a:extLst>
                </a:gridCol>
                <a:gridCol w="7265296">
                  <a:extLst>
                    <a:ext uri="{9D8B030D-6E8A-4147-A177-3AD203B41FA5}">
                      <a16:colId xmlns:a16="http://schemas.microsoft.com/office/drawing/2014/main" val="1255558549"/>
                    </a:ext>
                  </a:extLst>
                </a:gridCol>
              </a:tblGrid>
              <a:tr h="225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Ημερομηνία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Θέμα 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954452082"/>
                  </a:ext>
                </a:extLst>
              </a:tr>
              <a:tr h="118532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1</a:t>
                      </a:r>
                      <a:r>
                        <a:rPr lang="en-US" sz="1500" dirty="0">
                          <a:effectLst/>
                        </a:rPr>
                        <a:t>6</a:t>
                      </a:r>
                      <a:r>
                        <a:rPr lang="el-GR" sz="1500" dirty="0">
                          <a:effectLst/>
                        </a:rPr>
                        <a:t>/9/202</a:t>
                      </a:r>
                      <a:r>
                        <a:rPr lang="en-US" sz="1500" dirty="0">
                          <a:effectLst/>
                        </a:rPr>
                        <a:t>6</a:t>
                      </a:r>
                      <a:r>
                        <a:rPr lang="el-GR" sz="1500" dirty="0">
                          <a:effectLst/>
                        </a:rPr>
                        <a:t> 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Εισαγωγή 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στο Περιεχόμενο του Μαθήματος και στις υποχρεώσεις των συμμετεχόντων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στις υποχρεώσεις της Σχολικής Εμπειρίας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880718289"/>
                  </a:ext>
                </a:extLst>
              </a:tr>
              <a:tr h="1185320">
                <a:tc v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Η Πληροφορική στο σχολείο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Ο ρόλος του Καθηγητή της Πληροφορικής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 με τα Αναλυτικά Προγράμματα του Γυμνασίου και Λυκείου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Αναφορά και επεξήγηση των Δεικτών Επιτυχίας και Επάρκειας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Γνωριμία με το σχέδιο μαθήματος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693802077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30/09/2026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 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Προγραμματισμός Διδασκαλίας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Διαμορφωτική Διδασκαλία/ Αξιολόγηση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Ετοιμασία Σχέδιου Μαθήματος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863917479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14/10/2026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 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Δημιουργία Σχεδίου Μαθήματος, Φύλλου Εργασίας και Σημειώσεων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 – Ανατροφοδότηση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Σχεδιασμός </a:t>
                      </a:r>
                      <a:r>
                        <a:rPr lang="el-GR" sz="1500" dirty="0" err="1">
                          <a:effectLst/>
                        </a:rPr>
                        <a:t>Μικροδιδασκαλίας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001505729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21</a:t>
                      </a:r>
                      <a:r>
                        <a:rPr lang="en-US" sz="1500">
                          <a:effectLst/>
                        </a:rPr>
                        <a:t>/1</a:t>
                      </a:r>
                      <a:r>
                        <a:rPr lang="el-GR" sz="1500">
                          <a:effectLst/>
                        </a:rPr>
                        <a:t>0</a:t>
                      </a:r>
                      <a:r>
                        <a:rPr lang="en-US" sz="1500">
                          <a:effectLst/>
                        </a:rPr>
                        <a:t>/2026</a:t>
                      </a:r>
                      <a:endParaRPr lang="en-CY" sz="15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>
                          <a:effectLst/>
                        </a:rPr>
                        <a:t>(</a:t>
                      </a:r>
                      <a:r>
                        <a:rPr lang="en-US" sz="1500">
                          <a:effectLst/>
                        </a:rPr>
                        <a:t>online)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Οργάνωση εργαστηρίου/τάξης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Διαχείριση Τάξης</a:t>
                      </a:r>
                      <a:endParaRPr lang="en-CY" sz="15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 Χρήσιμων Λογισμικών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203488152"/>
                  </a:ext>
                </a:extLst>
              </a:tr>
              <a:tr h="272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>
                          <a:effectLst/>
                        </a:rPr>
                        <a:t>18/11/2026</a:t>
                      </a:r>
                      <a:endParaRPr lang="en-CY" sz="1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Παρουσίαση, </a:t>
                      </a: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, ανατροφοδότηση </a:t>
                      </a:r>
                      <a:r>
                        <a:rPr lang="el-GR" sz="1500" dirty="0" err="1">
                          <a:effectLst/>
                        </a:rPr>
                        <a:t>Μικροδιδασκαλιών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986508331"/>
                  </a:ext>
                </a:extLst>
              </a:tr>
              <a:tr h="574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l-GR" sz="1500" dirty="0">
                          <a:effectLst/>
                        </a:rPr>
                        <a:t>25</a:t>
                      </a:r>
                      <a:r>
                        <a:rPr lang="en-US" sz="1500" dirty="0">
                          <a:effectLst/>
                        </a:rPr>
                        <a:t>/1</a:t>
                      </a:r>
                      <a:r>
                        <a:rPr lang="el-GR" sz="1500" dirty="0">
                          <a:effectLst/>
                        </a:rPr>
                        <a:t>1</a:t>
                      </a:r>
                      <a:r>
                        <a:rPr lang="en-US" sz="1500" dirty="0">
                          <a:effectLst/>
                        </a:rPr>
                        <a:t>/2026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200"/>
                        <a:buFont typeface="Wingdings" panose="05000000000000000000" pitchFamily="2" charset="2"/>
                        <a:buChar char=""/>
                      </a:pPr>
                      <a:r>
                        <a:rPr lang="el-GR" sz="1500" dirty="0">
                          <a:effectLst/>
                        </a:rPr>
                        <a:t>Παρουσίαση, </a:t>
                      </a:r>
                      <a:r>
                        <a:rPr lang="el-GR" sz="1500" dirty="0" err="1">
                          <a:effectLst/>
                        </a:rPr>
                        <a:t>αναστοχασμός</a:t>
                      </a:r>
                      <a:r>
                        <a:rPr lang="el-GR" sz="1500" dirty="0">
                          <a:effectLst/>
                        </a:rPr>
                        <a:t>, ανατροφοδότηση </a:t>
                      </a:r>
                      <a:r>
                        <a:rPr lang="el-GR" sz="1500" dirty="0" err="1">
                          <a:effectLst/>
                        </a:rPr>
                        <a:t>Μικροδιδασκαλιών</a:t>
                      </a:r>
                      <a:endParaRPr lang="en-CY" sz="15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12" marR="48012" marT="0" marB="0"/>
                </a:tc>
                <a:extLst>
                  <a:ext uri="{0D108BD9-81ED-4DB2-BD59-A6C34878D82A}">
                    <a16:rowId xmlns:a16="http://schemas.microsoft.com/office/drawing/2014/main" val="18480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59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3200" dirty="0"/>
                <a:t>Η Πληροφορική στη Μέση Εκπαίδευση</a:t>
              </a:r>
              <a:endParaRPr lang="en-GB" sz="32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72200" y="0"/>
            <a:ext cx="3101340" cy="6858000"/>
            <a:chOff x="6172200" y="0"/>
            <a:chExt cx="310134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301741" y="1600199"/>
              <a:ext cx="2971799" cy="3385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3200" dirty="0"/>
                <a:t>Πορεία Διδασκαλίας - </a:t>
              </a:r>
            </a:p>
            <a:p>
              <a:pPr lvl="0"/>
              <a:r>
                <a:rPr lang="el-GR" sz="3200" dirty="0"/>
                <a:t>Σχέδιο Μαθήματος</a:t>
              </a:r>
              <a:endParaRPr lang="en-GB" sz="3200" dirty="0"/>
            </a:p>
            <a:p>
              <a:endParaRPr lang="en-GB" sz="3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8610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08959" y="1600200"/>
              <a:ext cx="2971799" cy="3077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pPr lvl="0"/>
              <a:r>
                <a:rPr lang="el-GR" sz="2800" dirty="0"/>
                <a:t>Δείκτες Επιτυχίας &amp; Επάρκειας, </a:t>
              </a:r>
              <a:r>
                <a:rPr lang="el-GR" sz="2800" dirty="0" err="1"/>
                <a:t>Προαπετούμενες</a:t>
              </a:r>
              <a:r>
                <a:rPr lang="el-GR" sz="2800" dirty="0"/>
                <a:t> γνώσεις, κομβικές ικανότητες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l-GR" dirty="0"/>
              <a:t>Η Πληροφορική στο σχολείο</a:t>
            </a:r>
            <a:br>
              <a:rPr lang="en-GB" dirty="0"/>
            </a:br>
            <a:r>
              <a:rPr lang="el-GR" dirty="0"/>
              <a:t>Ο ρόλος του Καθηγητή  Πληροφορικής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l-GR" b="1" dirty="0">
                <a:latin typeface="+mn-lt"/>
                <a:cs typeface="Arial" pitchFamily="34" charset="0"/>
              </a:rPr>
              <a:t>Η Πληροφορική στη Μέση Εκπαίδευση</a:t>
            </a:r>
            <a:endParaRPr lang="en-US" b="1" dirty="0">
              <a:latin typeface="+mn-lt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l-GR" dirty="0"/>
              <a:t>Υποχρεωτικό Μάθημα (2 περίοδοι)</a:t>
            </a:r>
          </a:p>
          <a:p>
            <a:pPr lvl="1"/>
            <a:r>
              <a:rPr lang="el-GR" dirty="0"/>
              <a:t>Γυμνάσιο + Α΄ Λυκείου</a:t>
            </a:r>
          </a:p>
          <a:p>
            <a:r>
              <a:rPr lang="el-GR" dirty="0"/>
              <a:t>Επιλεγόμενο Μάθημα (4 περίοδοι)</a:t>
            </a:r>
          </a:p>
          <a:p>
            <a:pPr lvl="1"/>
            <a:r>
              <a:rPr lang="el-GR" dirty="0"/>
              <a:t>Β΄ και Γ΄ Λυκείου</a:t>
            </a:r>
          </a:p>
          <a:p>
            <a:pPr lvl="1"/>
            <a:r>
              <a:rPr lang="el-GR" dirty="0"/>
              <a:t>Μαθήματα:</a:t>
            </a:r>
          </a:p>
          <a:p>
            <a:pPr lvl="2"/>
            <a:r>
              <a:rPr lang="el-GR" dirty="0"/>
              <a:t>Πληροφορική Κατεύθυνση</a:t>
            </a:r>
          </a:p>
          <a:p>
            <a:pPr lvl="2"/>
            <a:r>
              <a:rPr lang="el-GR" dirty="0"/>
              <a:t>Εφαρμογές Πληροφορικής</a:t>
            </a:r>
          </a:p>
          <a:p>
            <a:pPr lvl="2"/>
            <a:r>
              <a:rPr lang="el-GR" dirty="0"/>
              <a:t>Δίκτυα (</a:t>
            </a:r>
            <a:r>
              <a:rPr lang="en-US" dirty="0"/>
              <a:t>Cisco)</a:t>
            </a:r>
            <a:endParaRPr lang="el-GR" dirty="0"/>
          </a:p>
          <a:p>
            <a:r>
              <a:rPr lang="el-GR" dirty="0"/>
              <a:t>Άλλοι τύποι σχολείων (Εσπερινά, μουσικά, αθλητικά)</a:t>
            </a:r>
            <a:endParaRPr lang="en-GB" dirty="0"/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6117967"/>
            <a:ext cx="1920240" cy="533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300084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l-GR" sz="2800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endParaRPr lang="el-GR" b="1" dirty="0"/>
          </a:p>
          <a:p>
            <a:pPr algn="ctr"/>
            <a:r>
              <a:rPr lang="el-GR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972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954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4000" b="1" dirty="0"/>
              <a:t>Καθήκοντα Καθηγητή Πληροφορικής</a:t>
            </a:r>
            <a:endParaRPr lang="en-US" sz="4000" b="1" dirty="0"/>
          </a:p>
        </p:txBody>
      </p:sp>
      <p:sp>
        <p:nvSpPr>
          <p:cNvPr id="8" name="Rectangle 7"/>
          <p:cNvSpPr/>
          <p:nvPr/>
        </p:nvSpPr>
        <p:spPr>
          <a:xfrm>
            <a:off x="0" y="129540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Διδακτικό Έργο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Συντήρηση των Υπολογιστών των Εργαστηρίων και     Ειδικών Αιθουσών του Σχολείου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Συντήρηση του Δικτύου του Σχολείου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Δημιουργία και Ενημέρωση Ιστοσελίδας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Υπευθυνότητα Τμήματος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Δημιουργία σχολικού προγράμματος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Προετοιμασία Μαθητών για Συμμετοχή σε Διαγωνισμούς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Παροχή Βοήθειας και υποστήριξη καθηγητών άλλων ειδικοτήτων 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l-GR" sz="2800" dirty="0"/>
              <a:t>Άλλα (Ηλεκτρονική Διοίκηση, Υπεύθυνος Εξετάσεων </a:t>
            </a:r>
            <a:r>
              <a:rPr lang="en-US" sz="2800" dirty="0"/>
              <a:t>ECDL</a:t>
            </a:r>
            <a:r>
              <a:rPr lang="el-GR" sz="2800" dirty="0"/>
              <a:t>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128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FAC090"/>
          </a:solidFill>
        </p:spPr>
        <p:txBody>
          <a:bodyPr/>
          <a:lstStyle/>
          <a:p>
            <a:r>
              <a:rPr lang="el-GR"/>
              <a:t>Ο σημαντικότερος </a:t>
            </a:r>
            <a:r>
              <a:rPr lang="el-GR" dirty="0"/>
              <a:t>ρόλος του καθηγητή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00" y="1371600"/>
            <a:ext cx="7315200" cy="4868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90800" y="1905000"/>
            <a:ext cx="655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600" dirty="0"/>
              <a:t>«Οι μαθητές μας δεν θα θυμούνται πάντα τι </a:t>
            </a:r>
            <a:endParaRPr lang="en-US" sz="3600" dirty="0"/>
          </a:p>
          <a:p>
            <a:pPr algn="ctr"/>
            <a:r>
              <a:rPr lang="el-GR" sz="3600" dirty="0"/>
              <a:t>τους διδάξαμε· θα θυμούνται πώς τους</a:t>
            </a:r>
            <a:endParaRPr lang="en-US" sz="3600" dirty="0"/>
          </a:p>
          <a:p>
            <a:pPr algn="ctr"/>
            <a:r>
              <a:rPr lang="el-GR" sz="3600" dirty="0"/>
              <a:t> κάναμε να νιώσουν.»</a:t>
            </a:r>
          </a:p>
          <a:p>
            <a:pPr algn="ctr"/>
            <a:endParaRPr lang="en-GB" sz="3600" dirty="0"/>
          </a:p>
        </p:txBody>
      </p:sp>
      <p:pic>
        <p:nvPicPr>
          <p:cNvPr id="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21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l-GR" b="1" dirty="0"/>
              <a:t>Σκοπός του μαθήματος της Πληροφορικής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μάθουν οι μαθητές πώς να χρησιμοποιούν τους υπολογιστές και τις νέες τεχνολογίες σωστά, υπεύθυνα και με ασφάλεια.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αποκτήσουν γνώσεις και δεξιότητες που θα τους χρειαστούν στην καθημερινή τους ζωή, στις σπουδές και στην εργασία τους.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μάθουν να λύνουν προβλήματα με συστηματικό τρόπο, χρησιμοποιώντας προγραμματισμό και εργαλεία πληροφορικής.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Να αναπτύξουν κριτική και δημιουργική σκέψη ώστε να μπορούν να λειτουργούν στην κοινωνία της πληροφορίας του 21ου αιώνα.</a:t>
            </a:r>
            <a:endParaRPr lang="en-US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579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Διδακτική Προσέγγιση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Δεν είναι μόνο θεωρία, αλλά και πράξη στο εργαστήριο.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Χρησιμοποιεί διαφορετικούς τρόπους διδασκαλίας, γιατί οι μαθητές έχουν διαφορετικές ανάγκες και επίπεδα.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Συνδέει όσα μαθαίνουμε με την καθημερινή ζωή.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Δίνει έμφαση στη συνεργασία μεταξύ των μαθητών.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Στόχος είναι να αναπτύξουν οι μαθητές κριτική και δημιουργική σκέψη.</a:t>
            </a:r>
            <a:endParaRPr lang="en-US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67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Θεματικές Ενότητες</a:t>
            </a:r>
            <a:endParaRPr lang="en-US" b="1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24225151"/>
              </p:ext>
            </p:extLst>
          </p:nvPr>
        </p:nvGraphicFramePr>
        <p:xfrm>
          <a:off x="152400" y="1308100"/>
          <a:ext cx="8610600" cy="4960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7654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BFEE0F5-48F0-4AEF-8C15-95CD46A22A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823F444-D352-4E65-8CAD-8208F5A30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601A6D4-156C-449A-B792-BD33D263F1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9585F94-C29A-468B-A6FD-8B84363C5A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873C73-033F-481B-8A87-97CD0455DB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E1EDFDC-93A6-437C-8D35-D8B543C8E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93F85C-7928-42A2-A851-FEF7E5C639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EE8F2F-0D15-45B2-BC1E-2A6B2DB629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A0F05D-3985-49F5-9F31-7EF82774BF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A9CAB3-6D77-4780-9A05-5573388F0B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034D94B-6E06-46F8-B72F-8BD1E7DC7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625E147-DBEE-40C0-9E91-1D9B5ED6AC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A15DD1-619C-4F17-B8B5-1D821DB40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A68033-8B07-4DEA-97D1-E05F58E43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lvl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Θεματικές Ενότητες/ Τάξη-Μάθημα</a:t>
            </a:r>
            <a:endParaRPr lang="en-US" b="1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57294"/>
              </p:ext>
            </p:extLst>
          </p:nvPr>
        </p:nvGraphicFramePr>
        <p:xfrm>
          <a:off x="533400" y="1397000"/>
          <a:ext cx="8153400" cy="49606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3484777471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301693112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Τάξη</a:t>
                      </a:r>
                      <a:r>
                        <a:rPr lang="el-GR" sz="2800" baseline="0" dirty="0"/>
                        <a:t> - Μάθημα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Ενότητα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305137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Α’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1, 2, 3,</a:t>
                      </a:r>
                      <a:r>
                        <a:rPr lang="el-GR" sz="2800" baseline="0" dirty="0"/>
                        <a:t> 4, 5, 7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53303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4, 7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471838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Γ’ Γυμνασίου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</a:t>
                      </a:r>
                      <a:r>
                        <a:rPr lang="el-GR" sz="2800" baseline="0" dirty="0"/>
                        <a:t> 3, 6, 7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888204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Α΄</a:t>
                      </a:r>
                      <a:r>
                        <a:rPr lang="el-GR" sz="2800" baseline="0" dirty="0"/>
                        <a:t> Λυκείου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2, 3, 4, 5, 7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05608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Β’ </a:t>
                      </a:r>
                      <a:r>
                        <a:rPr lang="el-GR" sz="2800" baseline="0" dirty="0"/>
                        <a:t> Λυκείου (Κατεύθυνση)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1, 6, 7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6331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Β΄ Λυκείου (Εφαρμογές)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2, 3, 4, 5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37661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Γ’ </a:t>
                      </a:r>
                      <a:r>
                        <a:rPr lang="el-GR" sz="2800" baseline="0" dirty="0"/>
                        <a:t> Λυκείου (Κατεύθυνση)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1, 2, 7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961725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r>
                        <a:rPr lang="el-GR" sz="2800" dirty="0"/>
                        <a:t>Γ΄ Λυκείου (Εφαρμογές)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2800" dirty="0"/>
                        <a:t>4, 5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1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014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610600" cy="1470025"/>
          </a:xfrm>
        </p:spPr>
        <p:txBody>
          <a:bodyPr>
            <a:normAutofit fontScale="90000"/>
          </a:bodyPr>
          <a:lstStyle/>
          <a:p>
            <a:pPr lvl="0"/>
            <a:r>
              <a:rPr lang="el-GR" dirty="0"/>
              <a:t>Δείκτες Επιτυχίας &amp; Επάρκειας, </a:t>
            </a:r>
            <a:r>
              <a:rPr lang="el-GR" dirty="0" err="1"/>
              <a:t>Προαπετούμενες</a:t>
            </a:r>
            <a:r>
              <a:rPr lang="el-GR" dirty="0"/>
              <a:t> γνώσεις, κομβικές ικανότητες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Δείκτες Επιτυχίας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Οι Δείκτες Επιτυχίας αναφέρονται στα Μαθησιακά Αποτελέσματα, τα οποία αναμένεται να επιτύχει ο μαθητής. Δηλαδή, αναφέρονται στον μαθητή και τα επιτεύγματά του.</a:t>
            </a:r>
          </a:p>
          <a:p>
            <a:r>
              <a:rPr lang="el-GR" sz="2800" dirty="0"/>
              <a:t> π.χ.</a:t>
            </a:r>
          </a:p>
          <a:p>
            <a:r>
              <a:rPr lang="el-GR" sz="2800" dirty="0"/>
              <a:t>Να χρησιμοποιούν μια εφαρμογή παρουσιάσεων για να μορφοποιούν διαφάνειες.</a:t>
            </a:r>
          </a:p>
          <a:p>
            <a:endParaRPr lang="el-GR" sz="28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7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Δείκτες Επάρκειας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Οι Δείκτες Επάρκειας αναφέρονται στο τι πρέπει να διδαχθεί ο μαθητής, για να επιτύχει τα αντίστοιχα καθορισμένα Μαθησιακά Αποτελέσματα. Δηλαδή, αναφέρονται στον εκπαιδευτικό και τα διδακτέα</a:t>
            </a:r>
          </a:p>
          <a:p>
            <a:r>
              <a:rPr lang="el-GR" sz="2800" dirty="0"/>
              <a:t> π.χ.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Σχεδίαση Φόντου διαφάνειας (</a:t>
            </a:r>
            <a:r>
              <a:rPr lang="el-GR" sz="2800" dirty="0" err="1"/>
              <a:t>Format</a:t>
            </a:r>
            <a:r>
              <a:rPr lang="el-GR" sz="2800" dirty="0"/>
              <a:t> </a:t>
            </a:r>
            <a:r>
              <a:rPr lang="el-GR" sz="2800" dirty="0" err="1"/>
              <a:t>Background</a:t>
            </a:r>
            <a:r>
              <a:rPr lang="el-GR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Εφαρμογή Προτύπου σχεδίασης (</a:t>
            </a:r>
            <a:r>
              <a:rPr lang="el-GR" sz="2800" dirty="0" err="1"/>
              <a:t>Design</a:t>
            </a:r>
            <a:r>
              <a:rPr lang="el-GR" sz="2800" dirty="0"/>
              <a:t> </a:t>
            </a:r>
            <a:r>
              <a:rPr lang="el-GR" sz="2800" dirty="0" err="1"/>
              <a:t>Themes</a:t>
            </a:r>
            <a:r>
              <a:rPr lang="el-GR" sz="2800" dirty="0"/>
              <a:t>) ως φόντο διαφάνειας.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Προσθήκη κειμένου στο Υποσέλιδο συγκεκριμένων ή όλων των διαφανειών μιας παρουσίασης (</a:t>
            </a:r>
            <a:r>
              <a:rPr lang="el-GR" sz="2800" dirty="0" err="1"/>
              <a:t>Header</a:t>
            </a:r>
            <a:r>
              <a:rPr lang="el-GR" sz="2800" dirty="0"/>
              <a:t> &amp; </a:t>
            </a:r>
            <a:r>
              <a:rPr lang="el-GR" sz="2800" dirty="0" err="1"/>
              <a:t>Footer</a:t>
            </a:r>
            <a:r>
              <a:rPr lang="el-GR" sz="2800" dirty="0"/>
              <a:t>).</a:t>
            </a:r>
          </a:p>
          <a:p>
            <a:endParaRPr lang="el-GR" sz="28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18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8582025" cy="5086350"/>
          </a:xfrm>
          <a:prstGeom prst="rect">
            <a:avLst/>
          </a:prstGeom>
        </p:spPr>
      </p:pic>
      <p:sp>
        <p:nvSpPr>
          <p:cNvPr id="5" name="Title 5"/>
          <p:cNvSpPr txBox="1">
            <a:spLocks/>
          </p:cNvSpPr>
          <p:nvPr/>
        </p:nvSpPr>
        <p:spPr>
          <a:xfrm>
            <a:off x="0" y="1"/>
            <a:ext cx="9144000" cy="12191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b="1" dirty="0"/>
              <a:t>Παράδειγμα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048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Απαραίτητες διευκρινίσεις…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Επιτυχίας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κατά τάξη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στο Γενικό Τελικό και Αναμενόμενο Αποτέλεσμα επίτευξης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(=στόχοι αναλυτικού προγράμματος), αλλά στα διδακτέα / προϋποθέσεις για να φτάσουμε στο τελικό αποτέλεσμα.</a:t>
            </a:r>
            <a:endParaRPr lang="el-GR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Επάρκειας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σε μεθοδολογία διδασκαλίας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αλλά σε ΣΚΑΛΟΠΑΤΙΑ μάθησης, ΙΕΡΑΡΧΙΕΣ ή/και προαπαιτούμενη γνώση για να επιτευχθεί ο Δείκτης Επιτυχίας.</a:t>
            </a:r>
            <a:endParaRPr lang="el-GR" sz="1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Επάρκειας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στο περιεχόμενο συγκεκριμένου εγχειριδίου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Επιτυχίας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και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Επάρκειας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πρέπει να εξαντλούν τον συνολικό διδακτικό χρόνο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Η αρχή πάνω στην οποία θεμελιώνονται οι Δείκτες είναι ότι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διδάσκω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l-GR" sz="1800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σημαίνει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el-GR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82663" lvl="2" indent="-342900">
              <a:spcBef>
                <a:spcPts val="400"/>
              </a:spcBef>
              <a:buClr>
                <a:srgbClr val="00B050"/>
              </a:buClr>
              <a:buFont typeface="Wingdings" panose="05000000000000000000" pitchFamily="2" charset="2"/>
              <a:buChar char="v"/>
            </a:pPr>
            <a:r>
              <a:rPr lang="el-GR" sz="18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Μαθαίνει ο μαθητής και </a:t>
            </a:r>
            <a:r>
              <a:rPr lang="el-GR" sz="1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όχι</a:t>
            </a:r>
            <a:r>
              <a:rPr lang="el-GR" sz="18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ΚΑΛΥΠΤΩ ΤΗΝ ΥΛΗ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614140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0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 err="1"/>
              <a:t>Προαπαιτούμενες</a:t>
            </a:r>
            <a:r>
              <a:rPr lang="el-GR" sz="3600" dirty="0"/>
              <a:t> Γνώσεις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</a:t>
            </a:r>
            <a:r>
              <a:rPr lang="el-GR" sz="2400" dirty="0" err="1"/>
              <a:t>προαπαιτούμενες</a:t>
            </a:r>
            <a:r>
              <a:rPr lang="el-GR" sz="2400" dirty="0"/>
              <a:t> γνώσεις είναι δείκτες επιτυχίας που έχουν ήδη αναπτυχθεί σε προηγούμενα μαθήματα ή προηγούμενες χρονιές και είναι απαραίτητες για να κατακτήσουν οι μαθητές τους δείκτες του τρέχοντος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Δηλαδή: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Δεν είναι γενικές “προϋποθέσεις”, αλλά συγκεκριμένες μαθησιακές ικανότητες που ο μαθητής πρέπει ήδη να κατέχει.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Διατυπώνονται με τον ίδιο τρόπο όπως οι δείκτες επιτυχίας, δηλαδή με ρήματα (π.χ. “Να χρησιμοποιούν…”, “Να αναγνωρίζουν…”).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Σκοπός των </a:t>
            </a:r>
            <a:r>
              <a:rPr lang="el-GR" sz="3600" dirty="0" err="1"/>
              <a:t>Προαπαιτούμενων</a:t>
            </a:r>
            <a:r>
              <a:rPr lang="el-GR" sz="3600" dirty="0"/>
              <a:t> Γνώσεων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</a:t>
            </a:r>
            <a:r>
              <a:rPr lang="el-GR" sz="2400" dirty="0" err="1"/>
              <a:t>προαπαιτούμενες</a:t>
            </a:r>
            <a:r>
              <a:rPr lang="el-GR" sz="2400" dirty="0"/>
              <a:t> γνώσεις: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Εξασφαλίζουν τη συνέχεια στη μάθηση (από απλό → σύνθετο).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Επιτρέπουν στον εκπαιδευτικό να διαπιστώσει εάν η τάξη είναι έτοιμη για το επόμενο επίπεδο.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Βοηθούν στη διαφοροποίηση της διδασκαλίας, αν κάποιοι μαθητές δεν έχουν κατακτήσει πλήρως τις βασικές έννοιες.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Συνδέονται άμεσα με τη διαμορφωτική αξιολόγηση στην αρχή του μαθήματος.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558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Κομβικές Ικανότητες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κομβικές ικανότητες είναι οι γενικές δεξιότητες που καλλιεργούνται μέσα από τη διδασκαλία όλων των μαθημάτων και όχι μόνο της Πληροφορικής.</a:t>
            </a:r>
            <a:endParaRPr lang="en-US" sz="2400" dirty="0"/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Στόχος τους είναι η ολιστική ανάπτυξη του μαθητή — γνωστική, κοινωνική, συναισθηματική και τεχνολογική.</a:t>
            </a:r>
            <a:endParaRPr lang="en-US" sz="2400" dirty="0"/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Δηλαδή, πέρα από τη γνώση, ενδιαφερόμαστε και για το πώς ο μαθητής σκέφτεται, συνεργάζεται, επικοινωνεί και χρησιμοποιεί υπεύθυνα την τεχνολογία.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7577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 fontScale="90000"/>
          </a:bodyPr>
          <a:lstStyle/>
          <a:p>
            <a:r>
              <a:rPr lang="el-GR" dirty="0"/>
              <a:t>Ο ρόλος τους στο Σχέδιο Μαθήματος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αποτελούν “ξεχωριστή ενότητα”, αλλά καλλιεργούνται μέσα από τις δραστηριότητες.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Καταγράφονται συνήθως στην ειδική ενότητα “Κομβικές Ικανότητες που καλλιεργούνται” ή/και στη στήλη “Δείκτες” δίπλα στις φάσεις του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εκπαιδευτικός επιλέγει ποιες ικανότητες καλλιεργούνται σε κάθε μάθημα, όχι απαραίτητα όλες.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233796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0548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Πορεία Διδασκαλίας - </a:t>
            </a:r>
            <a:br>
              <a:rPr lang="el-GR" dirty="0"/>
            </a:br>
            <a:r>
              <a:rPr lang="el-GR" dirty="0"/>
              <a:t>Σχέδιο Μαθήματος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Προγραμματισμός Διδασκαλίας 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 προγραμματισμός είναι σκόπιμη και συστηματική διαδικασία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είναι τυπική ή “γραφειοκρατική” υποχρέωση· είναι ουσιαστικό εργαλείο οργάνωσης της μάθησης.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συστηματικός σχεδιασμός βοηθά να εξασφαλιστεί ότι όλοι οι μαθητές θα έχουν την ευκαιρία να μάθουν.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Αν απουσιάζει ή είναι αδύναμος, δημιουργούνται προβλήματα κατά τη διδασκαλία και χάνονται ευκαιρίες μάθησης.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9790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βασικά στοιχεία που πρέπει να περιλαμβάνει ο προγραμματισμός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/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3997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βασικά στοιχεία που πρέπει να περιλαμβάνει ο προγραμματισμός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/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85452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Πορεία της διδασκαλίας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Diagram 2"/>
          <p:cNvGraphicFramePr/>
          <p:nvPr/>
        </p:nvGraphicFramePr>
        <p:xfrm>
          <a:off x="457200" y="1397000"/>
          <a:ext cx="8229600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495389"/>
            <a:ext cx="6513706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l-GR" dirty="0"/>
              <a:t>να υπάρχει </a:t>
            </a:r>
            <a:r>
              <a:rPr lang="el-GR" b="1" dirty="0"/>
              <a:t>σαφής μετάβαση</a:t>
            </a:r>
            <a:r>
              <a:rPr lang="el-GR" dirty="0"/>
              <a:t> μεταξύ των φάσεων και </a:t>
            </a:r>
            <a:r>
              <a:rPr lang="el-GR" b="1" dirty="0"/>
              <a:t>διαβάθμιση</a:t>
            </a:r>
            <a:r>
              <a:rPr lang="el-GR" dirty="0"/>
              <a:t> </a:t>
            </a:r>
          </a:p>
          <a:p>
            <a:r>
              <a:rPr lang="el-GR" dirty="0"/>
              <a:t>δραστηριοτήτων (από το απλό στο σύνθετο).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11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Διαφοροποιημένη Διδασκαλία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Διδάσκουμε με διαφορετικούς τρόπους, ώστε όλοι οι μαθητές να μπορούν να μάθουν — ανεξάρτητα από το επίπεδο, τον ρυθμό ή τα ενδιαφέροντά τους.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εκπαιδευτικός προσαρμόζει το μάθημα, όχι το περιεχόμενο, αλλά τον τρόπο, τα μέσα και τη δυσκολία.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Περιλαμβάνει: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Κάθετη διαφοροποίηση → διαφορετικά επίπεδα γνώσης (βασικές, προχωρημένες, μετασχηματιστικές).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Οριζόντια διαφοροποίηση → διαφορετικές δραστηριότητες για υποστήριξη ή πρόκληση (</a:t>
            </a:r>
            <a:r>
              <a:rPr lang="el-GR" sz="2000" dirty="0" err="1"/>
              <a:t>ενεργοποιητές</a:t>
            </a:r>
            <a:r>
              <a:rPr lang="el-GR" sz="2000" dirty="0"/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92569"/>
            <a:ext cx="740452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l-GR" b="1" i="1" dirty="0"/>
              <a:t>Στόχος:</a:t>
            </a:r>
            <a:r>
              <a:rPr lang="el-GR" b="1" dirty="0"/>
              <a:t> να συμμετέχουν όλοι οι μαθητές με επιτυχία, στο δικό τους ρυθμό.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5498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 preferRelativeResize="0"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8" t="26408" r="7685"/>
          <a:stretch/>
        </p:blipFill>
        <p:spPr>
          <a:xfrm>
            <a:off x="2247900" y="1295400"/>
            <a:ext cx="4648200" cy="5181600"/>
          </a:xfrm>
          <a:prstGeom prst="rect">
            <a:avLst/>
          </a:prstGeom>
          <a:ln w="19050">
            <a:solidFill>
              <a:srgbClr val="00B050"/>
            </a:solidFill>
          </a:ln>
        </p:spPr>
      </p:pic>
      <p:sp>
        <p:nvSpPr>
          <p:cNvPr id="4" name="Title 5"/>
          <p:cNvSpPr txBox="1">
            <a:spLocks/>
          </p:cNvSpPr>
          <p:nvPr/>
        </p:nvSpPr>
        <p:spPr>
          <a:xfrm>
            <a:off x="0" y="1"/>
            <a:ext cx="9144000" cy="12191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b="1" dirty="0"/>
              <a:t>Σχέδιο Μαθήματος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3143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"/>
            <a:ext cx="8382000" cy="64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76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E0EFF-3AAF-5ACD-1135-AD05A7FD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47589C-5508-497B-7D8B-2134B5D878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Ατομική Άσκηση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57337EF7-18AE-DDDD-731E-EB4D9DF4B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1BFF9-AA92-4995-C29A-2B88BDB69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Να ετοιμάσετε ένα σχέδιο μαθήματος με βάση το μάθημα που σας έχει ανατεθεί. Το σχέδιο μαθήματος σας θα πρέπει να περιλαμβάνει: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Δείκτες Επιτυχίας (3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Δείκτες Επάρκειας (3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Προαπαιτούμενες</a:t>
            </a:r>
            <a:r>
              <a:rPr lang="el-GR" sz="2400" dirty="0"/>
              <a:t> Γνώσεις (2 μ.)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Αφόρμηση</a:t>
            </a:r>
            <a:r>
              <a:rPr lang="el-GR" sz="2400" dirty="0"/>
              <a:t> (2 μ.)</a:t>
            </a:r>
          </a:p>
        </p:txBody>
      </p:sp>
    </p:spTree>
    <p:extLst>
      <p:ext uri="{BB962C8B-B14F-4D97-AF65-F5344CB8AC3E}">
        <p14:creationId xmlns:p14="http://schemas.microsoft.com/office/powerpoint/2010/main" val="131318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1642</Words>
  <Application>Microsoft Office PowerPoint</Application>
  <PresentationFormat>On-screen Show (4:3)</PresentationFormat>
  <Paragraphs>297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Verdana</vt:lpstr>
      <vt:lpstr>Wingdings</vt:lpstr>
      <vt:lpstr>Office Theme</vt:lpstr>
      <vt:lpstr>PowerPoint Presentation</vt:lpstr>
      <vt:lpstr>PowerPoint Presentation</vt:lpstr>
      <vt:lpstr>Στοιχεία Επικοινωνίας</vt:lpstr>
      <vt:lpstr>Στοιχεία Εκπαιδευομένων</vt:lpstr>
      <vt:lpstr>Διδακτική Πληροφορικής Ι</vt:lpstr>
      <vt:lpstr>Διδακτική Πληροφορικής Ι</vt:lpstr>
      <vt:lpstr>Διδακτική Πληροφορικής Ι</vt:lpstr>
      <vt:lpstr>PowerPoint Presentation</vt:lpstr>
      <vt:lpstr>Η Πληροφορική στο σχολείο Ο ρόλος του Καθηγητή  Πληροφορικής </vt:lpstr>
      <vt:lpstr>Η Πληροφορική στη Μέση Εκπαίδευση</vt:lpstr>
      <vt:lpstr>Καθήκοντα Καθηγητή Πληροφορικής</vt:lpstr>
      <vt:lpstr>Ο σημαντικότερος ρόλος του καθηγητή</vt:lpstr>
      <vt:lpstr>Σκοπός του μαθήματος της Πληροφορικής </vt:lpstr>
      <vt:lpstr>Διδακτική Προσέγγιση</vt:lpstr>
      <vt:lpstr>Θεματικές Ενότητες</vt:lpstr>
      <vt:lpstr>Θεματικές Ενότητες/ Τάξη-Μάθημα</vt:lpstr>
      <vt:lpstr>Δείκτες Επιτυχίας &amp; Επάρκειας, Προαπετούμενες γνώσεις, κομβικές ικανότητες</vt:lpstr>
      <vt:lpstr>Δείκτες Επιτυχίας </vt:lpstr>
      <vt:lpstr>Δείκτες Επάρκειας </vt:lpstr>
      <vt:lpstr>PowerPoint Presentation</vt:lpstr>
      <vt:lpstr>Απαραίτητες διευκρινίσεις…</vt:lpstr>
      <vt:lpstr>Προαπαιτούμενες Γνώσεις</vt:lpstr>
      <vt:lpstr>Σκοπός των Προαπαιτούμενων Γνώσεων</vt:lpstr>
      <vt:lpstr>Κομβικές Ικανότητες</vt:lpstr>
      <vt:lpstr>Ο ρόλος τους στο Σχέδιο Μαθήματος</vt:lpstr>
      <vt:lpstr>Πορεία Διδασκαλίας -  Σχέδιο Μαθήματος</vt:lpstr>
      <vt:lpstr>Προγραμματισμός Διδασκαλίας </vt:lpstr>
      <vt:lpstr>Τα βασικά στοιχεία που πρέπει να περιλαμβάνει ο προγραμματισμός</vt:lpstr>
      <vt:lpstr>Τα βασικά στοιχεία που πρέπει να περιλαμβάνει ο προγραμματισμός</vt:lpstr>
      <vt:lpstr>Πορεία της διδασκαλίας</vt:lpstr>
      <vt:lpstr>Διαφοροποιημένη Διδασκαλία</vt:lpstr>
      <vt:lpstr>PowerPoint Presentation</vt:lpstr>
      <vt:lpstr>PowerPoint Presentation</vt:lpstr>
      <vt:lpstr>Ατομική Άσκηση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Παύλος Παυλικκάς</cp:lastModifiedBy>
  <cp:revision>101</cp:revision>
  <dcterms:created xsi:type="dcterms:W3CDTF">2015-09-15T19:28:21Z</dcterms:created>
  <dcterms:modified xsi:type="dcterms:W3CDTF">2026-09-16T07:34:27Z</dcterms:modified>
</cp:coreProperties>
</file>