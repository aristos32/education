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7" r:id="rId2"/>
    <p:sldId id="276" r:id="rId3"/>
    <p:sldId id="292" r:id="rId4"/>
    <p:sldId id="312" r:id="rId5"/>
    <p:sldId id="313" r:id="rId6"/>
    <p:sldId id="314" r:id="rId7"/>
    <p:sldId id="315" r:id="rId8"/>
    <p:sldId id="317" r:id="rId9"/>
    <p:sldId id="297" r:id="rId10"/>
    <p:sldId id="298" r:id="rId11"/>
    <p:sldId id="32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28" autoAdjust="0"/>
    <p:restoredTop sz="86118" autoAdjust="0"/>
  </p:normalViewPr>
  <p:slideViewPr>
    <p:cSldViewPr>
      <p:cViewPr varScale="1">
        <p:scale>
          <a:sx n="95" d="100"/>
          <a:sy n="95" d="100"/>
        </p:scale>
        <p:origin x="166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delSld">
      <pc:chgData name="Άριστος Αρέστη" userId="813aa191-2d4c-464f-9d05-0a7e494d859f" providerId="ADAL" clId="{49C7B61D-1ACF-4AFF-A04E-A3B433E32474}" dt="2026-10-18T18:43:39.350" v="0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0" sldId="269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0" sldId="271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2844892332" sldId="278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3542971618" sldId="280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2555972214" sldId="281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1991282256" sldId="284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3512170117" sldId="285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3737734990" sldId="287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2418946017" sldId="288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427579237" sldId="289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305677120" sldId="290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1976540317" sldId="291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2002014267" sldId="293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69708182" sldId="294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3621854568" sldId="295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570488984" sldId="296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1255013265" sldId="299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74208894" sldId="300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87196975" sldId="301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3505582398" sldId="302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3677577980" sldId="305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640548699" sldId="306"/>
        </pc:sldMkLst>
      </pc:sldChg>
      <pc:sldChg chg="del">
        <pc:chgData name="Άριστος Αρέστη" userId="813aa191-2d4c-464f-9d05-0a7e494d859f" providerId="ADAL" clId="{49C7B61D-1ACF-4AFF-A04E-A3B433E32474}" dt="2026-10-18T18:43:39.350" v="0" actId="47"/>
        <pc:sldMkLst>
          <pc:docMk/>
          <pc:sldMk cId="1518592675" sldId="31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#3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#4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1#2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2560DE-9EEB-4D43-9BB6-0B9646C56B50}" type="doc">
      <dgm:prSet loTypeId="urn:microsoft.com/office/officeart/2005/8/layout/hList1" loCatId="list" qsTypeId="urn:microsoft.com/office/officeart/2005/8/quickstyle/simple1#1" qsCatId="simple" csTypeId="urn:microsoft.com/office/officeart/2005/8/colors/accent6_2#3" csCatId="accent6" phldr="1"/>
      <dgm:spPr/>
      <dgm:t>
        <a:bodyPr/>
        <a:lstStyle/>
        <a:p>
          <a:endParaRPr lang="en-US"/>
        </a:p>
      </dgm:t>
    </dgm:pt>
    <dgm:pt modelId="{84F2DEC2-623E-410E-B538-75F89A81871D}">
      <dgm:prSet phldrT="[Text]"/>
      <dgm:spPr/>
      <dgm:t>
        <a:bodyPr/>
        <a:lstStyle/>
        <a:p>
          <a:r>
            <a:rPr lang="el-GR" dirty="0"/>
            <a:t>Σαφής και κατάλληλος σκοπός</a:t>
          </a:r>
          <a:endParaRPr lang="en-US" dirty="0"/>
        </a:p>
      </dgm:t>
    </dgm:pt>
    <dgm:pt modelId="{52DFD896-E37B-444D-8F77-21C82FF2A981}" type="parTrans" cxnId="{58D8CB55-A7EE-4958-8DCD-D536048AA8FB}">
      <dgm:prSet/>
      <dgm:spPr/>
      <dgm:t>
        <a:bodyPr/>
        <a:lstStyle/>
        <a:p>
          <a:endParaRPr lang="en-US"/>
        </a:p>
      </dgm:t>
    </dgm:pt>
    <dgm:pt modelId="{30D60C95-B632-426E-8F42-F67CDE952CC8}" type="sibTrans" cxnId="{58D8CB55-A7EE-4958-8DCD-D536048AA8FB}">
      <dgm:prSet/>
      <dgm:spPr/>
      <dgm:t>
        <a:bodyPr/>
        <a:lstStyle/>
        <a:p>
          <a:endParaRPr lang="en-US"/>
        </a:p>
      </dgm:t>
    </dgm:pt>
    <dgm:pt modelId="{8AB53EA1-1625-47C7-B5DD-680438EC026A}">
      <dgm:prSet phldrT="[Text]"/>
      <dgm:spPr/>
      <dgm:t>
        <a:bodyPr/>
        <a:lstStyle/>
        <a:p>
          <a:r>
            <a:rPr lang="el-GR" dirty="0"/>
            <a:t>Τι θέλουμε να γνωρίζουν όλοι οι μαθητές</a:t>
          </a:r>
          <a:endParaRPr lang="en-US" dirty="0"/>
        </a:p>
      </dgm:t>
    </dgm:pt>
    <dgm:pt modelId="{F7117152-47F9-4106-B9E4-261BFEBAE560}" type="parTrans" cxnId="{4A9722FF-9929-4570-AD35-7BFA982AA638}">
      <dgm:prSet/>
      <dgm:spPr/>
      <dgm:t>
        <a:bodyPr/>
        <a:lstStyle/>
        <a:p>
          <a:endParaRPr lang="en-US"/>
        </a:p>
      </dgm:t>
    </dgm:pt>
    <dgm:pt modelId="{E9BA8D2E-D04C-42EE-AFC3-174AC975FF38}" type="sibTrans" cxnId="{4A9722FF-9929-4570-AD35-7BFA982AA638}">
      <dgm:prSet/>
      <dgm:spPr/>
      <dgm:t>
        <a:bodyPr/>
        <a:lstStyle/>
        <a:p>
          <a:endParaRPr lang="en-US"/>
        </a:p>
      </dgm:t>
    </dgm:pt>
    <dgm:pt modelId="{E05CB09B-B11E-4741-8593-FEE5BFCBAE7D}">
      <dgm:prSet phldrT="[Text]"/>
      <dgm:spPr/>
      <dgm:t>
        <a:bodyPr/>
        <a:lstStyle/>
        <a:p>
          <a:r>
            <a:rPr lang="el-GR" dirty="0"/>
            <a:t>Ο σκοπός πρέπει να είναι γνωστός στους μαθητές</a:t>
          </a:r>
          <a:endParaRPr lang="en-US" dirty="0"/>
        </a:p>
      </dgm:t>
    </dgm:pt>
    <dgm:pt modelId="{DB865FAB-BD62-420D-B300-8C552D40A33A}" type="parTrans" cxnId="{943ED67E-3713-4908-808F-AE57494A2F92}">
      <dgm:prSet/>
      <dgm:spPr/>
      <dgm:t>
        <a:bodyPr/>
        <a:lstStyle/>
        <a:p>
          <a:endParaRPr lang="en-US"/>
        </a:p>
      </dgm:t>
    </dgm:pt>
    <dgm:pt modelId="{E3C4FC2B-8DFB-468E-BA88-56C5E26CD28C}" type="sibTrans" cxnId="{943ED67E-3713-4908-808F-AE57494A2F92}">
      <dgm:prSet/>
      <dgm:spPr/>
      <dgm:t>
        <a:bodyPr/>
        <a:lstStyle/>
        <a:p>
          <a:endParaRPr lang="en-US"/>
        </a:p>
      </dgm:t>
    </dgm:pt>
    <dgm:pt modelId="{36B623D4-14D0-495F-B84A-C2FB12BAD029}">
      <dgm:prSet phldrT="[Text]"/>
      <dgm:spPr/>
      <dgm:t>
        <a:bodyPr/>
        <a:lstStyle/>
        <a:p>
          <a:r>
            <a:rPr lang="el-GR" dirty="0"/>
            <a:t>Ρεαλιστικοί Στόχοι</a:t>
          </a:r>
          <a:endParaRPr lang="en-US" dirty="0"/>
        </a:p>
      </dgm:t>
    </dgm:pt>
    <dgm:pt modelId="{12438A59-C3E8-4E84-BE8F-6231881F175F}" type="parTrans" cxnId="{AA6F1D53-218D-4425-9DAF-B222A6D6F761}">
      <dgm:prSet/>
      <dgm:spPr/>
      <dgm:t>
        <a:bodyPr/>
        <a:lstStyle/>
        <a:p>
          <a:endParaRPr lang="en-US"/>
        </a:p>
      </dgm:t>
    </dgm:pt>
    <dgm:pt modelId="{B4E8698B-B935-4B4D-BA30-088703340418}" type="sibTrans" cxnId="{AA6F1D53-218D-4425-9DAF-B222A6D6F761}">
      <dgm:prSet/>
      <dgm:spPr/>
      <dgm:t>
        <a:bodyPr/>
        <a:lstStyle/>
        <a:p>
          <a:endParaRPr lang="en-US"/>
        </a:p>
      </dgm:t>
    </dgm:pt>
    <dgm:pt modelId="{A5B3114C-BB1F-4789-BD40-A4931FD59879}">
      <dgm:prSet phldrT="[Text]"/>
      <dgm:spPr/>
      <dgm:t>
        <a:bodyPr/>
        <a:lstStyle/>
        <a:p>
          <a:r>
            <a:rPr lang="el-GR" dirty="0"/>
            <a:t>Περιγράφουν τι θα μπορούν να κάνουν οι μαθητές, όχι ο εκπαιδευτικός.</a:t>
          </a:r>
          <a:endParaRPr lang="en-US" dirty="0"/>
        </a:p>
      </dgm:t>
    </dgm:pt>
    <dgm:pt modelId="{A2BF8932-FE5E-4D10-A443-B72F1C9DE1E9}" type="parTrans" cxnId="{CA954E45-4940-4279-B59A-78AEBCFB6C06}">
      <dgm:prSet/>
      <dgm:spPr/>
      <dgm:t>
        <a:bodyPr/>
        <a:lstStyle/>
        <a:p>
          <a:endParaRPr lang="en-US"/>
        </a:p>
      </dgm:t>
    </dgm:pt>
    <dgm:pt modelId="{66ED8C1E-37C8-48AD-879B-2202B700AEA8}" type="sibTrans" cxnId="{CA954E45-4940-4279-B59A-78AEBCFB6C06}">
      <dgm:prSet/>
      <dgm:spPr/>
      <dgm:t>
        <a:bodyPr/>
        <a:lstStyle/>
        <a:p>
          <a:endParaRPr lang="en-US"/>
        </a:p>
      </dgm:t>
    </dgm:pt>
    <dgm:pt modelId="{BAD9CC63-36BA-48F7-87D8-F48276D28941}">
      <dgm:prSet phldrT="[Text]"/>
      <dgm:spPr/>
      <dgm:t>
        <a:bodyPr/>
        <a:lstStyle/>
        <a:p>
          <a:r>
            <a:rPr lang="el-GR" b="0" dirty="0"/>
            <a:t>Συγκεκριμενοποιούν τον σκοπό - τι ακριβώς θα μάθουν οι μαθητές</a:t>
          </a:r>
          <a:endParaRPr lang="en-US" b="0" dirty="0"/>
        </a:p>
      </dgm:t>
    </dgm:pt>
    <dgm:pt modelId="{0E0CB4AF-F417-4AAF-80B9-464D0851ACE7}" type="parTrans" cxnId="{7271D2E9-76C1-4F0B-B0CD-CC4B973BD1D5}">
      <dgm:prSet/>
      <dgm:spPr/>
      <dgm:t>
        <a:bodyPr/>
        <a:lstStyle/>
        <a:p>
          <a:endParaRPr lang="en-US"/>
        </a:p>
      </dgm:t>
    </dgm:pt>
    <dgm:pt modelId="{FB14695F-A404-4689-933A-07AAC0CD4B9D}" type="sibTrans" cxnId="{7271D2E9-76C1-4F0B-B0CD-CC4B973BD1D5}">
      <dgm:prSet/>
      <dgm:spPr/>
      <dgm:t>
        <a:bodyPr/>
        <a:lstStyle/>
        <a:p>
          <a:endParaRPr lang="en-US"/>
        </a:p>
      </dgm:t>
    </dgm:pt>
    <dgm:pt modelId="{9B4078A7-C967-4470-B44F-774E74635ACB}">
      <dgm:prSet phldrT="[Text]"/>
      <dgm:spPr/>
      <dgm:t>
        <a:bodyPr/>
        <a:lstStyle/>
        <a:p>
          <a:r>
            <a:rPr lang="el-GR" dirty="0"/>
            <a:t>Εντοπισμός πυρηνικών γνώσεων και δεξιοτήτων  </a:t>
          </a:r>
          <a:endParaRPr lang="en-US" dirty="0"/>
        </a:p>
      </dgm:t>
    </dgm:pt>
    <dgm:pt modelId="{F55C71A7-0284-4860-9DD1-A1B54179EBB9}" type="parTrans" cxnId="{149989CC-B64D-49D8-833F-0E149DC133A1}">
      <dgm:prSet/>
      <dgm:spPr/>
      <dgm:t>
        <a:bodyPr/>
        <a:lstStyle/>
        <a:p>
          <a:endParaRPr lang="en-US"/>
        </a:p>
      </dgm:t>
    </dgm:pt>
    <dgm:pt modelId="{19A8C9B4-2348-4D8A-BB8D-7E5541F3AE21}" type="sibTrans" cxnId="{149989CC-B64D-49D8-833F-0E149DC133A1}">
      <dgm:prSet/>
      <dgm:spPr/>
      <dgm:t>
        <a:bodyPr/>
        <a:lstStyle/>
        <a:p>
          <a:endParaRPr lang="en-US"/>
        </a:p>
      </dgm:t>
    </dgm:pt>
    <dgm:pt modelId="{74A6914B-870C-461F-BC4B-04544006A689}">
      <dgm:prSet phldrT="[Text]"/>
      <dgm:spPr/>
      <dgm:t>
        <a:bodyPr/>
        <a:lstStyle/>
        <a:p>
          <a:r>
            <a:rPr lang="el-GR" dirty="0"/>
            <a:t>Ο εκπαιδευτικός πρέπει να ξέρει “τι είναι κεντρικό” στο μάθημα — τι πρέπει να μείνει.</a:t>
          </a:r>
          <a:endParaRPr lang="en-US" dirty="0"/>
        </a:p>
      </dgm:t>
    </dgm:pt>
    <dgm:pt modelId="{60061673-FF54-4076-8D86-9FCF8843E466}" type="parTrans" cxnId="{7ACA8976-2DFF-45B4-97F3-1F459B04ACFF}">
      <dgm:prSet/>
      <dgm:spPr/>
      <dgm:t>
        <a:bodyPr/>
        <a:lstStyle/>
        <a:p>
          <a:endParaRPr lang="en-US"/>
        </a:p>
      </dgm:t>
    </dgm:pt>
    <dgm:pt modelId="{619C6839-02C1-4013-98B9-48CBE4E1EEE6}" type="sibTrans" cxnId="{7ACA8976-2DFF-45B4-97F3-1F459B04ACFF}">
      <dgm:prSet/>
      <dgm:spPr/>
      <dgm:t>
        <a:bodyPr/>
        <a:lstStyle/>
        <a:p>
          <a:endParaRPr lang="en-US"/>
        </a:p>
      </dgm:t>
    </dgm:pt>
    <dgm:pt modelId="{D351587F-3441-4E3E-9F56-97570A81D290}" type="pres">
      <dgm:prSet presAssocID="{C72560DE-9EEB-4D43-9BB6-0B9646C56B50}" presName="Name0" presStyleCnt="0">
        <dgm:presLayoutVars>
          <dgm:dir/>
          <dgm:animLvl val="lvl"/>
          <dgm:resizeHandles val="exact"/>
        </dgm:presLayoutVars>
      </dgm:prSet>
      <dgm:spPr/>
    </dgm:pt>
    <dgm:pt modelId="{E6C37B40-18A0-4D03-B6E8-8E3D7D0EA009}" type="pres">
      <dgm:prSet presAssocID="{84F2DEC2-623E-410E-B538-75F89A81871D}" presName="composite" presStyleCnt="0"/>
      <dgm:spPr/>
    </dgm:pt>
    <dgm:pt modelId="{FD3124AA-F0C6-4091-B923-9AB6F0C33B0F}" type="pres">
      <dgm:prSet presAssocID="{84F2DEC2-623E-410E-B538-75F89A81871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D6EC6C8-D46A-4749-B5FE-EE2D87917632}" type="pres">
      <dgm:prSet presAssocID="{84F2DEC2-623E-410E-B538-75F89A81871D}" presName="desTx" presStyleLbl="alignAccFollowNode1" presStyleIdx="0" presStyleCnt="3">
        <dgm:presLayoutVars>
          <dgm:bulletEnabled val="1"/>
        </dgm:presLayoutVars>
      </dgm:prSet>
      <dgm:spPr/>
    </dgm:pt>
    <dgm:pt modelId="{7A622252-8756-4E5C-B7AC-1E85E0A38AC0}" type="pres">
      <dgm:prSet presAssocID="{30D60C95-B632-426E-8F42-F67CDE952CC8}" presName="space" presStyleCnt="0"/>
      <dgm:spPr/>
    </dgm:pt>
    <dgm:pt modelId="{6E4F2C96-FE96-4601-A94B-0EAAA5F8F52C}" type="pres">
      <dgm:prSet presAssocID="{36B623D4-14D0-495F-B84A-C2FB12BAD029}" presName="composite" presStyleCnt="0"/>
      <dgm:spPr/>
    </dgm:pt>
    <dgm:pt modelId="{1B874E87-3D10-45C7-83CA-BE3963DDFD51}" type="pres">
      <dgm:prSet presAssocID="{36B623D4-14D0-495F-B84A-C2FB12BAD02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30CB6CB-F46C-41A3-8DB5-08822497F88E}" type="pres">
      <dgm:prSet presAssocID="{36B623D4-14D0-495F-B84A-C2FB12BAD029}" presName="desTx" presStyleLbl="alignAccFollowNode1" presStyleIdx="1" presStyleCnt="3">
        <dgm:presLayoutVars>
          <dgm:bulletEnabled val="1"/>
        </dgm:presLayoutVars>
      </dgm:prSet>
      <dgm:spPr/>
    </dgm:pt>
    <dgm:pt modelId="{91C3639D-1370-411E-959F-4DB645F9075C}" type="pres">
      <dgm:prSet presAssocID="{B4E8698B-B935-4B4D-BA30-088703340418}" presName="space" presStyleCnt="0"/>
      <dgm:spPr/>
    </dgm:pt>
    <dgm:pt modelId="{7E6074E0-0822-479D-B541-554605744328}" type="pres">
      <dgm:prSet presAssocID="{9B4078A7-C967-4470-B44F-774E74635ACB}" presName="composite" presStyleCnt="0"/>
      <dgm:spPr/>
    </dgm:pt>
    <dgm:pt modelId="{F2E6D6ED-784B-46E3-9E3C-6ADA4D3906AA}" type="pres">
      <dgm:prSet presAssocID="{9B4078A7-C967-4470-B44F-774E74635AC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3417FB0-47FC-49AD-81C0-3A9B7CD337CA}" type="pres">
      <dgm:prSet presAssocID="{9B4078A7-C967-4470-B44F-774E74635AC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1C2C107-621B-40E9-987C-E3B7A0DFDD67}" type="presOf" srcId="{E05CB09B-B11E-4741-8593-FEE5BFCBAE7D}" destId="{0D6EC6C8-D46A-4749-B5FE-EE2D87917632}" srcOrd="0" destOrd="1" presId="urn:microsoft.com/office/officeart/2005/8/layout/hList1"/>
    <dgm:cxn modelId="{011A8C29-7087-47F7-B6CB-ADB9AC044FE2}" type="presOf" srcId="{BAD9CC63-36BA-48F7-87D8-F48276D28941}" destId="{F30CB6CB-F46C-41A3-8DB5-08822497F88E}" srcOrd="0" destOrd="1" presId="urn:microsoft.com/office/officeart/2005/8/layout/hList1"/>
    <dgm:cxn modelId="{D2E3783C-FC51-403D-B4F2-B2D42D2FE6E8}" type="presOf" srcId="{9B4078A7-C967-4470-B44F-774E74635ACB}" destId="{F2E6D6ED-784B-46E3-9E3C-6ADA4D3906AA}" srcOrd="0" destOrd="0" presId="urn:microsoft.com/office/officeart/2005/8/layout/hList1"/>
    <dgm:cxn modelId="{1E830340-7667-487F-ABA8-A6B269519E62}" type="presOf" srcId="{36B623D4-14D0-495F-B84A-C2FB12BAD029}" destId="{1B874E87-3D10-45C7-83CA-BE3963DDFD51}" srcOrd="0" destOrd="0" presId="urn:microsoft.com/office/officeart/2005/8/layout/hList1"/>
    <dgm:cxn modelId="{E1CED45F-09FF-489B-9626-A12F6BE53470}" type="presOf" srcId="{C72560DE-9EEB-4D43-9BB6-0B9646C56B50}" destId="{D351587F-3441-4E3E-9F56-97570A81D290}" srcOrd="0" destOrd="0" presId="urn:microsoft.com/office/officeart/2005/8/layout/hList1"/>
    <dgm:cxn modelId="{CA954E45-4940-4279-B59A-78AEBCFB6C06}" srcId="{36B623D4-14D0-495F-B84A-C2FB12BAD029}" destId="{A5B3114C-BB1F-4789-BD40-A4931FD59879}" srcOrd="0" destOrd="0" parTransId="{A2BF8932-FE5E-4D10-A443-B72F1C9DE1E9}" sibTransId="{66ED8C1E-37C8-48AD-879B-2202B700AEA8}"/>
    <dgm:cxn modelId="{0BF3076D-4708-41B4-9116-0457C8A840E2}" type="presOf" srcId="{A5B3114C-BB1F-4789-BD40-A4931FD59879}" destId="{F30CB6CB-F46C-41A3-8DB5-08822497F88E}" srcOrd="0" destOrd="0" presId="urn:microsoft.com/office/officeart/2005/8/layout/hList1"/>
    <dgm:cxn modelId="{AA6F1D53-218D-4425-9DAF-B222A6D6F761}" srcId="{C72560DE-9EEB-4D43-9BB6-0B9646C56B50}" destId="{36B623D4-14D0-495F-B84A-C2FB12BAD029}" srcOrd="1" destOrd="0" parTransId="{12438A59-C3E8-4E84-BE8F-6231881F175F}" sibTransId="{B4E8698B-B935-4B4D-BA30-088703340418}"/>
    <dgm:cxn modelId="{58D8CB55-A7EE-4958-8DCD-D536048AA8FB}" srcId="{C72560DE-9EEB-4D43-9BB6-0B9646C56B50}" destId="{84F2DEC2-623E-410E-B538-75F89A81871D}" srcOrd="0" destOrd="0" parTransId="{52DFD896-E37B-444D-8F77-21C82FF2A981}" sibTransId="{30D60C95-B632-426E-8F42-F67CDE952CC8}"/>
    <dgm:cxn modelId="{7ACA8976-2DFF-45B4-97F3-1F459B04ACFF}" srcId="{9B4078A7-C967-4470-B44F-774E74635ACB}" destId="{74A6914B-870C-461F-BC4B-04544006A689}" srcOrd="0" destOrd="0" parTransId="{60061673-FF54-4076-8D86-9FCF8843E466}" sibTransId="{619C6839-02C1-4013-98B9-48CBE4E1EEE6}"/>
    <dgm:cxn modelId="{943ED67E-3713-4908-808F-AE57494A2F92}" srcId="{84F2DEC2-623E-410E-B538-75F89A81871D}" destId="{E05CB09B-B11E-4741-8593-FEE5BFCBAE7D}" srcOrd="1" destOrd="0" parTransId="{DB865FAB-BD62-420D-B300-8C552D40A33A}" sibTransId="{E3C4FC2B-8DFB-468E-BA88-56C5E26CD28C}"/>
    <dgm:cxn modelId="{1D3C6582-88BF-4395-A92C-748CAE0C9333}" type="presOf" srcId="{84F2DEC2-623E-410E-B538-75F89A81871D}" destId="{FD3124AA-F0C6-4091-B923-9AB6F0C33B0F}" srcOrd="0" destOrd="0" presId="urn:microsoft.com/office/officeart/2005/8/layout/hList1"/>
    <dgm:cxn modelId="{E0E1EBB1-BA7F-4066-A424-4F2612253D94}" type="presOf" srcId="{8AB53EA1-1625-47C7-B5DD-680438EC026A}" destId="{0D6EC6C8-D46A-4749-B5FE-EE2D87917632}" srcOrd="0" destOrd="0" presId="urn:microsoft.com/office/officeart/2005/8/layout/hList1"/>
    <dgm:cxn modelId="{149989CC-B64D-49D8-833F-0E149DC133A1}" srcId="{C72560DE-9EEB-4D43-9BB6-0B9646C56B50}" destId="{9B4078A7-C967-4470-B44F-774E74635ACB}" srcOrd="2" destOrd="0" parTransId="{F55C71A7-0284-4860-9DD1-A1B54179EBB9}" sibTransId="{19A8C9B4-2348-4D8A-BB8D-7E5541F3AE21}"/>
    <dgm:cxn modelId="{0BF5B6E6-117F-4E0E-8E27-B1B625EDC709}" type="presOf" srcId="{74A6914B-870C-461F-BC4B-04544006A689}" destId="{13417FB0-47FC-49AD-81C0-3A9B7CD337CA}" srcOrd="0" destOrd="0" presId="urn:microsoft.com/office/officeart/2005/8/layout/hList1"/>
    <dgm:cxn modelId="{7271D2E9-76C1-4F0B-B0CD-CC4B973BD1D5}" srcId="{36B623D4-14D0-495F-B84A-C2FB12BAD029}" destId="{BAD9CC63-36BA-48F7-87D8-F48276D28941}" srcOrd="1" destOrd="0" parTransId="{0E0CB4AF-F417-4AAF-80B9-464D0851ACE7}" sibTransId="{FB14695F-A404-4689-933A-07AAC0CD4B9D}"/>
    <dgm:cxn modelId="{4A9722FF-9929-4570-AD35-7BFA982AA638}" srcId="{84F2DEC2-623E-410E-B538-75F89A81871D}" destId="{8AB53EA1-1625-47C7-B5DD-680438EC026A}" srcOrd="0" destOrd="0" parTransId="{F7117152-47F9-4106-B9E4-261BFEBAE560}" sibTransId="{E9BA8D2E-D04C-42EE-AFC3-174AC975FF38}"/>
    <dgm:cxn modelId="{76CC1EFA-BA08-403B-9BA2-6520C70F7187}" type="presParOf" srcId="{D351587F-3441-4E3E-9F56-97570A81D290}" destId="{E6C37B40-18A0-4D03-B6E8-8E3D7D0EA009}" srcOrd="0" destOrd="0" presId="urn:microsoft.com/office/officeart/2005/8/layout/hList1"/>
    <dgm:cxn modelId="{6A5BFF9D-D2E3-4C89-A7EE-CCCB00AC7B1E}" type="presParOf" srcId="{E6C37B40-18A0-4D03-B6E8-8E3D7D0EA009}" destId="{FD3124AA-F0C6-4091-B923-9AB6F0C33B0F}" srcOrd="0" destOrd="0" presId="urn:microsoft.com/office/officeart/2005/8/layout/hList1"/>
    <dgm:cxn modelId="{D36512ED-2564-49C8-BE89-3B8DB3FB7096}" type="presParOf" srcId="{E6C37B40-18A0-4D03-B6E8-8E3D7D0EA009}" destId="{0D6EC6C8-D46A-4749-B5FE-EE2D87917632}" srcOrd="1" destOrd="0" presId="urn:microsoft.com/office/officeart/2005/8/layout/hList1"/>
    <dgm:cxn modelId="{FBD39CA3-81F1-473B-A004-1281FFDD263B}" type="presParOf" srcId="{D351587F-3441-4E3E-9F56-97570A81D290}" destId="{7A622252-8756-4E5C-B7AC-1E85E0A38AC0}" srcOrd="1" destOrd="0" presId="urn:microsoft.com/office/officeart/2005/8/layout/hList1"/>
    <dgm:cxn modelId="{F6ED354A-A555-466F-9750-75831973A423}" type="presParOf" srcId="{D351587F-3441-4E3E-9F56-97570A81D290}" destId="{6E4F2C96-FE96-4601-A94B-0EAAA5F8F52C}" srcOrd="2" destOrd="0" presId="urn:microsoft.com/office/officeart/2005/8/layout/hList1"/>
    <dgm:cxn modelId="{FC9EE89E-5D16-4261-B7F5-68D059437DE1}" type="presParOf" srcId="{6E4F2C96-FE96-4601-A94B-0EAAA5F8F52C}" destId="{1B874E87-3D10-45C7-83CA-BE3963DDFD51}" srcOrd="0" destOrd="0" presId="urn:microsoft.com/office/officeart/2005/8/layout/hList1"/>
    <dgm:cxn modelId="{8C11BB35-19FD-4EDD-9D26-7F6BEFA59945}" type="presParOf" srcId="{6E4F2C96-FE96-4601-A94B-0EAAA5F8F52C}" destId="{F30CB6CB-F46C-41A3-8DB5-08822497F88E}" srcOrd="1" destOrd="0" presId="urn:microsoft.com/office/officeart/2005/8/layout/hList1"/>
    <dgm:cxn modelId="{51FE7086-CAC2-47B8-9FB2-18D6B781BF31}" type="presParOf" srcId="{D351587F-3441-4E3E-9F56-97570A81D290}" destId="{91C3639D-1370-411E-959F-4DB645F9075C}" srcOrd="3" destOrd="0" presId="urn:microsoft.com/office/officeart/2005/8/layout/hList1"/>
    <dgm:cxn modelId="{05FDDE16-0052-4734-809A-4DDBCFF02B6C}" type="presParOf" srcId="{D351587F-3441-4E3E-9F56-97570A81D290}" destId="{7E6074E0-0822-479D-B541-554605744328}" srcOrd="4" destOrd="0" presId="urn:microsoft.com/office/officeart/2005/8/layout/hList1"/>
    <dgm:cxn modelId="{8B48A1DC-54E6-4AAD-A9EA-07D3B5244DD7}" type="presParOf" srcId="{7E6074E0-0822-479D-B541-554605744328}" destId="{F2E6D6ED-784B-46E3-9E3C-6ADA4D3906AA}" srcOrd="0" destOrd="0" presId="urn:microsoft.com/office/officeart/2005/8/layout/hList1"/>
    <dgm:cxn modelId="{D5D949F7-9E5B-45C4-8ED1-0D3917BFEBE3}" type="presParOf" srcId="{7E6074E0-0822-479D-B541-554605744328}" destId="{13417FB0-47FC-49AD-81C0-3A9B7CD337C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2560DE-9EEB-4D43-9BB6-0B9646C56B50}" type="doc">
      <dgm:prSet loTypeId="urn:microsoft.com/office/officeart/2005/8/layout/hList1" loCatId="list" qsTypeId="urn:microsoft.com/office/officeart/2005/8/quickstyle/simple1#5" qsCatId="simple" csTypeId="urn:microsoft.com/office/officeart/2005/8/colors/accent6_2#4" csCatId="accent6" phldr="1"/>
      <dgm:spPr/>
      <dgm:t>
        <a:bodyPr/>
        <a:lstStyle/>
        <a:p>
          <a:endParaRPr lang="en-US"/>
        </a:p>
      </dgm:t>
    </dgm:pt>
    <dgm:pt modelId="{84F2DEC2-623E-410E-B538-75F89A81871D}">
      <dgm:prSet phldrT="[Text]"/>
      <dgm:spPr/>
      <dgm:t>
        <a:bodyPr/>
        <a:lstStyle/>
        <a:p>
          <a:r>
            <a:rPr lang="el-GR" dirty="0"/>
            <a:t>Εντοπισμός </a:t>
          </a:r>
          <a:r>
            <a:rPr lang="el-GR" dirty="0" err="1"/>
            <a:t>προαπαιτούμενων</a:t>
          </a:r>
          <a:r>
            <a:rPr lang="el-GR" dirty="0"/>
            <a:t> γνώσεων, δεξιοτήτων</a:t>
          </a:r>
          <a:endParaRPr lang="en-US" dirty="0"/>
        </a:p>
      </dgm:t>
    </dgm:pt>
    <dgm:pt modelId="{52DFD896-E37B-444D-8F77-21C82FF2A981}" type="parTrans" cxnId="{58D8CB55-A7EE-4958-8DCD-D536048AA8FB}">
      <dgm:prSet/>
      <dgm:spPr/>
      <dgm:t>
        <a:bodyPr/>
        <a:lstStyle/>
        <a:p>
          <a:endParaRPr lang="en-US"/>
        </a:p>
      </dgm:t>
    </dgm:pt>
    <dgm:pt modelId="{30D60C95-B632-426E-8F42-F67CDE952CC8}" type="sibTrans" cxnId="{58D8CB55-A7EE-4958-8DCD-D536048AA8FB}">
      <dgm:prSet/>
      <dgm:spPr/>
      <dgm:t>
        <a:bodyPr/>
        <a:lstStyle/>
        <a:p>
          <a:endParaRPr lang="en-US"/>
        </a:p>
      </dgm:t>
    </dgm:pt>
    <dgm:pt modelId="{8AB53EA1-1625-47C7-B5DD-680438EC026A}">
      <dgm:prSet phldrT="[Text]"/>
      <dgm:spPr/>
      <dgm:t>
        <a:bodyPr/>
        <a:lstStyle/>
        <a:p>
          <a:r>
            <a:rPr lang="el-GR" dirty="0"/>
            <a:t>Τι γνωρίζουν ήδη οι μαθητές, τι δυσκολίες έχουν, ποιες εναλλακτικές ιδέες φέρνουν.</a:t>
          </a:r>
          <a:endParaRPr lang="en-US" dirty="0"/>
        </a:p>
      </dgm:t>
    </dgm:pt>
    <dgm:pt modelId="{F7117152-47F9-4106-B9E4-261BFEBAE560}" type="parTrans" cxnId="{4A9722FF-9929-4570-AD35-7BFA982AA638}">
      <dgm:prSet/>
      <dgm:spPr/>
      <dgm:t>
        <a:bodyPr/>
        <a:lstStyle/>
        <a:p>
          <a:endParaRPr lang="en-US"/>
        </a:p>
      </dgm:t>
    </dgm:pt>
    <dgm:pt modelId="{E9BA8D2E-D04C-42EE-AFC3-174AC975FF38}" type="sibTrans" cxnId="{4A9722FF-9929-4570-AD35-7BFA982AA638}">
      <dgm:prSet/>
      <dgm:spPr/>
      <dgm:t>
        <a:bodyPr/>
        <a:lstStyle/>
        <a:p>
          <a:endParaRPr lang="en-US"/>
        </a:p>
      </dgm:t>
    </dgm:pt>
    <dgm:pt modelId="{36B623D4-14D0-495F-B84A-C2FB12BAD029}">
      <dgm:prSet phldrT="[Text]"/>
      <dgm:spPr/>
      <dgm:t>
        <a:bodyPr/>
        <a:lstStyle/>
        <a:p>
          <a:r>
            <a:rPr lang="el-GR" dirty="0"/>
            <a:t>Πρόνοια για διαμορφωτική αξιολόγηση</a:t>
          </a:r>
          <a:endParaRPr lang="en-US" dirty="0"/>
        </a:p>
      </dgm:t>
    </dgm:pt>
    <dgm:pt modelId="{12438A59-C3E8-4E84-BE8F-6231881F175F}" type="parTrans" cxnId="{AA6F1D53-218D-4425-9DAF-B222A6D6F761}">
      <dgm:prSet/>
      <dgm:spPr/>
      <dgm:t>
        <a:bodyPr/>
        <a:lstStyle/>
        <a:p>
          <a:endParaRPr lang="en-US"/>
        </a:p>
      </dgm:t>
    </dgm:pt>
    <dgm:pt modelId="{B4E8698B-B935-4B4D-BA30-088703340418}" type="sibTrans" cxnId="{AA6F1D53-218D-4425-9DAF-B222A6D6F761}">
      <dgm:prSet/>
      <dgm:spPr/>
      <dgm:t>
        <a:bodyPr/>
        <a:lstStyle/>
        <a:p>
          <a:endParaRPr lang="en-US"/>
        </a:p>
      </dgm:t>
    </dgm:pt>
    <dgm:pt modelId="{A5B3114C-BB1F-4789-BD40-A4931FD59879}">
      <dgm:prSet phldrT="[Text]"/>
      <dgm:spPr/>
      <dgm:t>
        <a:bodyPr/>
        <a:lstStyle/>
        <a:p>
          <a:r>
            <a:rPr lang="el-GR" dirty="0"/>
            <a:t>Ο σχεδιασμός πρέπει να προβλέπει πώς θα ελέγχεται η πρόοδος των μαθητών κατά τη διάρκεια του μαθήματος.</a:t>
          </a:r>
          <a:endParaRPr lang="en-US" dirty="0"/>
        </a:p>
      </dgm:t>
    </dgm:pt>
    <dgm:pt modelId="{A2BF8932-FE5E-4D10-A443-B72F1C9DE1E9}" type="parTrans" cxnId="{CA954E45-4940-4279-B59A-78AEBCFB6C06}">
      <dgm:prSet/>
      <dgm:spPr/>
      <dgm:t>
        <a:bodyPr/>
        <a:lstStyle/>
        <a:p>
          <a:endParaRPr lang="en-US"/>
        </a:p>
      </dgm:t>
    </dgm:pt>
    <dgm:pt modelId="{66ED8C1E-37C8-48AD-879B-2202B700AEA8}" type="sibTrans" cxnId="{CA954E45-4940-4279-B59A-78AEBCFB6C06}">
      <dgm:prSet/>
      <dgm:spPr/>
      <dgm:t>
        <a:bodyPr/>
        <a:lstStyle/>
        <a:p>
          <a:endParaRPr lang="en-US"/>
        </a:p>
      </dgm:t>
    </dgm:pt>
    <dgm:pt modelId="{9B4078A7-C967-4470-B44F-774E74635ACB}">
      <dgm:prSet phldrT="[Text]"/>
      <dgm:spPr/>
      <dgm:t>
        <a:bodyPr/>
        <a:lstStyle/>
        <a:p>
          <a:r>
            <a:rPr lang="el-GR" dirty="0"/>
            <a:t>Πρόνοια για διαφοροποίηση</a:t>
          </a:r>
          <a:endParaRPr lang="en-US" dirty="0"/>
        </a:p>
      </dgm:t>
    </dgm:pt>
    <dgm:pt modelId="{F55C71A7-0284-4860-9DD1-A1B54179EBB9}" type="parTrans" cxnId="{149989CC-B64D-49D8-833F-0E149DC133A1}">
      <dgm:prSet/>
      <dgm:spPr/>
      <dgm:t>
        <a:bodyPr/>
        <a:lstStyle/>
        <a:p>
          <a:endParaRPr lang="en-US"/>
        </a:p>
      </dgm:t>
    </dgm:pt>
    <dgm:pt modelId="{19A8C9B4-2348-4D8A-BB8D-7E5541F3AE21}" type="sibTrans" cxnId="{149989CC-B64D-49D8-833F-0E149DC133A1}">
      <dgm:prSet/>
      <dgm:spPr/>
      <dgm:t>
        <a:bodyPr/>
        <a:lstStyle/>
        <a:p>
          <a:endParaRPr lang="en-US"/>
        </a:p>
      </dgm:t>
    </dgm:pt>
    <dgm:pt modelId="{74A6914B-870C-461F-BC4B-04544006A689}">
      <dgm:prSet phldrT="[Text]"/>
      <dgm:spPr/>
      <dgm:t>
        <a:bodyPr/>
        <a:lstStyle/>
        <a:p>
          <a:r>
            <a:rPr lang="el-GR" dirty="0"/>
            <a:t>Εξασφάλιση ότι η διδασκαλία ανταποκρίνεται σε διαφορετικά επίπεδα μαθητών.</a:t>
          </a:r>
          <a:endParaRPr lang="en-US" dirty="0"/>
        </a:p>
      </dgm:t>
    </dgm:pt>
    <dgm:pt modelId="{60061673-FF54-4076-8D86-9FCF8843E466}" type="parTrans" cxnId="{7ACA8976-2DFF-45B4-97F3-1F459B04ACFF}">
      <dgm:prSet/>
      <dgm:spPr/>
      <dgm:t>
        <a:bodyPr/>
        <a:lstStyle/>
        <a:p>
          <a:endParaRPr lang="en-US"/>
        </a:p>
      </dgm:t>
    </dgm:pt>
    <dgm:pt modelId="{619C6839-02C1-4013-98B9-48CBE4E1EEE6}" type="sibTrans" cxnId="{7ACA8976-2DFF-45B4-97F3-1F459B04ACFF}">
      <dgm:prSet/>
      <dgm:spPr/>
      <dgm:t>
        <a:bodyPr/>
        <a:lstStyle/>
        <a:p>
          <a:endParaRPr lang="en-US"/>
        </a:p>
      </dgm:t>
    </dgm:pt>
    <dgm:pt modelId="{EFF44AE6-3E72-4678-B4F6-51965BCC90D3}">
      <dgm:prSet/>
      <dgm:spPr/>
      <dgm:t>
        <a:bodyPr/>
        <a:lstStyle/>
        <a:p>
          <a:r>
            <a:rPr lang="el-GR" dirty="0"/>
            <a:t>Ενσωμάτωση ή αναπροσαρμογή με βάση αυτές.</a:t>
          </a:r>
        </a:p>
      </dgm:t>
    </dgm:pt>
    <dgm:pt modelId="{8EC5F847-F000-4F60-A254-42BA69DD08A3}" type="parTrans" cxnId="{D65C9E69-9E84-4876-85B8-C83004B1BE81}">
      <dgm:prSet/>
      <dgm:spPr/>
      <dgm:t>
        <a:bodyPr/>
        <a:lstStyle/>
        <a:p>
          <a:endParaRPr lang="en-US"/>
        </a:p>
      </dgm:t>
    </dgm:pt>
    <dgm:pt modelId="{F711A64C-92CC-452F-8751-F0EA64634CCA}" type="sibTrans" cxnId="{D65C9E69-9E84-4876-85B8-C83004B1BE81}">
      <dgm:prSet/>
      <dgm:spPr/>
      <dgm:t>
        <a:bodyPr/>
        <a:lstStyle/>
        <a:p>
          <a:endParaRPr lang="en-US"/>
        </a:p>
      </dgm:t>
    </dgm:pt>
    <dgm:pt modelId="{D351587F-3441-4E3E-9F56-97570A81D290}" type="pres">
      <dgm:prSet presAssocID="{C72560DE-9EEB-4D43-9BB6-0B9646C56B50}" presName="Name0" presStyleCnt="0">
        <dgm:presLayoutVars>
          <dgm:dir/>
          <dgm:animLvl val="lvl"/>
          <dgm:resizeHandles val="exact"/>
        </dgm:presLayoutVars>
      </dgm:prSet>
      <dgm:spPr/>
    </dgm:pt>
    <dgm:pt modelId="{E6C37B40-18A0-4D03-B6E8-8E3D7D0EA009}" type="pres">
      <dgm:prSet presAssocID="{84F2DEC2-623E-410E-B538-75F89A81871D}" presName="composite" presStyleCnt="0"/>
      <dgm:spPr/>
    </dgm:pt>
    <dgm:pt modelId="{FD3124AA-F0C6-4091-B923-9AB6F0C33B0F}" type="pres">
      <dgm:prSet presAssocID="{84F2DEC2-623E-410E-B538-75F89A81871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D6EC6C8-D46A-4749-B5FE-EE2D87917632}" type="pres">
      <dgm:prSet presAssocID="{84F2DEC2-623E-410E-B538-75F89A81871D}" presName="desTx" presStyleLbl="alignAccFollowNode1" presStyleIdx="0" presStyleCnt="3">
        <dgm:presLayoutVars>
          <dgm:bulletEnabled val="1"/>
        </dgm:presLayoutVars>
      </dgm:prSet>
      <dgm:spPr/>
    </dgm:pt>
    <dgm:pt modelId="{7A622252-8756-4E5C-B7AC-1E85E0A38AC0}" type="pres">
      <dgm:prSet presAssocID="{30D60C95-B632-426E-8F42-F67CDE952CC8}" presName="space" presStyleCnt="0"/>
      <dgm:spPr/>
    </dgm:pt>
    <dgm:pt modelId="{6E4F2C96-FE96-4601-A94B-0EAAA5F8F52C}" type="pres">
      <dgm:prSet presAssocID="{36B623D4-14D0-495F-B84A-C2FB12BAD029}" presName="composite" presStyleCnt="0"/>
      <dgm:spPr/>
    </dgm:pt>
    <dgm:pt modelId="{1B874E87-3D10-45C7-83CA-BE3963DDFD51}" type="pres">
      <dgm:prSet presAssocID="{36B623D4-14D0-495F-B84A-C2FB12BAD02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30CB6CB-F46C-41A3-8DB5-08822497F88E}" type="pres">
      <dgm:prSet presAssocID="{36B623D4-14D0-495F-B84A-C2FB12BAD029}" presName="desTx" presStyleLbl="alignAccFollowNode1" presStyleIdx="1" presStyleCnt="3">
        <dgm:presLayoutVars>
          <dgm:bulletEnabled val="1"/>
        </dgm:presLayoutVars>
      </dgm:prSet>
      <dgm:spPr/>
    </dgm:pt>
    <dgm:pt modelId="{91C3639D-1370-411E-959F-4DB645F9075C}" type="pres">
      <dgm:prSet presAssocID="{B4E8698B-B935-4B4D-BA30-088703340418}" presName="space" presStyleCnt="0"/>
      <dgm:spPr/>
    </dgm:pt>
    <dgm:pt modelId="{7E6074E0-0822-479D-B541-554605744328}" type="pres">
      <dgm:prSet presAssocID="{9B4078A7-C967-4470-B44F-774E74635ACB}" presName="composite" presStyleCnt="0"/>
      <dgm:spPr/>
    </dgm:pt>
    <dgm:pt modelId="{F2E6D6ED-784B-46E3-9E3C-6ADA4D3906AA}" type="pres">
      <dgm:prSet presAssocID="{9B4078A7-C967-4470-B44F-774E74635AC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3417FB0-47FC-49AD-81C0-3A9B7CD337CA}" type="pres">
      <dgm:prSet presAssocID="{9B4078A7-C967-4470-B44F-774E74635AC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2E3783C-FC51-403D-B4F2-B2D42D2FE6E8}" type="presOf" srcId="{9B4078A7-C967-4470-B44F-774E74635ACB}" destId="{F2E6D6ED-784B-46E3-9E3C-6ADA4D3906AA}" srcOrd="0" destOrd="0" presId="urn:microsoft.com/office/officeart/2005/8/layout/hList1"/>
    <dgm:cxn modelId="{1E830340-7667-487F-ABA8-A6B269519E62}" type="presOf" srcId="{36B623D4-14D0-495F-B84A-C2FB12BAD029}" destId="{1B874E87-3D10-45C7-83CA-BE3963DDFD51}" srcOrd="0" destOrd="0" presId="urn:microsoft.com/office/officeart/2005/8/layout/hList1"/>
    <dgm:cxn modelId="{E1CED45F-09FF-489B-9626-A12F6BE53470}" type="presOf" srcId="{C72560DE-9EEB-4D43-9BB6-0B9646C56B50}" destId="{D351587F-3441-4E3E-9F56-97570A81D290}" srcOrd="0" destOrd="0" presId="urn:microsoft.com/office/officeart/2005/8/layout/hList1"/>
    <dgm:cxn modelId="{CA954E45-4940-4279-B59A-78AEBCFB6C06}" srcId="{36B623D4-14D0-495F-B84A-C2FB12BAD029}" destId="{A5B3114C-BB1F-4789-BD40-A4931FD59879}" srcOrd="0" destOrd="0" parTransId="{A2BF8932-FE5E-4D10-A443-B72F1C9DE1E9}" sibTransId="{66ED8C1E-37C8-48AD-879B-2202B700AEA8}"/>
    <dgm:cxn modelId="{D65C9E69-9E84-4876-85B8-C83004B1BE81}" srcId="{84F2DEC2-623E-410E-B538-75F89A81871D}" destId="{EFF44AE6-3E72-4678-B4F6-51965BCC90D3}" srcOrd="1" destOrd="0" parTransId="{8EC5F847-F000-4F60-A254-42BA69DD08A3}" sibTransId="{F711A64C-92CC-452F-8751-F0EA64634CCA}"/>
    <dgm:cxn modelId="{0BF3076D-4708-41B4-9116-0457C8A840E2}" type="presOf" srcId="{A5B3114C-BB1F-4789-BD40-A4931FD59879}" destId="{F30CB6CB-F46C-41A3-8DB5-08822497F88E}" srcOrd="0" destOrd="0" presId="urn:microsoft.com/office/officeart/2005/8/layout/hList1"/>
    <dgm:cxn modelId="{AA6F1D53-218D-4425-9DAF-B222A6D6F761}" srcId="{C72560DE-9EEB-4D43-9BB6-0B9646C56B50}" destId="{36B623D4-14D0-495F-B84A-C2FB12BAD029}" srcOrd="1" destOrd="0" parTransId="{12438A59-C3E8-4E84-BE8F-6231881F175F}" sibTransId="{B4E8698B-B935-4B4D-BA30-088703340418}"/>
    <dgm:cxn modelId="{58D8CB55-A7EE-4958-8DCD-D536048AA8FB}" srcId="{C72560DE-9EEB-4D43-9BB6-0B9646C56B50}" destId="{84F2DEC2-623E-410E-B538-75F89A81871D}" srcOrd="0" destOrd="0" parTransId="{52DFD896-E37B-444D-8F77-21C82FF2A981}" sibTransId="{30D60C95-B632-426E-8F42-F67CDE952CC8}"/>
    <dgm:cxn modelId="{7ACA8976-2DFF-45B4-97F3-1F459B04ACFF}" srcId="{9B4078A7-C967-4470-B44F-774E74635ACB}" destId="{74A6914B-870C-461F-BC4B-04544006A689}" srcOrd="0" destOrd="0" parTransId="{60061673-FF54-4076-8D86-9FCF8843E466}" sibTransId="{619C6839-02C1-4013-98B9-48CBE4E1EEE6}"/>
    <dgm:cxn modelId="{1D3C6582-88BF-4395-A92C-748CAE0C9333}" type="presOf" srcId="{84F2DEC2-623E-410E-B538-75F89A81871D}" destId="{FD3124AA-F0C6-4091-B923-9AB6F0C33B0F}" srcOrd="0" destOrd="0" presId="urn:microsoft.com/office/officeart/2005/8/layout/hList1"/>
    <dgm:cxn modelId="{E0E1EBB1-BA7F-4066-A424-4F2612253D94}" type="presOf" srcId="{8AB53EA1-1625-47C7-B5DD-680438EC026A}" destId="{0D6EC6C8-D46A-4749-B5FE-EE2D87917632}" srcOrd="0" destOrd="0" presId="urn:microsoft.com/office/officeart/2005/8/layout/hList1"/>
    <dgm:cxn modelId="{149989CC-B64D-49D8-833F-0E149DC133A1}" srcId="{C72560DE-9EEB-4D43-9BB6-0B9646C56B50}" destId="{9B4078A7-C967-4470-B44F-774E74635ACB}" srcOrd="2" destOrd="0" parTransId="{F55C71A7-0284-4860-9DD1-A1B54179EBB9}" sibTransId="{19A8C9B4-2348-4D8A-BB8D-7E5541F3AE21}"/>
    <dgm:cxn modelId="{7678CAE0-9C5B-4015-AB51-6245136403DD}" type="presOf" srcId="{EFF44AE6-3E72-4678-B4F6-51965BCC90D3}" destId="{0D6EC6C8-D46A-4749-B5FE-EE2D87917632}" srcOrd="0" destOrd="1" presId="urn:microsoft.com/office/officeart/2005/8/layout/hList1"/>
    <dgm:cxn modelId="{0BF5B6E6-117F-4E0E-8E27-B1B625EDC709}" type="presOf" srcId="{74A6914B-870C-461F-BC4B-04544006A689}" destId="{13417FB0-47FC-49AD-81C0-3A9B7CD337CA}" srcOrd="0" destOrd="0" presId="urn:microsoft.com/office/officeart/2005/8/layout/hList1"/>
    <dgm:cxn modelId="{4A9722FF-9929-4570-AD35-7BFA982AA638}" srcId="{84F2DEC2-623E-410E-B538-75F89A81871D}" destId="{8AB53EA1-1625-47C7-B5DD-680438EC026A}" srcOrd="0" destOrd="0" parTransId="{F7117152-47F9-4106-B9E4-261BFEBAE560}" sibTransId="{E9BA8D2E-D04C-42EE-AFC3-174AC975FF38}"/>
    <dgm:cxn modelId="{76CC1EFA-BA08-403B-9BA2-6520C70F7187}" type="presParOf" srcId="{D351587F-3441-4E3E-9F56-97570A81D290}" destId="{E6C37B40-18A0-4D03-B6E8-8E3D7D0EA009}" srcOrd="0" destOrd="0" presId="urn:microsoft.com/office/officeart/2005/8/layout/hList1"/>
    <dgm:cxn modelId="{6A5BFF9D-D2E3-4C89-A7EE-CCCB00AC7B1E}" type="presParOf" srcId="{E6C37B40-18A0-4D03-B6E8-8E3D7D0EA009}" destId="{FD3124AA-F0C6-4091-B923-9AB6F0C33B0F}" srcOrd="0" destOrd="0" presId="urn:microsoft.com/office/officeart/2005/8/layout/hList1"/>
    <dgm:cxn modelId="{D36512ED-2564-49C8-BE89-3B8DB3FB7096}" type="presParOf" srcId="{E6C37B40-18A0-4D03-B6E8-8E3D7D0EA009}" destId="{0D6EC6C8-D46A-4749-B5FE-EE2D87917632}" srcOrd="1" destOrd="0" presId="urn:microsoft.com/office/officeart/2005/8/layout/hList1"/>
    <dgm:cxn modelId="{FBD39CA3-81F1-473B-A004-1281FFDD263B}" type="presParOf" srcId="{D351587F-3441-4E3E-9F56-97570A81D290}" destId="{7A622252-8756-4E5C-B7AC-1E85E0A38AC0}" srcOrd="1" destOrd="0" presId="urn:microsoft.com/office/officeart/2005/8/layout/hList1"/>
    <dgm:cxn modelId="{F6ED354A-A555-466F-9750-75831973A423}" type="presParOf" srcId="{D351587F-3441-4E3E-9F56-97570A81D290}" destId="{6E4F2C96-FE96-4601-A94B-0EAAA5F8F52C}" srcOrd="2" destOrd="0" presId="urn:microsoft.com/office/officeart/2005/8/layout/hList1"/>
    <dgm:cxn modelId="{FC9EE89E-5D16-4261-B7F5-68D059437DE1}" type="presParOf" srcId="{6E4F2C96-FE96-4601-A94B-0EAAA5F8F52C}" destId="{1B874E87-3D10-45C7-83CA-BE3963DDFD51}" srcOrd="0" destOrd="0" presId="urn:microsoft.com/office/officeart/2005/8/layout/hList1"/>
    <dgm:cxn modelId="{8C11BB35-19FD-4EDD-9D26-7F6BEFA59945}" type="presParOf" srcId="{6E4F2C96-FE96-4601-A94B-0EAAA5F8F52C}" destId="{F30CB6CB-F46C-41A3-8DB5-08822497F88E}" srcOrd="1" destOrd="0" presId="urn:microsoft.com/office/officeart/2005/8/layout/hList1"/>
    <dgm:cxn modelId="{51FE7086-CAC2-47B8-9FB2-18D6B781BF31}" type="presParOf" srcId="{D351587F-3441-4E3E-9F56-97570A81D290}" destId="{91C3639D-1370-411E-959F-4DB645F9075C}" srcOrd="3" destOrd="0" presId="urn:microsoft.com/office/officeart/2005/8/layout/hList1"/>
    <dgm:cxn modelId="{05FDDE16-0052-4734-809A-4DDBCFF02B6C}" type="presParOf" srcId="{D351587F-3441-4E3E-9F56-97570A81D290}" destId="{7E6074E0-0822-479D-B541-554605744328}" srcOrd="4" destOrd="0" presId="urn:microsoft.com/office/officeart/2005/8/layout/hList1"/>
    <dgm:cxn modelId="{8B48A1DC-54E6-4AAD-A9EA-07D3B5244DD7}" type="presParOf" srcId="{7E6074E0-0822-479D-B541-554605744328}" destId="{F2E6D6ED-784B-46E3-9E3C-6ADA4D3906AA}" srcOrd="0" destOrd="0" presId="urn:microsoft.com/office/officeart/2005/8/layout/hList1"/>
    <dgm:cxn modelId="{D5D949F7-9E5B-45C4-8ED1-0D3917BFEBE3}" type="presParOf" srcId="{7E6074E0-0822-479D-B541-554605744328}" destId="{13417FB0-47FC-49AD-81C0-3A9B7CD337C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D670E2-4495-422E-9435-549C66AFFFF0}" type="doc">
      <dgm:prSet loTypeId="urn:microsoft.com/office/officeart/2005/8/layout/process3" loCatId="process" qsTypeId="urn:microsoft.com/office/officeart/2005/8/quickstyle/simple1#6" qsCatId="simple" csTypeId="urn:microsoft.com/office/officeart/2005/8/colors/accent6_1#2" csCatId="accent6" phldr="1"/>
      <dgm:spPr/>
      <dgm:t>
        <a:bodyPr/>
        <a:lstStyle/>
        <a:p>
          <a:endParaRPr lang="en-US"/>
        </a:p>
      </dgm:t>
    </dgm:pt>
    <dgm:pt modelId="{94718F14-9D5C-4008-8719-D0C6F594C00E}">
      <dgm:prSet phldrT="[Text]" custT="1"/>
      <dgm:spPr/>
      <dgm:t>
        <a:bodyPr/>
        <a:lstStyle/>
        <a:p>
          <a:r>
            <a:rPr lang="el-GR" sz="1800" dirty="0" err="1"/>
            <a:t>Αφόρμηση</a:t>
          </a:r>
          <a:endParaRPr lang="en-US" sz="1800" dirty="0"/>
        </a:p>
      </dgm:t>
    </dgm:pt>
    <dgm:pt modelId="{D7C8A08A-A59D-4843-87F6-03942AF6D61A}" type="parTrans" cxnId="{F35F7E61-AE4E-45D0-8915-333407D20346}">
      <dgm:prSet/>
      <dgm:spPr/>
      <dgm:t>
        <a:bodyPr/>
        <a:lstStyle/>
        <a:p>
          <a:endParaRPr lang="en-US"/>
        </a:p>
      </dgm:t>
    </dgm:pt>
    <dgm:pt modelId="{92899EDA-13D9-47B9-9B26-1D9CCA069E85}" type="sibTrans" cxnId="{F35F7E61-AE4E-45D0-8915-333407D20346}">
      <dgm:prSet/>
      <dgm:spPr/>
      <dgm:t>
        <a:bodyPr/>
        <a:lstStyle/>
        <a:p>
          <a:endParaRPr lang="en-US"/>
        </a:p>
      </dgm:t>
    </dgm:pt>
    <dgm:pt modelId="{CB1E12BC-285B-4A83-A8AE-EF3BA2B0ECF3}">
      <dgm:prSet phldrT="[Text]"/>
      <dgm:spPr/>
      <dgm:t>
        <a:bodyPr/>
        <a:lstStyle/>
        <a:p>
          <a:r>
            <a:rPr lang="el-GR" dirty="0"/>
            <a:t>Πρόκληση ενδιαφέροντος, επαναφορά </a:t>
          </a:r>
          <a:r>
            <a:rPr lang="el-GR" dirty="0" err="1"/>
            <a:t>προϋπαρχουσών</a:t>
          </a:r>
          <a:r>
            <a:rPr lang="el-GR" dirty="0"/>
            <a:t> γνώσεων, σύνδεση με το νέο θέμα</a:t>
          </a:r>
          <a:endParaRPr lang="en-US" dirty="0"/>
        </a:p>
      </dgm:t>
    </dgm:pt>
    <dgm:pt modelId="{E0443051-4A7F-4616-8913-4299263736BF}" type="parTrans" cxnId="{27F2D6B0-89FD-4C0F-93F6-64A6C15C27FB}">
      <dgm:prSet/>
      <dgm:spPr/>
      <dgm:t>
        <a:bodyPr/>
        <a:lstStyle/>
        <a:p>
          <a:endParaRPr lang="en-US"/>
        </a:p>
      </dgm:t>
    </dgm:pt>
    <dgm:pt modelId="{C782114B-B8F2-4764-BF11-DE127A359B58}" type="sibTrans" cxnId="{27F2D6B0-89FD-4C0F-93F6-64A6C15C27FB}">
      <dgm:prSet/>
      <dgm:spPr/>
      <dgm:t>
        <a:bodyPr/>
        <a:lstStyle/>
        <a:p>
          <a:endParaRPr lang="en-US"/>
        </a:p>
      </dgm:t>
    </dgm:pt>
    <dgm:pt modelId="{1D2377DC-592A-4DF6-BD5C-3E6E13128115}">
      <dgm:prSet phldrT="[Text]" custT="1"/>
      <dgm:spPr/>
      <dgm:t>
        <a:bodyPr/>
        <a:lstStyle/>
        <a:p>
          <a:r>
            <a:rPr lang="el-GR" sz="1800" dirty="0"/>
            <a:t>Κυρίως δραστηριότητες</a:t>
          </a:r>
          <a:endParaRPr lang="en-US" sz="1800" dirty="0"/>
        </a:p>
      </dgm:t>
    </dgm:pt>
    <dgm:pt modelId="{24C11511-7308-418E-A032-1B294D71ADFD}" type="parTrans" cxnId="{0E00111C-53A3-4142-B764-AE894E7BBD1D}">
      <dgm:prSet/>
      <dgm:spPr/>
      <dgm:t>
        <a:bodyPr/>
        <a:lstStyle/>
        <a:p>
          <a:endParaRPr lang="en-US"/>
        </a:p>
      </dgm:t>
    </dgm:pt>
    <dgm:pt modelId="{A7253C40-C8AC-48DC-B9AF-DFE22E827B73}" type="sibTrans" cxnId="{0E00111C-53A3-4142-B764-AE894E7BBD1D}">
      <dgm:prSet/>
      <dgm:spPr/>
      <dgm:t>
        <a:bodyPr/>
        <a:lstStyle/>
        <a:p>
          <a:endParaRPr lang="en-US"/>
        </a:p>
      </dgm:t>
    </dgm:pt>
    <dgm:pt modelId="{6DCFDB6E-287D-4F7A-A822-6FD16DDFE728}">
      <dgm:prSet phldrT="[Text]"/>
      <dgm:spPr/>
      <dgm:t>
        <a:bodyPr/>
        <a:lstStyle/>
        <a:p>
          <a:r>
            <a:rPr lang="el-GR" dirty="0"/>
            <a:t>Εμπέδωση</a:t>
          </a:r>
          <a:endParaRPr lang="en-US" dirty="0"/>
        </a:p>
      </dgm:t>
    </dgm:pt>
    <dgm:pt modelId="{DBEF623A-99A0-4AD6-A76A-266563A0E6F6}" type="parTrans" cxnId="{36853BC7-4B95-45AE-A3D1-F71934444375}">
      <dgm:prSet/>
      <dgm:spPr/>
      <dgm:t>
        <a:bodyPr/>
        <a:lstStyle/>
        <a:p>
          <a:endParaRPr lang="en-US"/>
        </a:p>
      </dgm:t>
    </dgm:pt>
    <dgm:pt modelId="{2434B7A4-3534-4309-AA78-D77014E98A43}" type="sibTrans" cxnId="{36853BC7-4B95-45AE-A3D1-F71934444375}">
      <dgm:prSet/>
      <dgm:spPr/>
      <dgm:t>
        <a:bodyPr/>
        <a:lstStyle/>
        <a:p>
          <a:endParaRPr lang="en-US"/>
        </a:p>
      </dgm:t>
    </dgm:pt>
    <dgm:pt modelId="{922A42CA-3E24-468E-9FD3-90E45F2ECA6B}">
      <dgm:prSet phldrT="[Text]" custT="1"/>
      <dgm:spPr/>
      <dgm:t>
        <a:bodyPr/>
        <a:lstStyle/>
        <a:p>
          <a:r>
            <a:rPr lang="el-GR" sz="1800" dirty="0"/>
            <a:t>Κλείσιμο</a:t>
          </a:r>
          <a:endParaRPr lang="en-US" sz="1800" dirty="0"/>
        </a:p>
      </dgm:t>
    </dgm:pt>
    <dgm:pt modelId="{166870C3-B3FE-4BF6-B6D0-EEBE883B9554}" type="parTrans" cxnId="{1200F122-AD83-4A15-8AF6-0BEE8DA9BD66}">
      <dgm:prSet/>
      <dgm:spPr/>
      <dgm:t>
        <a:bodyPr/>
        <a:lstStyle/>
        <a:p>
          <a:endParaRPr lang="en-US"/>
        </a:p>
      </dgm:t>
    </dgm:pt>
    <dgm:pt modelId="{E154D409-8980-4929-91B4-42FBFA09F17C}" type="sibTrans" cxnId="{1200F122-AD83-4A15-8AF6-0BEE8DA9BD66}">
      <dgm:prSet/>
      <dgm:spPr/>
      <dgm:t>
        <a:bodyPr/>
        <a:lstStyle/>
        <a:p>
          <a:endParaRPr lang="en-US"/>
        </a:p>
      </dgm:t>
    </dgm:pt>
    <dgm:pt modelId="{6882D3B2-B41A-4CDB-84C6-BE37F0FD85F4}">
      <dgm:prSet phldrT="[Text]"/>
      <dgm:spPr/>
      <dgm:t>
        <a:bodyPr/>
        <a:lstStyle/>
        <a:p>
          <a:r>
            <a:rPr lang="el-GR" dirty="0"/>
            <a:t>Ανακεφαλαίωση</a:t>
          </a:r>
          <a:endParaRPr lang="en-US" dirty="0"/>
        </a:p>
      </dgm:t>
    </dgm:pt>
    <dgm:pt modelId="{AAFD515A-231B-4726-BA60-8B32EC3B7CA2}" type="parTrans" cxnId="{B3CDE6F9-F48E-43DC-8E95-987CCBA8B819}">
      <dgm:prSet/>
      <dgm:spPr/>
      <dgm:t>
        <a:bodyPr/>
        <a:lstStyle/>
        <a:p>
          <a:endParaRPr lang="en-US"/>
        </a:p>
      </dgm:t>
    </dgm:pt>
    <dgm:pt modelId="{9507378F-D74A-4061-AA78-2A246991A09D}" type="sibTrans" cxnId="{B3CDE6F9-F48E-43DC-8E95-987CCBA8B819}">
      <dgm:prSet/>
      <dgm:spPr/>
      <dgm:t>
        <a:bodyPr/>
        <a:lstStyle/>
        <a:p>
          <a:endParaRPr lang="en-US"/>
        </a:p>
      </dgm:t>
    </dgm:pt>
    <dgm:pt modelId="{A4309F05-156F-4017-ABEF-63DC64572FB4}">
      <dgm:prSet phldrT="[Text]"/>
      <dgm:spPr/>
      <dgm:t>
        <a:bodyPr/>
        <a:lstStyle/>
        <a:p>
          <a:r>
            <a:rPr lang="el-GR" dirty="0"/>
            <a:t>Αξιολόγηση</a:t>
          </a:r>
          <a:endParaRPr lang="en-US" dirty="0"/>
        </a:p>
      </dgm:t>
    </dgm:pt>
    <dgm:pt modelId="{C6AAEB3B-C824-40EA-9711-A1CB6653C51A}" type="parTrans" cxnId="{661486CB-4CFB-4263-9067-6EED0A3C6A5D}">
      <dgm:prSet/>
      <dgm:spPr/>
      <dgm:t>
        <a:bodyPr/>
        <a:lstStyle/>
        <a:p>
          <a:endParaRPr lang="en-US"/>
        </a:p>
      </dgm:t>
    </dgm:pt>
    <dgm:pt modelId="{78B0820B-F759-4FB6-A514-C922CF90C3CF}" type="sibTrans" cxnId="{661486CB-4CFB-4263-9067-6EED0A3C6A5D}">
      <dgm:prSet/>
      <dgm:spPr/>
      <dgm:t>
        <a:bodyPr/>
        <a:lstStyle/>
        <a:p>
          <a:endParaRPr lang="en-US"/>
        </a:p>
      </dgm:t>
    </dgm:pt>
    <dgm:pt modelId="{8D9C2CD7-BA6D-4ACA-B6F5-3795D9F63275}">
      <dgm:prSet phldrT="[Text]"/>
      <dgm:spPr/>
      <dgm:t>
        <a:bodyPr/>
        <a:lstStyle/>
        <a:p>
          <a:r>
            <a:rPr lang="el-GR" dirty="0"/>
            <a:t>Παρουσίαση</a:t>
          </a:r>
          <a:endParaRPr lang="en-US" dirty="0"/>
        </a:p>
      </dgm:t>
    </dgm:pt>
    <dgm:pt modelId="{31910ED7-8D6A-410C-9EF8-9C646C6E7830}" type="parTrans" cxnId="{BFCC5C17-013E-4DA1-9954-FCB9619DCCF1}">
      <dgm:prSet/>
      <dgm:spPr/>
      <dgm:t>
        <a:bodyPr/>
        <a:lstStyle/>
        <a:p>
          <a:endParaRPr lang="en-US"/>
        </a:p>
      </dgm:t>
    </dgm:pt>
    <dgm:pt modelId="{0014011D-7777-4F6F-A06B-C67DFC6D3313}" type="sibTrans" cxnId="{BFCC5C17-013E-4DA1-9954-FCB9619DCCF1}">
      <dgm:prSet/>
      <dgm:spPr/>
      <dgm:t>
        <a:bodyPr/>
        <a:lstStyle/>
        <a:p>
          <a:endParaRPr lang="en-US"/>
        </a:p>
      </dgm:t>
    </dgm:pt>
    <dgm:pt modelId="{78178CF1-DDBB-4DCF-AFAB-3C98B6DA2C4C}">
      <dgm:prSet phldrT="[Text]"/>
      <dgm:spPr/>
      <dgm:t>
        <a:bodyPr/>
        <a:lstStyle/>
        <a:p>
          <a:r>
            <a:rPr lang="el-GR" dirty="0" err="1"/>
            <a:t>Αναστοχασμός</a:t>
          </a:r>
          <a:endParaRPr lang="en-US" dirty="0"/>
        </a:p>
      </dgm:t>
    </dgm:pt>
    <dgm:pt modelId="{AC30955D-F4DF-4A84-842E-2D33EEE11C03}" type="parTrans" cxnId="{C6C036A1-FDA2-4FF3-A381-AE0F62C848B1}">
      <dgm:prSet/>
      <dgm:spPr/>
      <dgm:t>
        <a:bodyPr/>
        <a:lstStyle/>
        <a:p>
          <a:endParaRPr lang="en-US"/>
        </a:p>
      </dgm:t>
    </dgm:pt>
    <dgm:pt modelId="{661F9778-CA2E-4355-844C-53E1CC83DCD5}" type="sibTrans" cxnId="{C6C036A1-FDA2-4FF3-A381-AE0F62C848B1}">
      <dgm:prSet/>
      <dgm:spPr/>
      <dgm:t>
        <a:bodyPr/>
        <a:lstStyle/>
        <a:p>
          <a:endParaRPr lang="en-US"/>
        </a:p>
      </dgm:t>
    </dgm:pt>
    <dgm:pt modelId="{46C925EE-AD5E-49F5-BED8-56962454DA3B}" type="pres">
      <dgm:prSet presAssocID="{7BD670E2-4495-422E-9435-549C66AFFFF0}" presName="linearFlow" presStyleCnt="0">
        <dgm:presLayoutVars>
          <dgm:dir/>
          <dgm:animLvl val="lvl"/>
          <dgm:resizeHandles val="exact"/>
        </dgm:presLayoutVars>
      </dgm:prSet>
      <dgm:spPr/>
    </dgm:pt>
    <dgm:pt modelId="{85AF78A4-DACD-4C33-ADB7-0AB72B21046C}" type="pres">
      <dgm:prSet presAssocID="{94718F14-9D5C-4008-8719-D0C6F594C00E}" presName="composite" presStyleCnt="0"/>
      <dgm:spPr/>
    </dgm:pt>
    <dgm:pt modelId="{04832AF1-5352-411C-B333-56370DC5F165}" type="pres">
      <dgm:prSet presAssocID="{94718F14-9D5C-4008-8719-D0C6F594C00E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7CCBAC6C-BD95-4FD3-80ED-8CEDA85B3A3B}" type="pres">
      <dgm:prSet presAssocID="{94718F14-9D5C-4008-8719-D0C6F594C00E}" presName="parSh" presStyleLbl="node1" presStyleIdx="0" presStyleCnt="3"/>
      <dgm:spPr/>
    </dgm:pt>
    <dgm:pt modelId="{E84869C3-EAFF-45DB-867C-BBBC807BEA8B}" type="pres">
      <dgm:prSet presAssocID="{94718F14-9D5C-4008-8719-D0C6F594C00E}" presName="desTx" presStyleLbl="fgAcc1" presStyleIdx="0" presStyleCnt="3">
        <dgm:presLayoutVars>
          <dgm:bulletEnabled val="1"/>
        </dgm:presLayoutVars>
      </dgm:prSet>
      <dgm:spPr/>
    </dgm:pt>
    <dgm:pt modelId="{404B3A3E-EFB2-4B5C-9951-78583CF71C1C}" type="pres">
      <dgm:prSet presAssocID="{92899EDA-13D9-47B9-9B26-1D9CCA069E85}" presName="sibTrans" presStyleLbl="sibTrans2D1" presStyleIdx="0" presStyleCnt="2"/>
      <dgm:spPr/>
    </dgm:pt>
    <dgm:pt modelId="{AA670276-F116-4227-950C-9F6EFFDEF37B}" type="pres">
      <dgm:prSet presAssocID="{92899EDA-13D9-47B9-9B26-1D9CCA069E85}" presName="connTx" presStyleLbl="sibTrans2D1" presStyleIdx="0" presStyleCnt="2"/>
      <dgm:spPr/>
    </dgm:pt>
    <dgm:pt modelId="{4AD0A1C0-5D23-4307-85DF-9A981B5C512F}" type="pres">
      <dgm:prSet presAssocID="{1D2377DC-592A-4DF6-BD5C-3E6E13128115}" presName="composite" presStyleCnt="0"/>
      <dgm:spPr/>
    </dgm:pt>
    <dgm:pt modelId="{C7D9CC6C-A906-4891-B24D-3203DCED3E94}" type="pres">
      <dgm:prSet presAssocID="{1D2377DC-592A-4DF6-BD5C-3E6E13128115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88A31E88-76A9-4763-914A-167E2090D729}" type="pres">
      <dgm:prSet presAssocID="{1D2377DC-592A-4DF6-BD5C-3E6E13128115}" presName="parSh" presStyleLbl="node1" presStyleIdx="1" presStyleCnt="3"/>
      <dgm:spPr/>
    </dgm:pt>
    <dgm:pt modelId="{F2E504D9-BE4F-49A2-8343-6BD7D4622E28}" type="pres">
      <dgm:prSet presAssocID="{1D2377DC-592A-4DF6-BD5C-3E6E13128115}" presName="desTx" presStyleLbl="fgAcc1" presStyleIdx="1" presStyleCnt="3">
        <dgm:presLayoutVars>
          <dgm:bulletEnabled val="1"/>
        </dgm:presLayoutVars>
      </dgm:prSet>
      <dgm:spPr/>
    </dgm:pt>
    <dgm:pt modelId="{6D98CE71-AD79-4668-BA4A-B1985505B36F}" type="pres">
      <dgm:prSet presAssocID="{A7253C40-C8AC-48DC-B9AF-DFE22E827B73}" presName="sibTrans" presStyleLbl="sibTrans2D1" presStyleIdx="1" presStyleCnt="2"/>
      <dgm:spPr/>
    </dgm:pt>
    <dgm:pt modelId="{009C268F-342D-41BD-B747-067975F93276}" type="pres">
      <dgm:prSet presAssocID="{A7253C40-C8AC-48DC-B9AF-DFE22E827B73}" presName="connTx" presStyleLbl="sibTrans2D1" presStyleIdx="1" presStyleCnt="2"/>
      <dgm:spPr/>
    </dgm:pt>
    <dgm:pt modelId="{16051782-7440-4E2A-A47F-6C7F05875F35}" type="pres">
      <dgm:prSet presAssocID="{922A42CA-3E24-468E-9FD3-90E45F2ECA6B}" presName="composite" presStyleCnt="0"/>
      <dgm:spPr/>
    </dgm:pt>
    <dgm:pt modelId="{7344D4A4-3414-416C-A2C8-3EB8B295092F}" type="pres">
      <dgm:prSet presAssocID="{922A42CA-3E24-468E-9FD3-90E45F2ECA6B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518A878E-5DA6-400F-8AA5-915CE77C0BA3}" type="pres">
      <dgm:prSet presAssocID="{922A42CA-3E24-468E-9FD3-90E45F2ECA6B}" presName="parSh" presStyleLbl="node1" presStyleIdx="2" presStyleCnt="3"/>
      <dgm:spPr/>
    </dgm:pt>
    <dgm:pt modelId="{BF1ECB57-4BDF-425C-898A-CFAEE81CB3F6}" type="pres">
      <dgm:prSet presAssocID="{922A42CA-3E24-468E-9FD3-90E45F2ECA6B}" presName="desTx" presStyleLbl="fgAcc1" presStyleIdx="2" presStyleCnt="3">
        <dgm:presLayoutVars>
          <dgm:bulletEnabled val="1"/>
        </dgm:presLayoutVars>
      </dgm:prSet>
      <dgm:spPr/>
    </dgm:pt>
  </dgm:ptLst>
  <dgm:cxnLst>
    <dgm:cxn modelId="{05030807-B053-4908-8FCC-6C884A1D5749}" type="presOf" srcId="{CB1E12BC-285B-4A83-A8AE-EF3BA2B0ECF3}" destId="{E84869C3-EAFF-45DB-867C-BBBC807BEA8B}" srcOrd="0" destOrd="0" presId="urn:microsoft.com/office/officeart/2005/8/layout/process3"/>
    <dgm:cxn modelId="{480DDD15-512A-44EF-B642-EF579D4E8C2E}" type="presOf" srcId="{A4309F05-156F-4017-ABEF-63DC64572FB4}" destId="{F2E504D9-BE4F-49A2-8343-6BD7D4622E28}" srcOrd="0" destOrd="2" presId="urn:microsoft.com/office/officeart/2005/8/layout/process3"/>
    <dgm:cxn modelId="{BFCC5C17-013E-4DA1-9954-FCB9619DCCF1}" srcId="{1D2377DC-592A-4DF6-BD5C-3E6E13128115}" destId="{8D9C2CD7-BA6D-4ACA-B6F5-3795D9F63275}" srcOrd="0" destOrd="0" parTransId="{31910ED7-8D6A-410C-9EF8-9C646C6E7830}" sibTransId="{0014011D-7777-4F6F-A06B-C67DFC6D3313}"/>
    <dgm:cxn modelId="{0E00111C-53A3-4142-B764-AE894E7BBD1D}" srcId="{7BD670E2-4495-422E-9435-549C66AFFFF0}" destId="{1D2377DC-592A-4DF6-BD5C-3E6E13128115}" srcOrd="1" destOrd="0" parTransId="{24C11511-7308-418E-A032-1B294D71ADFD}" sibTransId="{A7253C40-C8AC-48DC-B9AF-DFE22E827B73}"/>
    <dgm:cxn modelId="{9D320D22-D47A-4C0E-9A04-BCAD829F0E61}" type="presOf" srcId="{92899EDA-13D9-47B9-9B26-1D9CCA069E85}" destId="{404B3A3E-EFB2-4B5C-9951-78583CF71C1C}" srcOrd="0" destOrd="0" presId="urn:microsoft.com/office/officeart/2005/8/layout/process3"/>
    <dgm:cxn modelId="{1200F122-AD83-4A15-8AF6-0BEE8DA9BD66}" srcId="{7BD670E2-4495-422E-9435-549C66AFFFF0}" destId="{922A42CA-3E24-468E-9FD3-90E45F2ECA6B}" srcOrd="2" destOrd="0" parTransId="{166870C3-B3FE-4BF6-B6D0-EEBE883B9554}" sibTransId="{E154D409-8980-4929-91B4-42FBFA09F17C}"/>
    <dgm:cxn modelId="{1DA90B35-B753-419D-847A-977776A16AB9}" type="presOf" srcId="{7BD670E2-4495-422E-9435-549C66AFFFF0}" destId="{46C925EE-AD5E-49F5-BED8-56962454DA3B}" srcOrd="0" destOrd="0" presId="urn:microsoft.com/office/officeart/2005/8/layout/process3"/>
    <dgm:cxn modelId="{22969A5F-FF95-452F-9FD9-EF6362BD228D}" type="presOf" srcId="{78178CF1-DDBB-4DCF-AFAB-3C98B6DA2C4C}" destId="{BF1ECB57-4BDF-425C-898A-CFAEE81CB3F6}" srcOrd="0" destOrd="1" presId="urn:microsoft.com/office/officeart/2005/8/layout/process3"/>
    <dgm:cxn modelId="{F35F7E61-AE4E-45D0-8915-333407D20346}" srcId="{7BD670E2-4495-422E-9435-549C66AFFFF0}" destId="{94718F14-9D5C-4008-8719-D0C6F594C00E}" srcOrd="0" destOrd="0" parTransId="{D7C8A08A-A59D-4843-87F6-03942AF6D61A}" sibTransId="{92899EDA-13D9-47B9-9B26-1D9CCA069E85}"/>
    <dgm:cxn modelId="{8C017271-76A4-409D-80AB-712AC6C2967A}" type="presOf" srcId="{8D9C2CD7-BA6D-4ACA-B6F5-3795D9F63275}" destId="{F2E504D9-BE4F-49A2-8343-6BD7D4622E28}" srcOrd="0" destOrd="0" presId="urn:microsoft.com/office/officeart/2005/8/layout/process3"/>
    <dgm:cxn modelId="{400FE056-503A-4BA6-80B5-A48958AD7746}" type="presOf" srcId="{1D2377DC-592A-4DF6-BD5C-3E6E13128115}" destId="{88A31E88-76A9-4763-914A-167E2090D729}" srcOrd="1" destOrd="0" presId="urn:microsoft.com/office/officeart/2005/8/layout/process3"/>
    <dgm:cxn modelId="{5717ED91-BB71-4DF3-91C0-EAA310DE7701}" type="presOf" srcId="{A7253C40-C8AC-48DC-B9AF-DFE22E827B73}" destId="{009C268F-342D-41BD-B747-067975F93276}" srcOrd="1" destOrd="0" presId="urn:microsoft.com/office/officeart/2005/8/layout/process3"/>
    <dgm:cxn modelId="{165B989D-0E6A-4DBD-BAB9-38B6EBEFFB50}" type="presOf" srcId="{94718F14-9D5C-4008-8719-D0C6F594C00E}" destId="{04832AF1-5352-411C-B333-56370DC5F165}" srcOrd="0" destOrd="0" presId="urn:microsoft.com/office/officeart/2005/8/layout/process3"/>
    <dgm:cxn modelId="{D3DCB99D-0113-40DB-A895-B3A739C18E1F}" type="presOf" srcId="{A7253C40-C8AC-48DC-B9AF-DFE22E827B73}" destId="{6D98CE71-AD79-4668-BA4A-B1985505B36F}" srcOrd="0" destOrd="0" presId="urn:microsoft.com/office/officeart/2005/8/layout/process3"/>
    <dgm:cxn modelId="{C6C036A1-FDA2-4FF3-A381-AE0F62C848B1}" srcId="{922A42CA-3E24-468E-9FD3-90E45F2ECA6B}" destId="{78178CF1-DDBB-4DCF-AFAB-3C98B6DA2C4C}" srcOrd="1" destOrd="0" parTransId="{AC30955D-F4DF-4A84-842E-2D33EEE11C03}" sibTransId="{661F9778-CA2E-4355-844C-53E1CC83DCD5}"/>
    <dgm:cxn modelId="{195EB2A7-5BF6-4413-91AB-E29C66D4C389}" type="presOf" srcId="{6882D3B2-B41A-4CDB-84C6-BE37F0FD85F4}" destId="{BF1ECB57-4BDF-425C-898A-CFAEE81CB3F6}" srcOrd="0" destOrd="0" presId="urn:microsoft.com/office/officeart/2005/8/layout/process3"/>
    <dgm:cxn modelId="{27F2D6B0-89FD-4C0F-93F6-64A6C15C27FB}" srcId="{94718F14-9D5C-4008-8719-D0C6F594C00E}" destId="{CB1E12BC-285B-4A83-A8AE-EF3BA2B0ECF3}" srcOrd="0" destOrd="0" parTransId="{E0443051-4A7F-4616-8913-4299263736BF}" sibTransId="{C782114B-B8F2-4764-BF11-DE127A359B58}"/>
    <dgm:cxn modelId="{1DD312B1-0E9D-4184-BF13-0FD89554F1A3}" type="presOf" srcId="{6DCFDB6E-287D-4F7A-A822-6FD16DDFE728}" destId="{F2E504D9-BE4F-49A2-8343-6BD7D4622E28}" srcOrd="0" destOrd="1" presId="urn:microsoft.com/office/officeart/2005/8/layout/process3"/>
    <dgm:cxn modelId="{5B9370C5-7E89-492C-BDE5-9B105F2F23ED}" type="presOf" srcId="{1D2377DC-592A-4DF6-BD5C-3E6E13128115}" destId="{C7D9CC6C-A906-4891-B24D-3203DCED3E94}" srcOrd="0" destOrd="0" presId="urn:microsoft.com/office/officeart/2005/8/layout/process3"/>
    <dgm:cxn modelId="{36853BC7-4B95-45AE-A3D1-F71934444375}" srcId="{1D2377DC-592A-4DF6-BD5C-3E6E13128115}" destId="{6DCFDB6E-287D-4F7A-A822-6FD16DDFE728}" srcOrd="1" destOrd="0" parTransId="{DBEF623A-99A0-4AD6-A76A-266563A0E6F6}" sibTransId="{2434B7A4-3534-4309-AA78-D77014E98A43}"/>
    <dgm:cxn modelId="{661486CB-4CFB-4263-9067-6EED0A3C6A5D}" srcId="{1D2377DC-592A-4DF6-BD5C-3E6E13128115}" destId="{A4309F05-156F-4017-ABEF-63DC64572FB4}" srcOrd="2" destOrd="0" parTransId="{C6AAEB3B-C824-40EA-9711-A1CB6653C51A}" sibTransId="{78B0820B-F759-4FB6-A514-C922CF90C3CF}"/>
    <dgm:cxn modelId="{B3160CD7-5B37-4F84-89E1-F43594462741}" type="presOf" srcId="{94718F14-9D5C-4008-8719-D0C6F594C00E}" destId="{7CCBAC6C-BD95-4FD3-80ED-8CEDA85B3A3B}" srcOrd="1" destOrd="0" presId="urn:microsoft.com/office/officeart/2005/8/layout/process3"/>
    <dgm:cxn modelId="{D08EFEED-1C54-4C5F-9323-ACE3C210FD4C}" type="presOf" srcId="{922A42CA-3E24-468E-9FD3-90E45F2ECA6B}" destId="{518A878E-5DA6-400F-8AA5-915CE77C0BA3}" srcOrd="1" destOrd="0" presId="urn:microsoft.com/office/officeart/2005/8/layout/process3"/>
    <dgm:cxn modelId="{9AA64AF1-91F6-460C-97A6-5962BA3421EA}" type="presOf" srcId="{922A42CA-3E24-468E-9FD3-90E45F2ECA6B}" destId="{7344D4A4-3414-416C-A2C8-3EB8B295092F}" srcOrd="0" destOrd="0" presId="urn:microsoft.com/office/officeart/2005/8/layout/process3"/>
    <dgm:cxn modelId="{BDCB9AF9-F26E-4B27-BE52-306E25B5D963}" type="presOf" srcId="{92899EDA-13D9-47B9-9B26-1D9CCA069E85}" destId="{AA670276-F116-4227-950C-9F6EFFDEF37B}" srcOrd="1" destOrd="0" presId="urn:microsoft.com/office/officeart/2005/8/layout/process3"/>
    <dgm:cxn modelId="{B3CDE6F9-F48E-43DC-8E95-987CCBA8B819}" srcId="{922A42CA-3E24-468E-9FD3-90E45F2ECA6B}" destId="{6882D3B2-B41A-4CDB-84C6-BE37F0FD85F4}" srcOrd="0" destOrd="0" parTransId="{AAFD515A-231B-4726-BA60-8B32EC3B7CA2}" sibTransId="{9507378F-D74A-4061-AA78-2A246991A09D}"/>
    <dgm:cxn modelId="{34CB3F47-A723-4FA7-B5A3-8C21277B286C}" type="presParOf" srcId="{46C925EE-AD5E-49F5-BED8-56962454DA3B}" destId="{85AF78A4-DACD-4C33-ADB7-0AB72B21046C}" srcOrd="0" destOrd="0" presId="urn:microsoft.com/office/officeart/2005/8/layout/process3"/>
    <dgm:cxn modelId="{5152AEAA-356D-4DF0-A053-7747F7AE584C}" type="presParOf" srcId="{85AF78A4-DACD-4C33-ADB7-0AB72B21046C}" destId="{04832AF1-5352-411C-B333-56370DC5F165}" srcOrd="0" destOrd="0" presId="urn:microsoft.com/office/officeart/2005/8/layout/process3"/>
    <dgm:cxn modelId="{627DF025-39DD-4D20-91E4-2418499E39CC}" type="presParOf" srcId="{85AF78A4-DACD-4C33-ADB7-0AB72B21046C}" destId="{7CCBAC6C-BD95-4FD3-80ED-8CEDA85B3A3B}" srcOrd="1" destOrd="0" presId="urn:microsoft.com/office/officeart/2005/8/layout/process3"/>
    <dgm:cxn modelId="{3BA4563D-CBEF-4DF0-BFFC-C9B617A4DEB9}" type="presParOf" srcId="{85AF78A4-DACD-4C33-ADB7-0AB72B21046C}" destId="{E84869C3-EAFF-45DB-867C-BBBC807BEA8B}" srcOrd="2" destOrd="0" presId="urn:microsoft.com/office/officeart/2005/8/layout/process3"/>
    <dgm:cxn modelId="{19D3AF85-1F6D-43D7-96E2-2777E9EA556B}" type="presParOf" srcId="{46C925EE-AD5E-49F5-BED8-56962454DA3B}" destId="{404B3A3E-EFB2-4B5C-9951-78583CF71C1C}" srcOrd="1" destOrd="0" presId="urn:microsoft.com/office/officeart/2005/8/layout/process3"/>
    <dgm:cxn modelId="{E8682A17-53E1-4142-9D7C-9AF64F130501}" type="presParOf" srcId="{404B3A3E-EFB2-4B5C-9951-78583CF71C1C}" destId="{AA670276-F116-4227-950C-9F6EFFDEF37B}" srcOrd="0" destOrd="0" presId="urn:microsoft.com/office/officeart/2005/8/layout/process3"/>
    <dgm:cxn modelId="{4E6DE350-E6DE-445A-AB77-1F23DA2A3396}" type="presParOf" srcId="{46C925EE-AD5E-49F5-BED8-56962454DA3B}" destId="{4AD0A1C0-5D23-4307-85DF-9A981B5C512F}" srcOrd="2" destOrd="0" presId="urn:microsoft.com/office/officeart/2005/8/layout/process3"/>
    <dgm:cxn modelId="{73846032-FFC9-4DF1-8C73-15E3D6BD5337}" type="presParOf" srcId="{4AD0A1C0-5D23-4307-85DF-9A981B5C512F}" destId="{C7D9CC6C-A906-4891-B24D-3203DCED3E94}" srcOrd="0" destOrd="0" presId="urn:microsoft.com/office/officeart/2005/8/layout/process3"/>
    <dgm:cxn modelId="{ABB2D7FD-03A3-4803-9458-A865DC2996F2}" type="presParOf" srcId="{4AD0A1C0-5D23-4307-85DF-9A981B5C512F}" destId="{88A31E88-76A9-4763-914A-167E2090D729}" srcOrd="1" destOrd="0" presId="urn:microsoft.com/office/officeart/2005/8/layout/process3"/>
    <dgm:cxn modelId="{4019B89B-5D82-4307-885A-240B958CA811}" type="presParOf" srcId="{4AD0A1C0-5D23-4307-85DF-9A981B5C512F}" destId="{F2E504D9-BE4F-49A2-8343-6BD7D4622E28}" srcOrd="2" destOrd="0" presId="urn:microsoft.com/office/officeart/2005/8/layout/process3"/>
    <dgm:cxn modelId="{19134A97-43DA-40DC-B654-D6CE839F04CF}" type="presParOf" srcId="{46C925EE-AD5E-49F5-BED8-56962454DA3B}" destId="{6D98CE71-AD79-4668-BA4A-B1985505B36F}" srcOrd="3" destOrd="0" presId="urn:microsoft.com/office/officeart/2005/8/layout/process3"/>
    <dgm:cxn modelId="{48B1B9AC-9A12-49AE-A84E-97651FB3E03D}" type="presParOf" srcId="{6D98CE71-AD79-4668-BA4A-B1985505B36F}" destId="{009C268F-342D-41BD-B747-067975F93276}" srcOrd="0" destOrd="0" presId="urn:microsoft.com/office/officeart/2005/8/layout/process3"/>
    <dgm:cxn modelId="{5147F3B1-F611-443F-9759-61C1BC64E5F3}" type="presParOf" srcId="{46C925EE-AD5E-49F5-BED8-56962454DA3B}" destId="{16051782-7440-4E2A-A47F-6C7F05875F35}" srcOrd="4" destOrd="0" presId="urn:microsoft.com/office/officeart/2005/8/layout/process3"/>
    <dgm:cxn modelId="{999E4745-319A-46AF-AC6D-2ABD51D264DE}" type="presParOf" srcId="{16051782-7440-4E2A-A47F-6C7F05875F35}" destId="{7344D4A4-3414-416C-A2C8-3EB8B295092F}" srcOrd="0" destOrd="0" presId="urn:microsoft.com/office/officeart/2005/8/layout/process3"/>
    <dgm:cxn modelId="{2BAD6F6B-C797-4987-960F-C28F1130E88F}" type="presParOf" srcId="{16051782-7440-4E2A-A47F-6C7F05875F35}" destId="{518A878E-5DA6-400F-8AA5-915CE77C0BA3}" srcOrd="1" destOrd="0" presId="urn:microsoft.com/office/officeart/2005/8/layout/process3"/>
    <dgm:cxn modelId="{9162839F-6D15-4E78-84AC-AC3D956D21BA}" type="presParOf" srcId="{16051782-7440-4E2A-A47F-6C7F05875F35}" destId="{BF1ECB57-4BDF-425C-898A-CFAEE81CB3F6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124AA-F0C6-4091-B923-9AB6F0C33B0F}">
      <dsp:nvSpPr>
        <dsp:cNvPr id="0" name=""/>
        <dsp:cNvSpPr/>
      </dsp:nvSpPr>
      <dsp:spPr>
        <a:xfrm>
          <a:off x="2571" y="483852"/>
          <a:ext cx="2507456" cy="95402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900" kern="1200" dirty="0"/>
            <a:t>Σαφής και κατάλληλος σκοπός</a:t>
          </a:r>
          <a:endParaRPr lang="en-US" sz="1900" kern="1200" dirty="0"/>
        </a:p>
      </dsp:txBody>
      <dsp:txXfrm>
        <a:off x="2571" y="483852"/>
        <a:ext cx="2507456" cy="954021"/>
      </dsp:txXfrm>
    </dsp:sp>
    <dsp:sp modelId="{0D6EC6C8-D46A-4749-B5FE-EE2D87917632}">
      <dsp:nvSpPr>
        <dsp:cNvPr id="0" name=""/>
        <dsp:cNvSpPr/>
      </dsp:nvSpPr>
      <dsp:spPr>
        <a:xfrm>
          <a:off x="2571" y="1437874"/>
          <a:ext cx="2507456" cy="2472472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900" kern="1200" dirty="0"/>
            <a:t>Τι θέλουμε να γνωρίζουν όλοι οι μαθητές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900" kern="1200" dirty="0"/>
            <a:t>Ο σκοπός πρέπει να είναι γνωστός στους μαθητές</a:t>
          </a:r>
          <a:endParaRPr lang="en-US" sz="1900" kern="1200" dirty="0"/>
        </a:p>
      </dsp:txBody>
      <dsp:txXfrm>
        <a:off x="2571" y="1437874"/>
        <a:ext cx="2507456" cy="2472472"/>
      </dsp:txXfrm>
    </dsp:sp>
    <dsp:sp modelId="{1B874E87-3D10-45C7-83CA-BE3963DDFD51}">
      <dsp:nvSpPr>
        <dsp:cNvPr id="0" name=""/>
        <dsp:cNvSpPr/>
      </dsp:nvSpPr>
      <dsp:spPr>
        <a:xfrm>
          <a:off x="2861071" y="483852"/>
          <a:ext cx="2507456" cy="95402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900" kern="1200" dirty="0"/>
            <a:t>Ρεαλιστικοί Στόχοι</a:t>
          </a:r>
          <a:endParaRPr lang="en-US" sz="1900" kern="1200" dirty="0"/>
        </a:p>
      </dsp:txBody>
      <dsp:txXfrm>
        <a:off x="2861071" y="483852"/>
        <a:ext cx="2507456" cy="954021"/>
      </dsp:txXfrm>
    </dsp:sp>
    <dsp:sp modelId="{F30CB6CB-F46C-41A3-8DB5-08822497F88E}">
      <dsp:nvSpPr>
        <dsp:cNvPr id="0" name=""/>
        <dsp:cNvSpPr/>
      </dsp:nvSpPr>
      <dsp:spPr>
        <a:xfrm>
          <a:off x="2861071" y="1437874"/>
          <a:ext cx="2507456" cy="2472472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900" kern="1200" dirty="0"/>
            <a:t>Περιγράφουν τι θα μπορούν να κάνουν οι μαθητές, όχι ο εκπαιδευτικός.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900" b="0" kern="1200" dirty="0"/>
            <a:t>Συγκεκριμενοποιούν τον σκοπό - τι ακριβώς θα μάθουν οι μαθητές</a:t>
          </a:r>
          <a:endParaRPr lang="en-US" sz="1900" b="0" kern="1200" dirty="0"/>
        </a:p>
      </dsp:txBody>
      <dsp:txXfrm>
        <a:off x="2861071" y="1437874"/>
        <a:ext cx="2507456" cy="2472472"/>
      </dsp:txXfrm>
    </dsp:sp>
    <dsp:sp modelId="{F2E6D6ED-784B-46E3-9E3C-6ADA4D3906AA}">
      <dsp:nvSpPr>
        <dsp:cNvPr id="0" name=""/>
        <dsp:cNvSpPr/>
      </dsp:nvSpPr>
      <dsp:spPr>
        <a:xfrm>
          <a:off x="5719571" y="483852"/>
          <a:ext cx="2507456" cy="95402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900" kern="1200" dirty="0"/>
            <a:t>Εντοπισμός πυρηνικών γνώσεων και δεξιοτήτων  </a:t>
          </a:r>
          <a:endParaRPr lang="en-US" sz="1900" kern="1200" dirty="0"/>
        </a:p>
      </dsp:txBody>
      <dsp:txXfrm>
        <a:off x="5719571" y="483852"/>
        <a:ext cx="2507456" cy="954021"/>
      </dsp:txXfrm>
    </dsp:sp>
    <dsp:sp modelId="{13417FB0-47FC-49AD-81C0-3A9B7CD337CA}">
      <dsp:nvSpPr>
        <dsp:cNvPr id="0" name=""/>
        <dsp:cNvSpPr/>
      </dsp:nvSpPr>
      <dsp:spPr>
        <a:xfrm>
          <a:off x="5719571" y="1437874"/>
          <a:ext cx="2507456" cy="2472472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900" kern="1200" dirty="0"/>
            <a:t>Ο εκπαιδευτικός πρέπει να ξέρει “τι είναι κεντρικό” στο μάθημα — τι πρέπει να μείνει.</a:t>
          </a:r>
          <a:endParaRPr lang="en-US" sz="1900" kern="1200" dirty="0"/>
        </a:p>
      </dsp:txBody>
      <dsp:txXfrm>
        <a:off x="5719571" y="1437874"/>
        <a:ext cx="2507456" cy="24724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124AA-F0C6-4091-B923-9AB6F0C33B0F}">
      <dsp:nvSpPr>
        <dsp:cNvPr id="0" name=""/>
        <dsp:cNvSpPr/>
      </dsp:nvSpPr>
      <dsp:spPr>
        <a:xfrm>
          <a:off x="2571" y="491331"/>
          <a:ext cx="2507456" cy="96025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900" kern="1200" dirty="0"/>
            <a:t>Εντοπισμός </a:t>
          </a:r>
          <a:r>
            <a:rPr lang="el-GR" sz="1900" kern="1200" dirty="0" err="1"/>
            <a:t>προαπαιτούμενων</a:t>
          </a:r>
          <a:r>
            <a:rPr lang="el-GR" sz="1900" kern="1200" dirty="0"/>
            <a:t> γνώσεων, δεξιοτήτων</a:t>
          </a:r>
          <a:endParaRPr lang="en-US" sz="1900" kern="1200" dirty="0"/>
        </a:p>
      </dsp:txBody>
      <dsp:txXfrm>
        <a:off x="2571" y="491331"/>
        <a:ext cx="2507456" cy="960252"/>
      </dsp:txXfrm>
    </dsp:sp>
    <dsp:sp modelId="{0D6EC6C8-D46A-4749-B5FE-EE2D87917632}">
      <dsp:nvSpPr>
        <dsp:cNvPr id="0" name=""/>
        <dsp:cNvSpPr/>
      </dsp:nvSpPr>
      <dsp:spPr>
        <a:xfrm>
          <a:off x="2571" y="1451583"/>
          <a:ext cx="2507456" cy="2451284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900" kern="1200" dirty="0"/>
            <a:t>Τι γνωρίζουν ήδη οι μαθητές, τι δυσκολίες έχουν, ποιες εναλλακτικές ιδέες φέρνουν.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900" kern="1200" dirty="0"/>
            <a:t>Ενσωμάτωση ή αναπροσαρμογή με βάση αυτές.</a:t>
          </a:r>
        </a:p>
      </dsp:txBody>
      <dsp:txXfrm>
        <a:off x="2571" y="1451583"/>
        <a:ext cx="2507456" cy="2451284"/>
      </dsp:txXfrm>
    </dsp:sp>
    <dsp:sp modelId="{1B874E87-3D10-45C7-83CA-BE3963DDFD51}">
      <dsp:nvSpPr>
        <dsp:cNvPr id="0" name=""/>
        <dsp:cNvSpPr/>
      </dsp:nvSpPr>
      <dsp:spPr>
        <a:xfrm>
          <a:off x="2861071" y="491331"/>
          <a:ext cx="2507456" cy="96025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900" kern="1200" dirty="0"/>
            <a:t>Πρόνοια για διαμορφωτική αξιολόγηση</a:t>
          </a:r>
          <a:endParaRPr lang="en-US" sz="1900" kern="1200" dirty="0"/>
        </a:p>
      </dsp:txBody>
      <dsp:txXfrm>
        <a:off x="2861071" y="491331"/>
        <a:ext cx="2507456" cy="960252"/>
      </dsp:txXfrm>
    </dsp:sp>
    <dsp:sp modelId="{F30CB6CB-F46C-41A3-8DB5-08822497F88E}">
      <dsp:nvSpPr>
        <dsp:cNvPr id="0" name=""/>
        <dsp:cNvSpPr/>
      </dsp:nvSpPr>
      <dsp:spPr>
        <a:xfrm>
          <a:off x="2861071" y="1451583"/>
          <a:ext cx="2507456" cy="2451284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900" kern="1200" dirty="0"/>
            <a:t>Ο σχεδιασμός πρέπει να προβλέπει πώς θα ελέγχεται η πρόοδος των μαθητών κατά τη διάρκεια του μαθήματος.</a:t>
          </a:r>
          <a:endParaRPr lang="en-US" sz="1900" kern="1200" dirty="0"/>
        </a:p>
      </dsp:txBody>
      <dsp:txXfrm>
        <a:off x="2861071" y="1451583"/>
        <a:ext cx="2507456" cy="2451284"/>
      </dsp:txXfrm>
    </dsp:sp>
    <dsp:sp modelId="{F2E6D6ED-784B-46E3-9E3C-6ADA4D3906AA}">
      <dsp:nvSpPr>
        <dsp:cNvPr id="0" name=""/>
        <dsp:cNvSpPr/>
      </dsp:nvSpPr>
      <dsp:spPr>
        <a:xfrm>
          <a:off x="5719571" y="491331"/>
          <a:ext cx="2507456" cy="96025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900" kern="1200" dirty="0"/>
            <a:t>Πρόνοια για διαφοροποίηση</a:t>
          </a:r>
          <a:endParaRPr lang="en-US" sz="1900" kern="1200" dirty="0"/>
        </a:p>
      </dsp:txBody>
      <dsp:txXfrm>
        <a:off x="5719571" y="491331"/>
        <a:ext cx="2507456" cy="960252"/>
      </dsp:txXfrm>
    </dsp:sp>
    <dsp:sp modelId="{13417FB0-47FC-49AD-81C0-3A9B7CD337CA}">
      <dsp:nvSpPr>
        <dsp:cNvPr id="0" name=""/>
        <dsp:cNvSpPr/>
      </dsp:nvSpPr>
      <dsp:spPr>
        <a:xfrm>
          <a:off x="5719571" y="1451583"/>
          <a:ext cx="2507456" cy="2451284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900" kern="1200" dirty="0"/>
            <a:t>Εξασφάλιση ότι η διδασκαλία ανταποκρίνεται σε διαφορετικά επίπεδα μαθητών.</a:t>
          </a:r>
          <a:endParaRPr lang="en-US" sz="1900" kern="1200" dirty="0"/>
        </a:p>
      </dsp:txBody>
      <dsp:txXfrm>
        <a:off x="5719571" y="1451583"/>
        <a:ext cx="2507456" cy="24512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BAC6C-BD95-4FD3-80ED-8CEDA85B3A3B}">
      <dsp:nvSpPr>
        <dsp:cNvPr id="0" name=""/>
        <dsp:cNvSpPr/>
      </dsp:nvSpPr>
      <dsp:spPr>
        <a:xfrm>
          <a:off x="4093" y="963293"/>
          <a:ext cx="1861062" cy="10617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800" kern="1200" dirty="0" err="1"/>
            <a:t>Αφόρμηση</a:t>
          </a:r>
          <a:endParaRPr lang="en-US" sz="1800" kern="1200" dirty="0"/>
        </a:p>
      </dsp:txBody>
      <dsp:txXfrm>
        <a:off x="4093" y="963293"/>
        <a:ext cx="1861062" cy="707812"/>
      </dsp:txXfrm>
    </dsp:sp>
    <dsp:sp modelId="{E84869C3-EAFF-45DB-867C-BBBC807BEA8B}">
      <dsp:nvSpPr>
        <dsp:cNvPr id="0" name=""/>
        <dsp:cNvSpPr/>
      </dsp:nvSpPr>
      <dsp:spPr>
        <a:xfrm>
          <a:off x="385274" y="1671106"/>
          <a:ext cx="1861062" cy="1836000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500" kern="1200" dirty="0"/>
            <a:t>Πρόκληση ενδιαφέροντος, επαναφορά </a:t>
          </a:r>
          <a:r>
            <a:rPr lang="el-GR" sz="1500" kern="1200" dirty="0" err="1"/>
            <a:t>προϋπαρχουσών</a:t>
          </a:r>
          <a:r>
            <a:rPr lang="el-GR" sz="1500" kern="1200" dirty="0"/>
            <a:t> γνώσεων, σύνδεση με το νέο θέμα</a:t>
          </a:r>
          <a:endParaRPr lang="en-US" sz="1500" kern="1200" dirty="0"/>
        </a:p>
      </dsp:txBody>
      <dsp:txXfrm>
        <a:off x="439049" y="1724881"/>
        <a:ext cx="1753512" cy="1728450"/>
      </dsp:txXfrm>
    </dsp:sp>
    <dsp:sp modelId="{404B3A3E-EFB2-4B5C-9951-78583CF71C1C}">
      <dsp:nvSpPr>
        <dsp:cNvPr id="0" name=""/>
        <dsp:cNvSpPr/>
      </dsp:nvSpPr>
      <dsp:spPr>
        <a:xfrm>
          <a:off x="2147286" y="1085524"/>
          <a:ext cx="598116" cy="4633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147286" y="1178194"/>
        <a:ext cx="459111" cy="278010"/>
      </dsp:txXfrm>
    </dsp:sp>
    <dsp:sp modelId="{88A31E88-76A9-4763-914A-167E2090D729}">
      <dsp:nvSpPr>
        <dsp:cNvPr id="0" name=""/>
        <dsp:cNvSpPr/>
      </dsp:nvSpPr>
      <dsp:spPr>
        <a:xfrm>
          <a:off x="2993677" y="963293"/>
          <a:ext cx="1861062" cy="10617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800" kern="1200" dirty="0"/>
            <a:t>Κυρίως δραστηριότητες</a:t>
          </a:r>
          <a:endParaRPr lang="en-US" sz="1800" kern="1200" dirty="0"/>
        </a:p>
      </dsp:txBody>
      <dsp:txXfrm>
        <a:off x="2993677" y="963293"/>
        <a:ext cx="1861062" cy="707812"/>
      </dsp:txXfrm>
    </dsp:sp>
    <dsp:sp modelId="{F2E504D9-BE4F-49A2-8343-6BD7D4622E28}">
      <dsp:nvSpPr>
        <dsp:cNvPr id="0" name=""/>
        <dsp:cNvSpPr/>
      </dsp:nvSpPr>
      <dsp:spPr>
        <a:xfrm>
          <a:off x="3374859" y="1671106"/>
          <a:ext cx="1861062" cy="1836000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500" kern="1200" dirty="0"/>
            <a:t>Παρουσίαση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500" kern="1200" dirty="0"/>
            <a:t>Εμπέδωση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500" kern="1200" dirty="0"/>
            <a:t>Αξιολόγηση</a:t>
          </a:r>
          <a:endParaRPr lang="en-US" sz="1500" kern="1200" dirty="0"/>
        </a:p>
      </dsp:txBody>
      <dsp:txXfrm>
        <a:off x="3428634" y="1724881"/>
        <a:ext cx="1753512" cy="1728450"/>
      </dsp:txXfrm>
    </dsp:sp>
    <dsp:sp modelId="{6D98CE71-AD79-4668-BA4A-B1985505B36F}">
      <dsp:nvSpPr>
        <dsp:cNvPr id="0" name=""/>
        <dsp:cNvSpPr/>
      </dsp:nvSpPr>
      <dsp:spPr>
        <a:xfrm>
          <a:off x="5136871" y="1085524"/>
          <a:ext cx="598116" cy="4633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136871" y="1178194"/>
        <a:ext cx="459111" cy="278010"/>
      </dsp:txXfrm>
    </dsp:sp>
    <dsp:sp modelId="{518A878E-5DA6-400F-8AA5-915CE77C0BA3}">
      <dsp:nvSpPr>
        <dsp:cNvPr id="0" name=""/>
        <dsp:cNvSpPr/>
      </dsp:nvSpPr>
      <dsp:spPr>
        <a:xfrm>
          <a:off x="5983262" y="963293"/>
          <a:ext cx="1861062" cy="10617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800" kern="1200" dirty="0"/>
            <a:t>Κλείσιμο</a:t>
          </a:r>
          <a:endParaRPr lang="en-US" sz="1800" kern="1200" dirty="0"/>
        </a:p>
      </dsp:txBody>
      <dsp:txXfrm>
        <a:off x="5983262" y="963293"/>
        <a:ext cx="1861062" cy="707812"/>
      </dsp:txXfrm>
    </dsp:sp>
    <dsp:sp modelId="{BF1ECB57-4BDF-425C-898A-CFAEE81CB3F6}">
      <dsp:nvSpPr>
        <dsp:cNvPr id="0" name=""/>
        <dsp:cNvSpPr/>
      </dsp:nvSpPr>
      <dsp:spPr>
        <a:xfrm>
          <a:off x="6364443" y="1671106"/>
          <a:ext cx="1861062" cy="1836000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500" kern="1200" dirty="0"/>
            <a:t>Ανακεφαλαίωση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500" kern="1200" dirty="0" err="1"/>
            <a:t>Αναστοχασμός</a:t>
          </a:r>
          <a:endParaRPr lang="en-US" sz="1500" kern="1200" dirty="0"/>
        </a:p>
      </dsp:txBody>
      <dsp:txXfrm>
        <a:off x="6418218" y="1724881"/>
        <a:ext cx="1753512" cy="1728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67DA2-3ABD-4083-9D89-D1C9CC448C3D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F438E-B2CF-4AE8-BCBD-5C0C582401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57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64329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42349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84175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35501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68970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F6547-0423-5A9F-E6B2-A7296F56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703D5-3C39-1B61-0CC7-B749792E2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30B33-8C5F-E592-02DC-65A1E3D65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323B8-20E6-287F-671D-5642F3B12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1296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6">
                <a:lumMod val="0"/>
                <a:lumOff val="100000"/>
              </a:schemeClr>
            </a:gs>
            <a:gs pos="29000">
              <a:schemeClr val="accent6">
                <a:lumMod val="0"/>
                <a:lumOff val="100000"/>
              </a:schemeClr>
            </a:gs>
            <a:gs pos="51000">
              <a:srgbClr val="FAC09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1219200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0" y="4038600"/>
            <a:ext cx="3886200" cy="19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>
                <a:latin typeface="+mn-lt"/>
                <a:cs typeface="Arial" pitchFamily="34" charset="0"/>
              </a:rPr>
              <a:t>Πρόγραμμα </a:t>
            </a:r>
            <a:r>
              <a:rPr lang="el-GR" sz="4000" b="1" dirty="0" err="1">
                <a:latin typeface="+mn-lt"/>
                <a:cs typeface="Arial" pitchFamily="34" charset="0"/>
              </a:rPr>
              <a:t>Προϋπηρεσιακής</a:t>
            </a:r>
            <a:r>
              <a:rPr lang="el-GR" sz="4000" b="1" dirty="0">
                <a:latin typeface="+mn-lt"/>
                <a:cs typeface="Arial" pitchFamily="34" charset="0"/>
              </a:rPr>
              <a:t> Κατάρτισης</a:t>
            </a:r>
            <a:endParaRPr lang="en-US" sz="4000" b="1" dirty="0">
              <a:latin typeface="+mn-lt"/>
              <a:cs typeface="Arial" pitchFamily="34" charset="0"/>
            </a:endParaRPr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625" y="55306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788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6">
                <a:lumMod val="0"/>
                <a:lumOff val="100000"/>
              </a:schemeClr>
            </a:gs>
            <a:gs pos="51000">
              <a:schemeClr val="accent6">
                <a:lumMod val="0"/>
                <a:lumOff val="100000"/>
              </a:schemeClr>
            </a:gs>
            <a:gs pos="73000">
              <a:srgbClr val="FAC090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2956559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81454" y="5440680"/>
            <a:ext cx="8153400" cy="1417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/>
              <a:t>ΠΡΥ036 - Διδακτική Πληροφορικής Ι</a:t>
            </a:r>
            <a:r>
              <a:rPr lang="en-US" sz="4000" b="1" dirty="0"/>
              <a:t> </a:t>
            </a:r>
          </a:p>
        </p:txBody>
      </p:sp>
      <p:pic>
        <p:nvPicPr>
          <p:cNvPr id="27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611" y="152400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064196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el-GR" dirty="0"/>
              <a:t>Πορεία Διδασκαλίας - </a:t>
            </a:r>
            <a:br>
              <a:rPr lang="el-GR" dirty="0"/>
            </a:br>
            <a:r>
              <a:rPr lang="el-GR" dirty="0"/>
              <a:t>Σχέδιο Μαθήματος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62585"/>
            <a:ext cx="6400800" cy="1752600"/>
          </a:xfrm>
        </p:spPr>
        <p:txBody>
          <a:bodyPr>
            <a:normAutofit/>
          </a:bodyPr>
          <a:lstStyle/>
          <a:p>
            <a:r>
              <a:rPr lang="el-GR" sz="8000" dirty="0">
                <a:solidFill>
                  <a:schemeClr val="tx1"/>
                </a:solidFill>
              </a:rPr>
              <a:t>03</a:t>
            </a:r>
            <a:endParaRPr lang="en-GB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216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b="1" dirty="0"/>
              <a:t>Προγραμματισμός Διδασκαλίας 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33799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Ο προγραμματισμός είναι σκόπιμη και συστηματική διαδικασία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Δεν είναι τυπική ή “γραφειοκρατική” υποχρέωση· είναι ουσιαστικό εργαλείο οργάνωσης της μάθησης.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Ο συστηματικός σχεδιασμός βοηθά να εξασφαλιστεί ότι όλοι οι μαθητές θα έχουν την ευκαιρία να μάθουν.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Αν απουσιάζει ή είναι αδύναμος, δημιουργούνται προβλήματα κατά τη διδασκαλία και χάνονται ευκαιρίες μάθησης.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89790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Τα βασικά στοιχεία που πρέπει να περιλαμβάνει ο προγραμματισμός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graphicFrame>
        <p:nvGraphicFramePr>
          <p:cNvPr id="2" name="Diagram 1"/>
          <p:cNvGraphicFramePr/>
          <p:nvPr/>
        </p:nvGraphicFramePr>
        <p:xfrm>
          <a:off x="457200" y="1397000"/>
          <a:ext cx="822960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13997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Τα βασικά στοιχεία που πρέπει να περιλαμβάνει ο προγραμματισμός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graphicFrame>
        <p:nvGraphicFramePr>
          <p:cNvPr id="2" name="Diagram 1"/>
          <p:cNvGraphicFramePr/>
          <p:nvPr/>
        </p:nvGraphicFramePr>
        <p:xfrm>
          <a:off x="457200" y="1397000"/>
          <a:ext cx="822960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85452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Πορεία της διδασκαλίας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graphicFrame>
        <p:nvGraphicFramePr>
          <p:cNvPr id="3" name="Diagram 2"/>
          <p:cNvGraphicFramePr/>
          <p:nvPr/>
        </p:nvGraphicFramePr>
        <p:xfrm>
          <a:off x="457200" y="1397000"/>
          <a:ext cx="8229600" cy="447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5495389"/>
            <a:ext cx="6513706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l-GR" dirty="0"/>
              <a:t>να υπάρχει </a:t>
            </a:r>
            <a:r>
              <a:rPr lang="el-GR" b="1" dirty="0"/>
              <a:t>σαφής μετάβαση</a:t>
            </a:r>
            <a:r>
              <a:rPr lang="el-GR" dirty="0"/>
              <a:t> μεταξύ των φάσεων και </a:t>
            </a:r>
            <a:r>
              <a:rPr lang="el-GR" b="1" dirty="0"/>
              <a:t>διαβάθμιση</a:t>
            </a:r>
            <a:r>
              <a:rPr lang="el-GR" dirty="0"/>
              <a:t> </a:t>
            </a:r>
          </a:p>
          <a:p>
            <a:r>
              <a:rPr lang="el-GR" dirty="0"/>
              <a:t>δραστηριοτήτων (από το απλό στο σύνθετο).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111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Διαφοροποιημένη Διδασκαλία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Διδάσκουμε με διαφορετικούς τρόπους, ώστε όλοι οι μαθητές να μπορούν να μάθουν — ανεξάρτητα από το επίπεδο, τον ρυθμό ή τα ενδιαφέροντά τους.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Ο εκπαιδευτικός προσαρμόζει το μάθημα, όχι το περιεχόμενο, αλλά τον τρόπο, τα μέσα και τη δυσκολία.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Περιλαμβάνει: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Κάθετη διαφοροποίηση → διαφορετικά επίπεδα γνώσης (βασικές, προχωρημένες, μετασχηματιστικές).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Οριζόντια διαφοροποίηση → διαφορετικές δραστηριότητες για υποστήριξη ή πρόκληση (</a:t>
            </a:r>
            <a:r>
              <a:rPr lang="el-GR" sz="2000" dirty="0" err="1"/>
              <a:t>ενεργοποιητές</a:t>
            </a:r>
            <a:r>
              <a:rPr lang="el-GR" sz="2000" dirty="0"/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92569"/>
            <a:ext cx="7404528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l-GR" b="1" i="1" dirty="0"/>
              <a:t>Στόχος:</a:t>
            </a:r>
            <a:r>
              <a:rPr lang="el-GR" b="1" dirty="0"/>
              <a:t> να συμμετέχουν όλοι οι μαθητές με επιτυχία, στο δικό τους ρυθμό.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05498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/>
          <p:cNvPicPr preferRelativeResize="0">
            <a:picLocks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8" t="26408" r="7685"/>
          <a:stretch/>
        </p:blipFill>
        <p:spPr>
          <a:xfrm>
            <a:off x="2247900" y="1295400"/>
            <a:ext cx="4648200" cy="5181600"/>
          </a:xfrm>
          <a:prstGeom prst="rect">
            <a:avLst/>
          </a:prstGeom>
          <a:ln w="19050">
            <a:solidFill>
              <a:srgbClr val="00B050"/>
            </a:solidFill>
          </a:ln>
        </p:spPr>
      </p:pic>
      <p:sp>
        <p:nvSpPr>
          <p:cNvPr id="4" name="Title 5"/>
          <p:cNvSpPr txBox="1">
            <a:spLocks/>
          </p:cNvSpPr>
          <p:nvPr/>
        </p:nvSpPr>
        <p:spPr>
          <a:xfrm>
            <a:off x="0" y="1"/>
            <a:ext cx="9144000" cy="12191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b="1" dirty="0"/>
              <a:t>Σχέδιο Μαθήματος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73143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8600"/>
            <a:ext cx="8382000" cy="644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576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E0EFF-3AAF-5ACD-1135-AD05A7FD7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47589C-5508-497B-7D8B-2134B5D8784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Ατομική Άσκηση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57337EF7-18AE-DDDD-731E-EB4D9DF4B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1BFF9-AA92-4995-C29A-2B88BDB69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Να ετοιμάσετε ένα σχέδιο μαθήματος με βάση το μάθημα που σας έχει ανατεθεί. Το σχέδιο μαθήματος σας θα πρέπει να περιλαμβάνει: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Δείκτες Επιτυχίας (3 μ.)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Δείκτες Επάρκειας (3 μ.)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 err="1"/>
              <a:t>Προαπαιτούμενες</a:t>
            </a:r>
            <a:r>
              <a:rPr lang="el-GR" sz="2400" dirty="0"/>
              <a:t> Γνώσεις (2 μ.)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 err="1"/>
              <a:t>Αφόρμηση</a:t>
            </a:r>
            <a:r>
              <a:rPr lang="el-GR" sz="2400" dirty="0"/>
              <a:t> (2 μ.)</a:t>
            </a:r>
          </a:p>
        </p:txBody>
      </p:sp>
    </p:spTree>
    <p:extLst>
      <p:ext uri="{BB962C8B-B14F-4D97-AF65-F5344CB8AC3E}">
        <p14:creationId xmlns:p14="http://schemas.microsoft.com/office/powerpoint/2010/main" val="1313183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3414</TotalTime>
  <Words>407</Words>
  <Application>Microsoft Office PowerPoint</Application>
  <PresentationFormat>On-screen Show (4:3)</PresentationFormat>
  <Paragraphs>58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Πορεία Διδασκαλίας -  Σχέδιο Μαθήματος</vt:lpstr>
      <vt:lpstr>Προγραμματισμός Διδασκαλίας </vt:lpstr>
      <vt:lpstr>Τα βασικά στοιχεία που πρέπει να περιλαμβάνει ο προγραμματισμός</vt:lpstr>
      <vt:lpstr>Τα βασικά στοιχεία που πρέπει να περιλαμβάνει ο προγραμματισμός</vt:lpstr>
      <vt:lpstr>Πορεία της διδασκαλίας</vt:lpstr>
      <vt:lpstr>Διαφοροποιημένη Διδασκαλία</vt:lpstr>
      <vt:lpstr>PowerPoint Presentation</vt:lpstr>
      <vt:lpstr>PowerPoint Presentation</vt:lpstr>
      <vt:lpstr>Ατομική Άσκηση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Άριστος Αρέστη</cp:lastModifiedBy>
  <cp:revision>101</cp:revision>
  <dcterms:created xsi:type="dcterms:W3CDTF">2015-09-15T19:28:21Z</dcterms:created>
  <dcterms:modified xsi:type="dcterms:W3CDTF">2026-10-18T18:43:48Z</dcterms:modified>
</cp:coreProperties>
</file>