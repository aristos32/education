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2" r:id="rId2"/>
    <p:sldId id="335" r:id="rId3"/>
    <p:sldId id="336" r:id="rId4"/>
    <p:sldId id="337" r:id="rId5"/>
    <p:sldId id="334" r:id="rId6"/>
    <p:sldId id="27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8" autoAdjust="0"/>
    <p:restoredTop sz="86118" autoAdjust="0"/>
  </p:normalViewPr>
  <p:slideViewPr>
    <p:cSldViewPr>
      <p:cViewPr varScale="1">
        <p:scale>
          <a:sx n="95" d="100"/>
          <a:sy n="95" d="100"/>
        </p:scale>
        <p:origin x="166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18T18:29:01.342" v="1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18T18:24:35.029" v="0" actId="2696"/>
        <pc:sldMkLst>
          <pc:docMk/>
          <pc:sldMk cId="2060641964" sldId="276"/>
        </pc:sldMkLst>
      </pc:sldChg>
      <pc:sldChg chg="del">
        <pc:chgData name="Άριστος Αρέστη" userId="813aa191-2d4c-464f-9d05-0a7e494d859f" providerId="ADAL" clId="{49C7B61D-1ACF-4AFF-A04E-A3B433E32474}" dt="2026-10-18T18:24:35.029" v="0" actId="2696"/>
        <pc:sldMkLst>
          <pc:docMk/>
          <pc:sldMk cId="3537881536" sldId="277"/>
        </pc:sldMkLst>
      </pc:sldChg>
      <pc:sldChg chg="del">
        <pc:chgData name="Άριστος Αρέστη" userId="813aa191-2d4c-464f-9d05-0a7e494d859f" providerId="ADAL" clId="{49C7B61D-1ACF-4AFF-A04E-A3B433E32474}" dt="2026-10-18T18:24:35.029" v="0" actId="2696"/>
        <pc:sldMkLst>
          <pc:docMk/>
          <pc:sldMk cId="3542971618" sldId="280"/>
        </pc:sldMkLst>
      </pc:sldChg>
      <pc:sldChg chg="del">
        <pc:chgData name="Άριστος Αρέστη" userId="813aa191-2d4c-464f-9d05-0a7e494d859f" providerId="ADAL" clId="{49C7B61D-1ACF-4AFF-A04E-A3B433E32474}" dt="2026-10-18T18:24:35.029" v="0" actId="2696"/>
        <pc:sldMkLst>
          <pc:docMk/>
          <pc:sldMk cId="3737734990" sldId="287"/>
        </pc:sldMkLst>
      </pc:sldChg>
      <pc:sldChg chg="del">
        <pc:chgData name="Άριστος Αρέστη" userId="813aa191-2d4c-464f-9d05-0a7e494d859f" providerId="ADAL" clId="{49C7B61D-1ACF-4AFF-A04E-A3B433E32474}" dt="2026-10-18T18:29:01.342" v="1" actId="47"/>
        <pc:sldMkLst>
          <pc:docMk/>
          <pc:sldMk cId="2418946017" sldId="288"/>
        </pc:sldMkLst>
      </pc:sldChg>
      <pc:sldChg chg="del">
        <pc:chgData name="Άριστος Αρέστη" userId="813aa191-2d4c-464f-9d05-0a7e494d859f" providerId="ADAL" clId="{49C7B61D-1ACF-4AFF-A04E-A3B433E32474}" dt="2026-10-18T18:29:01.342" v="1" actId="47"/>
        <pc:sldMkLst>
          <pc:docMk/>
          <pc:sldMk cId="3677577980" sldId="304"/>
        </pc:sldMkLst>
      </pc:sldChg>
      <pc:sldChg chg="del">
        <pc:chgData name="Άριστος Αρέστη" userId="813aa191-2d4c-464f-9d05-0a7e494d859f" providerId="ADAL" clId="{49C7B61D-1ACF-4AFF-A04E-A3B433E32474}" dt="2026-10-18T18:29:01.342" v="1" actId="47"/>
        <pc:sldMkLst>
          <pc:docMk/>
          <pc:sldMk cId="640548699" sldId="305"/>
        </pc:sldMkLst>
      </pc:sldChg>
      <pc:sldChg chg="del">
        <pc:chgData name="Άριστος Αρέστη" userId="813aa191-2d4c-464f-9d05-0a7e494d859f" providerId="ADAL" clId="{49C7B61D-1ACF-4AFF-A04E-A3B433E32474}" dt="2026-10-18T18:29:01.342" v="1" actId="47"/>
        <pc:sldMkLst>
          <pc:docMk/>
          <pc:sldMk cId="1110861717" sldId="306"/>
        </pc:sldMkLst>
      </pc:sldChg>
      <pc:sldChg chg="del">
        <pc:chgData name="Άριστος Αρέστη" userId="813aa191-2d4c-464f-9d05-0a7e494d859f" providerId="ADAL" clId="{49C7B61D-1ACF-4AFF-A04E-A3B433E32474}" dt="2026-10-18T18:29:01.342" v="1" actId="47"/>
        <pc:sldMkLst>
          <pc:docMk/>
          <pc:sldMk cId="3047317244" sldId="307"/>
        </pc:sldMkLst>
      </pc:sldChg>
      <pc:sldChg chg="del">
        <pc:chgData name="Άριστος Αρέστη" userId="813aa191-2d4c-464f-9d05-0a7e494d859f" providerId="ADAL" clId="{49C7B61D-1ACF-4AFF-A04E-A3B433E32474}" dt="2026-10-18T18:29:01.342" v="1" actId="47"/>
        <pc:sldMkLst>
          <pc:docMk/>
          <pc:sldMk cId="489489999" sldId="309"/>
        </pc:sldMkLst>
      </pc:sldChg>
      <pc:sldChg chg="del">
        <pc:chgData name="Άριστος Αρέστη" userId="813aa191-2d4c-464f-9d05-0a7e494d859f" providerId="ADAL" clId="{49C7B61D-1ACF-4AFF-A04E-A3B433E32474}" dt="2026-10-18T18:29:01.342" v="1" actId="47"/>
        <pc:sldMkLst>
          <pc:docMk/>
          <pc:sldMk cId="1232182934" sldId="310"/>
        </pc:sldMkLst>
      </pc:sldChg>
      <pc:sldChg chg="del">
        <pc:chgData name="Άριστος Αρέστη" userId="813aa191-2d4c-464f-9d05-0a7e494d859f" providerId="ADAL" clId="{49C7B61D-1ACF-4AFF-A04E-A3B433E32474}" dt="2026-10-18T18:29:01.342" v="1" actId="47"/>
        <pc:sldMkLst>
          <pc:docMk/>
          <pc:sldMk cId="1171405002" sldId="328"/>
        </pc:sldMkLst>
      </pc:sldChg>
      <pc:sldChg chg="del">
        <pc:chgData name="Άριστος Αρέστη" userId="813aa191-2d4c-464f-9d05-0a7e494d859f" providerId="ADAL" clId="{49C7B61D-1ACF-4AFF-A04E-A3B433E32474}" dt="2026-10-18T18:24:35.029" v="0" actId="2696"/>
        <pc:sldMkLst>
          <pc:docMk/>
          <pc:sldMk cId="3111683312" sldId="329"/>
        </pc:sldMkLst>
      </pc:sldChg>
      <pc:sldChg chg="del">
        <pc:chgData name="Άριστος Αρέστη" userId="813aa191-2d4c-464f-9d05-0a7e494d859f" providerId="ADAL" clId="{49C7B61D-1ACF-4AFF-A04E-A3B433E32474}" dt="2026-10-18T18:24:35.029" v="0" actId="2696"/>
        <pc:sldMkLst>
          <pc:docMk/>
          <pc:sldMk cId="2311325346" sldId="330"/>
        </pc:sldMkLst>
      </pc:sldChg>
      <pc:sldChg chg="del">
        <pc:chgData name="Άριστος Αρέστη" userId="813aa191-2d4c-464f-9d05-0a7e494d859f" providerId="ADAL" clId="{49C7B61D-1ACF-4AFF-A04E-A3B433E32474}" dt="2026-10-18T18:24:35.029" v="0" actId="2696"/>
        <pc:sldMkLst>
          <pc:docMk/>
          <pc:sldMk cId="4051211844" sldId="331"/>
        </pc:sldMkLst>
      </pc:sldChg>
      <pc:sldChg chg="del">
        <pc:chgData name="Άριστος Αρέστη" userId="813aa191-2d4c-464f-9d05-0a7e494d859f" providerId="ADAL" clId="{49C7B61D-1ACF-4AFF-A04E-A3B433E32474}" dt="2026-10-18T18:24:35.029" v="0" actId="2696"/>
        <pc:sldMkLst>
          <pc:docMk/>
          <pc:sldMk cId="2004103841" sldId="332"/>
        </pc:sldMkLst>
      </pc:sldChg>
      <pc:sldChg chg="del">
        <pc:chgData name="Άριστος Αρέστη" userId="813aa191-2d4c-464f-9d05-0a7e494d859f" providerId="ADAL" clId="{49C7B61D-1ACF-4AFF-A04E-A3B433E32474}" dt="2026-10-18T18:24:35.029" v="0" actId="2696"/>
        <pc:sldMkLst>
          <pc:docMk/>
          <pc:sldMk cId="1845479662" sldId="333"/>
        </pc:sldMkLst>
      </pc:sldChg>
    </pc:docChg>
  </pc:docChgLst>
  <pc:docChgLst>
    <pc:chgData name="Παύλος Παυλικκάς" userId="87ce08cf-e656-4f7b-a509-c64b0287524c" providerId="ADAL" clId="{76C507FD-C420-4F5F-B7C5-76F21C83873B}"/>
    <pc:docChg chg="addSld modSld sldOrd">
      <pc:chgData name="Παύλος Παυλικκάς" userId="87ce08cf-e656-4f7b-a509-c64b0287524c" providerId="ADAL" clId="{76C507FD-C420-4F5F-B7C5-76F21C83873B}" dt="2026-09-30T08:33:08.789" v="31"/>
      <pc:docMkLst>
        <pc:docMk/>
      </pc:docMkLst>
      <pc:sldChg chg="modSp">
        <pc:chgData name="Παύλος Παυλικκάς" userId="87ce08cf-e656-4f7b-a509-c64b0287524c" providerId="ADAL" clId="{76C507FD-C420-4F5F-B7C5-76F21C83873B}" dt="2026-09-30T08:06:48.525" v="26"/>
        <pc:sldMkLst>
          <pc:docMk/>
          <pc:sldMk cId="3446216825" sldId="292"/>
        </pc:sldMkLst>
        <pc:spChg chg="mod">
          <ac:chgData name="Παύλος Παυλικκάς" userId="87ce08cf-e656-4f7b-a509-c64b0287524c" providerId="ADAL" clId="{76C507FD-C420-4F5F-B7C5-76F21C83873B}" dt="2026-09-30T08:06:48.525" v="26"/>
          <ac:spMkLst>
            <pc:docMk/>
            <pc:sldMk cId="3446216825" sldId="292"/>
            <ac:spMk id="2" creationId="{00000000-0000-0000-0000-000000000000}"/>
          </ac:spMkLst>
        </pc:spChg>
      </pc:sldChg>
      <pc:sldChg chg="modSp">
        <pc:chgData name="Παύλος Παυλικκάς" userId="87ce08cf-e656-4f7b-a509-c64b0287524c" providerId="ADAL" clId="{76C507FD-C420-4F5F-B7C5-76F21C83873B}" dt="2026-09-30T08:33:08.789" v="31"/>
        <pc:sldMkLst>
          <pc:docMk/>
          <pc:sldMk cId="4121809810" sldId="334"/>
        </pc:sldMkLst>
        <pc:spChg chg="mod">
          <ac:chgData name="Παύλος Παυλικκάς" userId="87ce08cf-e656-4f7b-a509-c64b0287524c" providerId="ADAL" clId="{76C507FD-C420-4F5F-B7C5-76F21C83873B}" dt="2026-09-30T08:33:08.789" v="31"/>
          <ac:spMkLst>
            <pc:docMk/>
            <pc:sldMk cId="4121809810" sldId="334"/>
            <ac:spMk id="3" creationId="{6F56A6F5-F3D4-BA0C-1AD3-8075F14B3DB0}"/>
          </ac:spMkLst>
        </pc:spChg>
      </pc:sldChg>
      <pc:sldChg chg="add setBg">
        <pc:chgData name="Παύλος Παυλικκάς" userId="87ce08cf-e656-4f7b-a509-c64b0287524c" providerId="ADAL" clId="{76C507FD-C420-4F5F-B7C5-76F21C83873B}" dt="2026-09-30T08:08:25.547" v="27"/>
        <pc:sldMkLst>
          <pc:docMk/>
          <pc:sldMk cId="1206363132" sldId="335"/>
        </pc:sldMkLst>
      </pc:sldChg>
      <pc:sldChg chg="modSp ord">
        <pc:chgData name="Παύλος Παυλικκάς" userId="87ce08cf-e656-4f7b-a509-c64b0287524c" providerId="ADAL" clId="{76C507FD-C420-4F5F-B7C5-76F21C83873B}" dt="2026-09-30T08:16:52.670" v="30"/>
        <pc:sldMkLst>
          <pc:docMk/>
          <pc:sldMk cId="668829049" sldId="337"/>
        </pc:sldMkLst>
        <pc:spChg chg="mod">
          <ac:chgData name="Παύλος Παυλικκάς" userId="87ce08cf-e656-4f7b-a509-c64b0287524c" providerId="ADAL" clId="{76C507FD-C420-4F5F-B7C5-76F21C83873B}" dt="2026-09-30T08:16:52.670" v="30"/>
          <ac:spMkLst>
            <pc:docMk/>
            <pc:sldMk cId="668829049" sldId="337"/>
            <ac:spMk id="4" creationId="{38BA242C-50AB-A7B9-36AC-5B41E6A7614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4C804-7C48-33E2-D922-A6BAD6958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653F4-9724-D696-24C7-6649CB697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F24BC-48CE-BC46-2E13-05D1F5CA4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63F41-444D-5693-3195-EC5A6AF241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40998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DE86A-E83A-0038-A40D-C8DDD680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F7C68-A977-4E63-A804-757363D7B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C5AE6-34DC-44F3-E7C9-5A62C60CA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F1A74-B8C0-4F9E-605C-44014FF6BE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0671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9E07F-8198-059B-CF64-437FC76D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F0454-22BA-9B97-B1A8-461036593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3589E-E861-E557-620E-B8740C918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D8E8-E0E8-C8BC-9242-5ABF8CA11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6281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l-GR" dirty="0"/>
              <a:t>Ολοκληρωμένο Σχέδιο Μαθήματος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03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16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8203B-E726-D144-E6BC-AEA704114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DA4F11B-B000-55F0-03B4-38BCFDC88DB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b="1" dirty="0"/>
              <a:t>1</a:t>
            </a:r>
            <a:r>
              <a:rPr lang="el-GR" sz="3600" b="1" baseline="30000" dirty="0"/>
              <a:t>η</a:t>
            </a:r>
            <a:r>
              <a:rPr lang="el-GR" sz="3600" b="1" dirty="0"/>
              <a:t> σελίδα 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AD27F697-6718-5454-8450-47B5F93F6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7244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Πληροφορίες Μαθήματος (τμήμα, ημερομηνία </a:t>
            </a:r>
            <a:r>
              <a:rPr lang="el-GR" sz="2400" dirty="0" err="1"/>
              <a:t>κλπ</a:t>
            </a:r>
            <a:r>
              <a:rPr lang="el-GR" sz="2400" dirty="0"/>
              <a:t>)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Δείκτες Επιτυχίας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Δείκτες Επάρκειας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 err="1"/>
              <a:t>Προαπαιτούμενες</a:t>
            </a:r>
            <a:r>
              <a:rPr lang="el-GR" sz="2400" dirty="0"/>
              <a:t> γνώσεις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Κομβικές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Μέσα διδασκαλίας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Οργάνωση τάξης</a:t>
            </a:r>
          </a:p>
          <a:p>
            <a:pPr marL="550863" indent="-285750">
              <a:spcBef>
                <a:spcPts val="400"/>
              </a:spcBef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120636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66B52-903D-5389-A95D-BDAEFDD7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64DD88-04D7-9C80-3C09-29BA5202613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b="1" dirty="0"/>
              <a:t>2</a:t>
            </a:r>
            <a:r>
              <a:rPr lang="el-GR" sz="3600" b="1" baseline="30000" dirty="0"/>
              <a:t>η</a:t>
            </a:r>
            <a:r>
              <a:rPr lang="el-GR" sz="3600" b="1" dirty="0"/>
              <a:t> σελίδα (πορεία διδασκαλίας)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6649315-6646-E2F7-3528-FC31D9E1C1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4828774"/>
              </p:ext>
            </p:extLst>
          </p:nvPr>
        </p:nvGraphicFramePr>
        <p:xfrm>
          <a:off x="457200" y="1600200"/>
          <a:ext cx="8229600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20575226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450860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Φάση</a:t>
                      </a:r>
                      <a:endParaRPr lang="en-C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Ενδεικτικός Χρόνος</a:t>
                      </a:r>
                      <a:endParaRPr lang="en-C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30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Εισαγωγή</a:t>
                      </a:r>
                      <a:endParaRPr lang="en-C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5’ </a:t>
                      </a:r>
                      <a:endParaRPr lang="en-C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745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Παρουσίαση</a:t>
                      </a:r>
                      <a:endParaRPr lang="en-C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10’ </a:t>
                      </a:r>
                      <a:endParaRPr lang="en-C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550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Εμπέδωση</a:t>
                      </a:r>
                      <a:endParaRPr lang="en-C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10’</a:t>
                      </a:r>
                      <a:endParaRPr lang="en-C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3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Αξιολόγηση</a:t>
                      </a:r>
                      <a:endParaRPr lang="en-C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10’</a:t>
                      </a:r>
                      <a:endParaRPr lang="en-C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574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Σύνοψη</a:t>
                      </a:r>
                      <a:endParaRPr lang="en-C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5’ </a:t>
                      </a:r>
                      <a:endParaRPr lang="en-C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447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230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D689F-7E18-9698-7088-4C1BC8AB3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8BA242C-50AB-A7B9-36AC-5B41E6A7614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b="1" dirty="0"/>
              <a:t>2</a:t>
            </a:r>
            <a:r>
              <a:rPr lang="el-GR" sz="3600" b="1" baseline="30000" dirty="0"/>
              <a:t>η</a:t>
            </a:r>
            <a:r>
              <a:rPr lang="el-GR" sz="3600" b="1" dirty="0"/>
              <a:t> σελίδα (στήλη δείκτες)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5B94861-FADB-CB39-32D8-6A007B213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59362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Σε αυτή τη στήλη γράφουμε τους δείκτες επιτυχίας/ επάρκειας και τις κομβικές ικανότητες με βάση την κωδικοποίηση που δώσαμε στην 1</a:t>
            </a:r>
            <a:r>
              <a:rPr lang="el-GR" sz="2400" baseline="30000" dirty="0"/>
              <a:t>η</a:t>
            </a:r>
            <a:r>
              <a:rPr lang="el-GR" sz="2400" dirty="0"/>
              <a:t> σελίδα.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Οι </a:t>
            </a:r>
            <a:r>
              <a:rPr lang="el-GR" sz="2400" dirty="0" err="1"/>
              <a:t>προαπαιτούμενες</a:t>
            </a:r>
            <a:r>
              <a:rPr lang="el-GR" sz="2400" dirty="0"/>
              <a:t> δεν χρειάζεται να εμφανίζονται σε αυτή την στήλη.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b="1" dirty="0"/>
              <a:t>ΠΡΟΣΟΧΗ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οι δείκτες επιτυχίας εμφανίζονται σε σημεία που ο μαθητής αξιολογείται – πετυχαίνει στόχους ή σε σημεία που γίνεται άμεση αναφορά (π.χ. εισαγωγή – σύνοψη)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στη φάση που διδάσκομε τις νέες γνώσεις (παρουσίαση) θα πρέπει να εμφανίζονται  οι δείκτες επάρκειας. 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αν έχουμε συντρέχουσα αξιολόγηση (παρουσίαση/ εμπέδωση) μπορούν να εμφανίζονται και οι δείκτες επιτυχίας και οι δείκτες επάρκειας.</a:t>
            </a:r>
          </a:p>
          <a:p>
            <a:pPr marL="550863" indent="-285750">
              <a:spcBef>
                <a:spcPts val="400"/>
              </a:spcBef>
            </a:pPr>
            <a:endParaRPr lang="el-GR" sz="2400" dirty="0"/>
          </a:p>
          <a:p>
            <a:pPr marL="550863" indent="-285750">
              <a:spcBef>
                <a:spcPts val="400"/>
              </a:spcBef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668829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1CF57-2BB3-F44F-3B59-8AAE6BCA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Εργασία για σπίτι</a:t>
            </a:r>
            <a:br>
              <a:rPr lang="el-GR" dirty="0"/>
            </a:br>
            <a:r>
              <a:rPr lang="el-GR"/>
              <a:t>(παράδοση 11/10)</a:t>
            </a:r>
            <a:endParaRPr lang="en-C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6A6F5-F3D4-BA0C-1AD3-8075F14B3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77500" lnSpcReduction="20000"/>
          </a:bodyPr>
          <a:lstStyle/>
          <a:p>
            <a:r>
              <a:rPr lang="el-GR" dirty="0"/>
              <a:t>Ένα ολοκληρωμένο σχέδιο μαθήματος σε μάθημα της επιλογής σας. </a:t>
            </a:r>
          </a:p>
          <a:p>
            <a:r>
              <a:rPr lang="el-GR" dirty="0"/>
              <a:t>Κριτήρια βαθμολόγησης</a:t>
            </a:r>
          </a:p>
          <a:p>
            <a:pPr lvl="1"/>
            <a:r>
              <a:rPr lang="el-GR" dirty="0"/>
              <a:t>Επικεφαλίδα 1</a:t>
            </a:r>
            <a:r>
              <a:rPr lang="el-GR" baseline="30000" dirty="0"/>
              <a:t>ης</a:t>
            </a:r>
            <a:r>
              <a:rPr lang="el-GR" dirty="0"/>
              <a:t> σελίδας (0.5 μ.)</a:t>
            </a:r>
          </a:p>
          <a:p>
            <a:pPr lvl="1"/>
            <a:r>
              <a:rPr lang="el-GR" dirty="0"/>
              <a:t>Δείκτες Επιτυχίας (1 μ.)</a:t>
            </a:r>
          </a:p>
          <a:p>
            <a:pPr lvl="1"/>
            <a:r>
              <a:rPr lang="el-GR" dirty="0"/>
              <a:t>Δείκτες Επάρκειας (1 μ.)</a:t>
            </a:r>
          </a:p>
          <a:p>
            <a:pPr lvl="1"/>
            <a:r>
              <a:rPr lang="el-GR" dirty="0" err="1"/>
              <a:t>Προαπαιτούμενες</a:t>
            </a:r>
            <a:r>
              <a:rPr lang="el-GR" dirty="0"/>
              <a:t> (1 μ.)</a:t>
            </a:r>
          </a:p>
          <a:p>
            <a:pPr lvl="1"/>
            <a:r>
              <a:rPr lang="el-GR" dirty="0"/>
              <a:t>Κομβικές (1 μ.)</a:t>
            </a:r>
          </a:p>
          <a:p>
            <a:pPr lvl="1"/>
            <a:r>
              <a:rPr lang="el-GR" dirty="0"/>
              <a:t>Οργάνωση τάξης/ μέσα (0.5 μ.)</a:t>
            </a:r>
          </a:p>
          <a:p>
            <a:pPr lvl="1"/>
            <a:r>
              <a:rPr lang="el-GR" dirty="0"/>
              <a:t>Πορεία Διδασκαλίας (5 μ.)</a:t>
            </a:r>
          </a:p>
          <a:p>
            <a:pPr lvl="2"/>
            <a:r>
              <a:rPr lang="el-GR" dirty="0"/>
              <a:t>Φάση Διδασκαλίας (1 μ.)</a:t>
            </a:r>
          </a:p>
          <a:p>
            <a:pPr lvl="2"/>
            <a:r>
              <a:rPr lang="el-GR" dirty="0"/>
              <a:t>Δραστηριότητες (3 μ.)</a:t>
            </a:r>
          </a:p>
          <a:p>
            <a:pPr lvl="2"/>
            <a:r>
              <a:rPr lang="el-GR" dirty="0"/>
              <a:t>Δείκτες (1 μ.)</a:t>
            </a:r>
            <a:endParaRPr lang="en-CY" dirty="0"/>
          </a:p>
          <a:p>
            <a:pPr lvl="1"/>
            <a:endParaRPr lang="en-CY" dirty="0"/>
          </a:p>
        </p:txBody>
      </p:sp>
    </p:spTree>
    <p:extLst>
      <p:ext uri="{BB962C8B-B14F-4D97-AF65-F5344CB8AC3E}">
        <p14:creationId xmlns:p14="http://schemas.microsoft.com/office/powerpoint/2010/main" val="4121809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86000"/>
            <a:ext cx="9144000" cy="18288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sz="5400" b="1" dirty="0">
                <a:latin typeface="+mn-lt"/>
                <a:cs typeface="Arial" pitchFamily="34" charset="0"/>
              </a:rPr>
              <a:t>Ερωτήσεις</a:t>
            </a:r>
            <a:r>
              <a:rPr lang="en-US" sz="5400" b="1" dirty="0">
                <a:latin typeface="+mn-lt"/>
                <a:cs typeface="Arial" pitchFamily="34" charset="0"/>
              </a:rPr>
              <a:t>;</a:t>
            </a:r>
          </a:p>
        </p:txBody>
      </p:sp>
      <p:pic>
        <p:nvPicPr>
          <p:cNvPr id="1126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26480" y="0"/>
            <a:ext cx="3017520" cy="838200"/>
          </a:xfrm>
          <a:prstGeom prst="rect">
            <a:avLst/>
          </a:prstGeom>
          <a:noFill/>
        </p:spPr>
      </p:pic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4439</TotalTime>
  <Words>243</Words>
  <Application>Microsoft Office PowerPoint</Application>
  <PresentationFormat>On-screen Show (4:3)</PresentationFormat>
  <Paragraphs>47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Ολοκληρωμένο Σχέδιο Μαθήματος</vt:lpstr>
      <vt:lpstr>1η σελίδα </vt:lpstr>
      <vt:lpstr>2η σελίδα (πορεία διδασκαλίας)</vt:lpstr>
      <vt:lpstr>2η σελίδα (στήλη δείκτες)</vt:lpstr>
      <vt:lpstr>Εργασία για σπίτι (παράδοση 11/10)</vt:lpstr>
      <vt:lpstr>Ερωτήσεις;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126</cp:revision>
  <dcterms:created xsi:type="dcterms:W3CDTF">2015-09-15T19:28:21Z</dcterms:created>
  <dcterms:modified xsi:type="dcterms:W3CDTF">2026-10-18T18:29:02Z</dcterms:modified>
</cp:coreProperties>
</file>