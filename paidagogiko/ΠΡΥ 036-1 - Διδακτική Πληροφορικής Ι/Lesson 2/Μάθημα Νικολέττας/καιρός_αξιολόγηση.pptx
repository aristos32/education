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175DE-2A8F-56F8-4E93-46C552BCB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914A0-6069-4E22-E73E-8BEB54380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46E02-AE66-96F7-F1C6-A011B0B8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12DF9-9A7B-F5AB-0F15-6852D5A3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F76F-928B-EE4B-0B10-417C3722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79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A0E4-B7D3-CC34-0232-B5C895FD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140B-F3AD-0F83-4678-C5271C19A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739C-670F-13AF-AB34-29FB6F36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5A350-E6B8-19D0-74D9-0424C6F3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8D3AD-114B-ABF8-61E6-EFB95DAC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5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ABB-3A8B-896E-7566-30F15DC3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DFF82-2620-D697-7D48-964D848A4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5BA98-F04E-5954-CCE9-B75DCEE5A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EB90B-603C-C6ED-3928-FA8B40F2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1D6E3-5423-088A-694D-A23039E2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527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D882-FD9D-4BF1-EB2D-C4FDDC75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9DB3-6102-3AE1-21FD-B3E06CD19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DD59A-659C-96D7-0E29-0EDF6139E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7A862-68FF-8376-BAD1-66893C56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8F910-509E-7293-6C0C-9032ACFB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13945-AC32-8A25-8CC1-3441F1A4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4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CA14-80C9-10D9-627A-03C12CA4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E9D09-9CE9-474B-3D39-9B57920FB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65616-1A5E-9BAA-AD11-77E26FD30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469C1-EE82-7170-9A69-F7D671E95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D3400-920B-41DA-7737-20337D37B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98EEF-9D5A-8E64-D633-621A32EA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CEA70-B6A9-CF58-056A-F21C521E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5C411-DECB-F0AF-D536-4B9A1D7E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6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3476-5691-5F63-E03E-AF5594C86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E0105-F5B4-5E04-F0DB-1730F27D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F6142-C042-FF40-8FCC-9BCC87B5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A62AA-5B61-379E-7600-B08E573E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60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F96D4-0944-E990-1D22-DD2DED11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71827-7BE7-862C-9791-F5ED4D24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D2580-B302-CB93-71F6-3D0EE828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1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15FB-C041-D160-2F8B-3AF8E08C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571E-AA3D-4F98-D3B6-343FADBA9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CBF27-D10D-EF95-263C-00D7C4E1B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792CA-0A27-15E8-EF4C-E177B150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145BD-E69B-52F0-B73C-22028A52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318F3-B264-BE49-FCFC-6A83CBE5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98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6377-87D0-59E4-7093-2ACC78F0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BA34C-62BC-D6FF-2645-9F45CA80A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9B30B-F314-C745-F871-26E6B3B7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7873E-C75C-FD01-BB51-C4ACFF37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B435D-4FAD-2051-94DD-B8F5304F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D28D4-62C9-BB19-8459-D3CD68B8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30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FAA8-2DE6-5CAD-934E-9F11EE02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EC5BD-A0A8-9503-17FF-EDBA30712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C5EB4-CCC2-D0DD-0A12-069FEFCE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02DAD-543A-38EE-0B73-0B75D5B62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A7C3-08F4-8BC3-B0D9-BDA28203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73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F1C08-1A86-BD6C-C95C-A30D1890A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3C7ED-5228-2C6A-B911-70FC7CED0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06EF0-2D28-104D-733F-9475176D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8C4CA-E7F6-04C2-E9CB-F2DC1962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754B3-56DF-FB59-10B5-A3555F35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21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20AF8-F822-1A74-3542-A9CF8BF5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BA8BB-200F-1B08-BDD6-4D56334D1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FD736-B7F3-88BB-D8DF-E77F08C6C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B182A-AEEE-42E2-8201-50730606088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01BBC-6405-2334-2219-EADF79CFA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DC0E7-D6AE-46DE-121C-9D6BE0F22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CCB53-0C54-46CD-8568-99EE12EF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32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4BCB47-AAA4-C872-0555-ECCA7501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dirty="0">
                <a:solidFill>
                  <a:schemeClr val="bg1"/>
                </a:solidFill>
              </a:rPr>
              <a:t>ΔΕΛΤΙΟ ΚΑΙΡΟΥ – ΕΒΔΟΜΑΔΑ</a:t>
            </a:r>
            <a:br>
              <a:rPr lang="el-GR" dirty="0">
                <a:solidFill>
                  <a:schemeClr val="bg1"/>
                </a:solidFill>
              </a:rPr>
            </a:br>
            <a:r>
              <a:rPr lang="el-GR" dirty="0">
                <a:solidFill>
                  <a:schemeClr val="bg1"/>
                </a:solidFill>
              </a:rPr>
              <a:t>Πρόβλεψη για τις επόμενες μέρες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02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8897-C085-CECF-C873-C7B086E5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l-GR" sz="4800" b="1" dirty="0"/>
              <a:t>Θερμοκρασίες εβδομάδας (°</a:t>
            </a:r>
            <a:r>
              <a:rPr lang="en-GB" sz="4800" b="1" dirty="0"/>
              <a:t>C)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E968DF9-E73F-35DF-034B-942D4EF8D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0014"/>
              </p:ext>
            </p:extLst>
          </p:nvPr>
        </p:nvGraphicFramePr>
        <p:xfrm>
          <a:off x="838200" y="1828800"/>
          <a:ext cx="10673079" cy="314196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57693">
                  <a:extLst>
                    <a:ext uri="{9D8B030D-6E8A-4147-A177-3AD203B41FA5}">
                      <a16:colId xmlns:a16="http://schemas.microsoft.com/office/drawing/2014/main" val="86022667"/>
                    </a:ext>
                  </a:extLst>
                </a:gridCol>
                <a:gridCol w="3557693">
                  <a:extLst>
                    <a:ext uri="{9D8B030D-6E8A-4147-A177-3AD203B41FA5}">
                      <a16:colId xmlns:a16="http://schemas.microsoft.com/office/drawing/2014/main" val="1889048009"/>
                    </a:ext>
                  </a:extLst>
                </a:gridCol>
                <a:gridCol w="3557693">
                  <a:extLst>
                    <a:ext uri="{9D8B030D-6E8A-4147-A177-3AD203B41FA5}">
                      <a16:colId xmlns:a16="http://schemas.microsoft.com/office/drawing/2014/main" val="1651270800"/>
                    </a:ext>
                  </a:extLst>
                </a:gridCol>
              </a:tblGrid>
              <a:tr h="379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Ελάχιστη (°</a:t>
                      </a:r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Μέγιστη (°</a:t>
                      </a:r>
                      <a:r>
                        <a:rPr lang="en-GB" dirty="0"/>
                        <a:t>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26579"/>
                  </a:ext>
                </a:extLst>
              </a:tr>
              <a:tr h="382260">
                <a:tc>
                  <a:txBody>
                    <a:bodyPr/>
                    <a:lstStyle/>
                    <a:p>
                      <a:r>
                        <a:rPr lang="el-GR" sz="1600" dirty="0"/>
                        <a:t>Δευτέρα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19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607096"/>
                  </a:ext>
                </a:extLst>
              </a:tr>
              <a:tr h="469316">
                <a:tc>
                  <a:txBody>
                    <a:bodyPr/>
                    <a:lstStyle/>
                    <a:p>
                      <a:r>
                        <a:rPr lang="el-GR" sz="1600" dirty="0"/>
                        <a:t>Τρίτη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18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227910"/>
                  </a:ext>
                </a:extLst>
              </a:tr>
              <a:tr h="382260">
                <a:tc>
                  <a:txBody>
                    <a:bodyPr/>
                    <a:lstStyle/>
                    <a:p>
                      <a:r>
                        <a:rPr lang="el-GR" sz="1600" dirty="0"/>
                        <a:t>Τετάρτη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21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012203"/>
                  </a:ext>
                </a:extLst>
              </a:tr>
              <a:tr h="382260">
                <a:tc>
                  <a:txBody>
                    <a:bodyPr/>
                    <a:lstStyle/>
                    <a:p>
                      <a:r>
                        <a:rPr lang="el-GR" sz="1600" dirty="0"/>
                        <a:t>Πέμπτη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17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032900"/>
                  </a:ext>
                </a:extLst>
              </a:tr>
              <a:tr h="382260">
                <a:tc>
                  <a:txBody>
                    <a:bodyPr/>
                    <a:lstStyle/>
                    <a:p>
                      <a:r>
                        <a:rPr lang="el-GR" sz="1600" dirty="0"/>
                        <a:t>Παρασκευή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14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22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382877"/>
                  </a:ext>
                </a:extLst>
              </a:tr>
              <a:tr h="382260">
                <a:tc>
                  <a:txBody>
                    <a:bodyPr/>
                    <a:lstStyle/>
                    <a:p>
                      <a:r>
                        <a:rPr lang="el-GR" sz="1600" dirty="0"/>
                        <a:t>Σάββατο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23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569158"/>
                  </a:ext>
                </a:extLst>
              </a:tr>
              <a:tr h="382260">
                <a:tc>
                  <a:txBody>
                    <a:bodyPr/>
                    <a:lstStyle/>
                    <a:p>
                      <a:r>
                        <a:rPr lang="el-GR" sz="1600" dirty="0"/>
                        <a:t>Κυριακή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13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600" dirty="0"/>
                        <a:t>20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30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D0C1-44E4-5E9A-C86B-69F0F2AA3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l-GR" b="1" dirty="0"/>
              <a:t>Ελάχιστη και Μέγιστη Θερμοκρασία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39850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6e803144e2893e9b5c9d1483a15ce5528ef678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48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ΔΕΛΤΙΟ ΚΑΙΡΟΥ – ΕΒΔΟΜΑΔΑ Πρόβλεψη για τις επόμενες μέρες</vt:lpstr>
      <vt:lpstr>Θερμοκρασίες εβδομάδας (°C)</vt:lpstr>
      <vt:lpstr>Ελάχιστη και Μέγιστη Θερμοκρασία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Nikoletta Papacharalampous</dc:creator>
  <cp:lastModifiedBy>Nikoletta Papacharalampous</cp:lastModifiedBy>
  <cp:revision>12</cp:revision>
  <dcterms:created xsi:type="dcterms:W3CDTF">2026-02-14T08:43:23Z</dcterms:created>
  <dcterms:modified xsi:type="dcterms:W3CDTF">2026-02-23T08:24:55Z</dcterms:modified>
</cp:coreProperties>
</file>