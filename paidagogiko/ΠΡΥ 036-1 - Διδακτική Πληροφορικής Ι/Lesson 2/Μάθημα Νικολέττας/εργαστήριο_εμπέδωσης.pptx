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Εβδομάδα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Στυλό/Μολύβια</c:v>
                </c:pt>
                <c:pt idx="1">
                  <c:v>Μπουκάλια νερού</c:v>
                </c:pt>
                <c:pt idx="2">
                  <c:v>Ζακέτες/Φούτερ</c:v>
                </c:pt>
                <c:pt idx="3">
                  <c:v>Τετράδια</c:v>
                </c:pt>
                <c:pt idx="4">
                  <c:v>Κλειδιά</c:v>
                </c:pt>
                <c:pt idx="5">
                  <c:v>Ακουστικά</c:v>
                </c:pt>
                <c:pt idx="6">
                  <c:v>Κασετίνες</c:v>
                </c:pt>
                <c:pt idx="7">
                  <c:v>Μπάλες/Αθλητικά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</c:v>
                </c:pt>
                <c:pt idx="1">
                  <c:v>8</c:v>
                </c:pt>
                <c:pt idx="2">
                  <c:v>5</c:v>
                </c:pt>
                <c:pt idx="3">
                  <c:v>4</c:v>
                </c:pt>
                <c:pt idx="4">
                  <c:v>2</c:v>
                </c:pt>
                <c:pt idx="5">
                  <c:v>3</c:v>
                </c:pt>
                <c:pt idx="6">
                  <c:v>6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1A-41D9-B65D-A7A234E4E8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Εβδομάδα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Στυλό/Μολύβια</c:v>
                </c:pt>
                <c:pt idx="1">
                  <c:v>Μπουκάλια νερού</c:v>
                </c:pt>
                <c:pt idx="2">
                  <c:v>Ζακέτες/Φούτερ</c:v>
                </c:pt>
                <c:pt idx="3">
                  <c:v>Τετράδια</c:v>
                </c:pt>
                <c:pt idx="4">
                  <c:v>Κλειδιά</c:v>
                </c:pt>
                <c:pt idx="5">
                  <c:v>Ακουστικά</c:v>
                </c:pt>
                <c:pt idx="6">
                  <c:v>Κασετίνες</c:v>
                </c:pt>
                <c:pt idx="7">
                  <c:v>Μπάλες/Αθλητικά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</c:v>
                </c:pt>
                <c:pt idx="1">
                  <c:v>11</c:v>
                </c:pt>
                <c:pt idx="2">
                  <c:v>7</c:v>
                </c:pt>
                <c:pt idx="3">
                  <c:v>3</c:v>
                </c:pt>
                <c:pt idx="4">
                  <c:v>4</c:v>
                </c:pt>
                <c:pt idx="5">
                  <c:v>6</c:v>
                </c:pt>
                <c:pt idx="6">
                  <c:v>5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1A-41D9-B65D-A7A234E4E8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1705471"/>
        <c:axId val="1691701151"/>
      </c:barChart>
      <c:catAx>
        <c:axId val="1691705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1701151"/>
        <c:crosses val="autoZero"/>
        <c:auto val="1"/>
        <c:lblAlgn val="ctr"/>
        <c:lblOffset val="100"/>
        <c:noMultiLvlLbl val="0"/>
      </c:catAx>
      <c:valAx>
        <c:axId val="16917011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1705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8072B-32B4-003B-BAE3-AA00A6842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4706B2-95BA-3EE0-A924-00DB561FA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03920-15E1-73AA-8C67-6E540445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28560-22CD-4E70-970D-0CC88BF52CC9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9FA5B-AD1C-5C38-6840-05D7103B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44E6A-4B04-9068-2BA2-F156F55D8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392A9-B4B0-436D-AE8C-A3EE68568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78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68DD7-4CBB-3269-994F-DF906856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F06AD-88EE-E7CB-BA4D-E174E782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AC17-F9A4-3BEF-33A2-9B853E35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28560-22CD-4E70-970D-0CC88BF52CC9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35844-3878-C392-E32E-87E8D1640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81593-48C9-FF77-F377-13D5951AB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392A9-B4B0-436D-AE8C-A3EE68568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320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C590E-C6EE-3BC4-A286-2F9434426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3463E-F2E0-982A-E381-0BE2E08CB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4A1C9-49CE-4C9A-5A91-CE2464F83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28560-22CD-4E70-970D-0CC88BF52CC9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C9728-BA16-82C8-123C-A8DC5B190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18AA7-8C97-98B9-8C4E-EB4CEE30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392A9-B4B0-436D-AE8C-A3EE68568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747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0258-C103-E6D0-7FCD-1960652B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0697F-4761-2BBD-40AF-70365C933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F4692-691B-C56D-5365-A7E168C20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8EF37-81CC-CC85-5A38-15C118F2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28560-22CD-4E70-970D-0CC88BF52CC9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B1799-2896-2B86-0A40-0DD2D643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58AB0-24B0-EF90-B7F8-B4A76590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392A9-B4B0-436D-AE8C-A3EE68568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11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2CE18-BD5E-5614-A009-0369FBEE0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07FEF-C38C-98EC-0779-ECB821556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1243B-327F-909D-AE88-42448C179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B2DB3E-41C6-6D2B-4BE7-30F47D901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5BEEF-0AF3-1578-47AC-BD2370C2A1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F73CC9-8DB6-F437-5AFA-37BE2A58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28560-22CD-4E70-970D-0CC88BF52CC9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36BE17-8AA8-CC25-10B8-F725CBB02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1F177A-E619-F9C7-3FDB-19B1466B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392A9-B4B0-436D-AE8C-A3EE68568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027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DE278-D36B-7D5D-D40E-50B453AD5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5449EA-72DF-A095-C81F-CBC174BC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28560-22CD-4E70-970D-0CC88BF52CC9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30E01B-EA97-8BA4-26C7-B06A2EBCD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6D230-D481-5DF9-594D-70896091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392A9-B4B0-436D-AE8C-A3EE68568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073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4620EE-0B9F-B6B2-D56C-E36C0EB4A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28560-22CD-4E70-970D-0CC88BF52CC9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4B683-C023-8D9F-C330-793F03A2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8D88F-CC2F-A63E-DDEA-BC15A106B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392A9-B4B0-436D-AE8C-A3EE68568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069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264C-7331-4B57-5395-CE5F89A06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2BC32-8476-BD48-E81F-67256DBB7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AF843-02D8-C797-AF14-5341E20CD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BD305-5E47-6181-FC2B-D2B0BF45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28560-22CD-4E70-970D-0CC88BF52CC9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FBF14-CA2A-45E1-F684-8A9B65B6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588C3-C4F5-CB7D-923C-10CB6CBA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392A9-B4B0-436D-AE8C-A3EE68568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020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C5B7A-88FD-45B6-B73F-06FE2D042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879838-1201-158C-10D9-94BEBA239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4D1E7-5213-6229-4B6A-DD367036D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C6EF9-05AE-43FE-704A-805D393EB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28560-22CD-4E70-970D-0CC88BF52CC9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FBD94-A2A6-F6F0-12F2-AB6FD9B43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35BC8-8719-37B0-AB9C-B5118AE9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392A9-B4B0-436D-AE8C-A3EE68568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879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4770E-8898-F468-8387-9CF6F7889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75C6E-F5F1-B03F-E6F4-4B47885FE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BC700-51D6-12F6-9678-5FB9AA3D2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28560-22CD-4E70-970D-0CC88BF52CC9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93B54-6A3D-28B3-4CD5-02FF500F4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FFB13-6AD5-5505-5DF0-DE6CE2AD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392A9-B4B0-436D-AE8C-A3EE68568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39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D6457-5A6D-1F53-A4AE-C47F92807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C049B-6C8E-6CD4-C96E-038868D88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CBEFF-E5CB-A183-9162-557649F64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28560-22CD-4E70-970D-0CC88BF52CC9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80B44-8324-D6A3-95B2-287C8A48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D3E36-A1B5-9C29-BAB2-89C5A641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392A9-B4B0-436D-AE8C-A3EE68568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730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57BF0-946D-9D43-4B99-44DD51E21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5D5EF-DA80-E3E8-A434-4F38E3D20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5CD9F-1E5F-3418-D998-4786E2E94D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28560-22CD-4E70-970D-0CC88BF52CC9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3F5FC-D46E-86DB-B634-7F4183F53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FA0E-7BF3-44DD-3BA1-5083D7612D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392A9-B4B0-436D-AE8C-A3EE68568B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90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1B6CE-D06D-2CE1-DAFB-1CEB166E3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4641"/>
            <a:ext cx="9144000" cy="1976120"/>
          </a:xfrm>
          <a:ln w="28575">
            <a:solidFill>
              <a:schemeClr val="tx1"/>
            </a:solidFill>
          </a:ln>
        </p:spPr>
        <p:txBody>
          <a:bodyPr>
            <a:noAutofit/>
          </a:bodyPr>
          <a:lstStyle/>
          <a:p>
            <a:br>
              <a:rPr lang="en-GB" sz="6600" b="1" dirty="0">
                <a:solidFill>
                  <a:schemeClr val="bg1"/>
                </a:solidFill>
              </a:rPr>
            </a:br>
            <a:r>
              <a:rPr lang="el-GR" b="1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ΤΟ ΜΥΣΤΙΚΟ ΕΡΓΑΣΤΗΡΙΟ ΔΕΔΟΜΕΝΩΝ</a:t>
            </a:r>
            <a:endParaRPr lang="en-GB" b="1" dirty="0">
              <a:ln w="285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73D647-3E7F-785A-D3EC-36C3BA586258}"/>
              </a:ext>
            </a:extLst>
          </p:cNvPr>
          <p:cNvSpPr txBox="1"/>
          <p:nvPr/>
        </p:nvSpPr>
        <p:spPr>
          <a:xfrm>
            <a:off x="7762240" y="6488668"/>
            <a:ext cx="480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i="1" dirty="0">
                <a:solidFill>
                  <a:schemeClr val="bg1"/>
                </a:solidFill>
              </a:rPr>
              <a:t>Βελτιώνουμε γραφήματα στο </a:t>
            </a:r>
            <a:r>
              <a:rPr lang="en-GB" b="1" i="1" dirty="0">
                <a:solidFill>
                  <a:schemeClr val="bg1"/>
                </a:solidFill>
              </a:rPr>
              <a:t>PowerPoint</a:t>
            </a:r>
          </a:p>
        </p:txBody>
      </p:sp>
    </p:spTree>
    <p:extLst>
      <p:ext uri="{BB962C8B-B14F-4D97-AF65-F5344CB8AC3E}">
        <p14:creationId xmlns:p14="http://schemas.microsoft.com/office/powerpoint/2010/main" val="2023823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79D2-4023-68B9-7386-36C457376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6155"/>
          </a:xfrm>
          <a:ln w="1905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l-GR" b="1" dirty="0"/>
              <a:t>Αποστολή 1: Ανάλυσε την Ανακάλυψη!</a:t>
            </a:r>
            <a:br>
              <a:rPr lang="el-GR" dirty="0"/>
            </a:br>
            <a:r>
              <a:rPr lang="el-GR" sz="2800" i="1" dirty="0" err="1">
                <a:solidFill>
                  <a:srgbClr val="002060"/>
                </a:solidFill>
              </a:rPr>
              <a:t>Lost</a:t>
            </a:r>
            <a:r>
              <a:rPr lang="el-GR" sz="2800" i="1" dirty="0">
                <a:solidFill>
                  <a:srgbClr val="002060"/>
                </a:solidFill>
              </a:rPr>
              <a:t> &amp; </a:t>
            </a:r>
            <a:r>
              <a:rPr lang="el-GR" sz="2800" i="1" dirty="0" err="1">
                <a:solidFill>
                  <a:srgbClr val="002060"/>
                </a:solidFill>
              </a:rPr>
              <a:t>Found</a:t>
            </a:r>
            <a:r>
              <a:rPr lang="el-GR" sz="2800" i="1" dirty="0">
                <a:solidFill>
                  <a:srgbClr val="002060"/>
                </a:solidFill>
              </a:rPr>
              <a:t> σε 2 εβδομάδες</a:t>
            </a:r>
            <a:endParaRPr lang="en-GB" sz="2800" b="1" i="1" dirty="0">
              <a:solidFill>
                <a:srgbClr val="002060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9A3C13A-54FD-9A7B-178F-0BDDCBD28B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919181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599950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91be6450f1a9fee3208ff4a91f15332af31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25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 ΤΟ ΜΥΣΤΙΚΟ ΕΡΓΑΣΤΗΡΙΟ ΔΕΔΟΜΕΝΩΝ</vt:lpstr>
      <vt:lpstr>Αποστολή 1: Ανάλυσε την Ανακάλυψη! Lost &amp; Found σε 2 εβδομάδες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Nikoletta Papacharalampous</dc:creator>
  <cp:lastModifiedBy>Nikoletta Papacharalampous</cp:lastModifiedBy>
  <cp:revision>12</cp:revision>
  <dcterms:created xsi:type="dcterms:W3CDTF">2026-02-14T06:17:05Z</dcterms:created>
  <dcterms:modified xsi:type="dcterms:W3CDTF">2026-02-21T07:41:41Z</dcterms:modified>
</cp:coreProperties>
</file>