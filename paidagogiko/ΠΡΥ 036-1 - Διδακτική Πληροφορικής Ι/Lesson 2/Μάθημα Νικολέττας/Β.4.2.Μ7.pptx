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6"/>
  </p:notesMasterIdLst>
  <p:sldIdLst>
    <p:sldId id="256" r:id="rId2"/>
    <p:sldId id="349" r:id="rId3"/>
    <p:sldId id="265" r:id="rId4"/>
    <p:sldId id="346" r:id="rId5"/>
    <p:sldId id="347" r:id="rId6"/>
    <p:sldId id="343" r:id="rId7"/>
    <p:sldId id="344" r:id="rId8"/>
    <p:sldId id="335" r:id="rId9"/>
    <p:sldId id="261" r:id="rId10"/>
    <p:sldId id="338" r:id="rId11"/>
    <p:sldId id="352" r:id="rId12"/>
    <p:sldId id="263" r:id="rId13"/>
    <p:sldId id="351" r:id="rId14"/>
    <p:sldId id="342" r:id="rId15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0065" autoAdjust="0"/>
  </p:normalViewPr>
  <p:slideViewPr>
    <p:cSldViewPr snapToGrid="0">
      <p:cViewPr varScale="1">
        <p:scale>
          <a:sx n="71" d="100"/>
          <a:sy n="71" d="100"/>
        </p:scale>
        <p:origin x="1032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84849A-DFCB-452E-8F2C-EE9E94D9127F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9A1C87-739C-456E-83B9-21CE25A688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037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A1C87-739C-456E-83B9-21CE25A6884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5949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9A1C87-739C-456E-83B9-21CE25A6884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841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E103-C51D-4EF4-97F2-C3FC9C37456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A862-05C1-4019-B0B7-6AD9F9A9AE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745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E103-C51D-4EF4-97F2-C3FC9C37456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BBA862-05C1-4019-B0B7-6AD9F9A9AE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3846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E103-C51D-4EF4-97F2-C3FC9C37456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A862-05C1-4019-B0B7-6AD9F9A9AE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832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E103-C51D-4EF4-97F2-C3FC9C37456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A862-05C1-4019-B0B7-6AD9F9A9AE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9481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E103-C51D-4EF4-97F2-C3FC9C37456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A862-05C1-4019-B0B7-6AD9F9A9AE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826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E103-C51D-4EF4-97F2-C3FC9C37456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A862-05C1-4019-B0B7-6AD9F9A9AE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214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E103-C51D-4EF4-97F2-C3FC9C37456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A862-05C1-4019-B0B7-6AD9F9A9AE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1331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E103-C51D-4EF4-97F2-C3FC9C37456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A862-05C1-4019-B0B7-6AD9F9A9AE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5363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E103-C51D-4EF4-97F2-C3FC9C37456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A862-05C1-4019-B0B7-6AD9F9A9AE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270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E103-C51D-4EF4-97F2-C3FC9C37456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A862-05C1-4019-B0B7-6AD9F9A9AE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8861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E103-C51D-4EF4-97F2-C3FC9C37456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A862-05C1-4019-B0B7-6AD9F9A9AE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7602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E103-C51D-4EF4-97F2-C3FC9C37456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A862-05C1-4019-B0B7-6AD9F9A9AE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97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E103-C51D-4EF4-97F2-C3FC9C37456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A862-05C1-4019-B0B7-6AD9F9A9AE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365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E103-C51D-4EF4-97F2-C3FC9C37456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A862-05C1-4019-B0B7-6AD9F9A9AE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770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E103-C51D-4EF4-97F2-C3FC9C37456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A862-05C1-4019-B0B7-6AD9F9A9AE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6121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E103-C51D-4EF4-97F2-C3FC9C37456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A862-05C1-4019-B0B7-6AD9F9A9AE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7205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3E103-C51D-4EF4-97F2-C3FC9C37456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BA862-05C1-4019-B0B7-6AD9F9A9AE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190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763E103-C51D-4EF4-97F2-C3FC9C37456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BBA862-05C1-4019-B0B7-6AD9F9A9AE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3388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ent.schoolai.com/dot/spaces/join?code=AWSM-84FF" TargetMode="External"/><Relationship Id="rId2" Type="http://schemas.openxmlformats.org/officeDocument/2006/relationships/hyperlink" Target="https://student.schoolai.com/dot/spaces/join?code=AWSM-RGG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menti.com/aluvi89z1med" TargetMode="Externa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832EA-D6DF-594D-C83F-1774BB374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3617" y="1201420"/>
            <a:ext cx="8751456" cy="2099733"/>
          </a:xfrm>
          <a:custGeom>
            <a:avLst/>
            <a:gdLst>
              <a:gd name="csX0" fmla="*/ 0 w 8751456"/>
              <a:gd name="csY0" fmla="*/ 0 h 2099733"/>
              <a:gd name="csX1" fmla="*/ 758460 w 8751456"/>
              <a:gd name="csY1" fmla="*/ 0 h 2099733"/>
              <a:gd name="csX2" fmla="*/ 1341890 w 8751456"/>
              <a:gd name="csY2" fmla="*/ 0 h 2099733"/>
              <a:gd name="csX3" fmla="*/ 2012835 w 8751456"/>
              <a:gd name="csY3" fmla="*/ 0 h 2099733"/>
              <a:gd name="csX4" fmla="*/ 2508751 w 8751456"/>
              <a:gd name="csY4" fmla="*/ 0 h 2099733"/>
              <a:gd name="csX5" fmla="*/ 2917152 w 8751456"/>
              <a:gd name="csY5" fmla="*/ 0 h 2099733"/>
              <a:gd name="csX6" fmla="*/ 3500582 w 8751456"/>
              <a:gd name="csY6" fmla="*/ 0 h 2099733"/>
              <a:gd name="csX7" fmla="*/ 4171527 w 8751456"/>
              <a:gd name="csY7" fmla="*/ 0 h 2099733"/>
              <a:gd name="csX8" fmla="*/ 4492414 w 8751456"/>
              <a:gd name="csY8" fmla="*/ 0 h 2099733"/>
              <a:gd name="csX9" fmla="*/ 4900815 w 8751456"/>
              <a:gd name="csY9" fmla="*/ 0 h 2099733"/>
              <a:gd name="csX10" fmla="*/ 5309217 w 8751456"/>
              <a:gd name="csY10" fmla="*/ 0 h 2099733"/>
              <a:gd name="csX11" fmla="*/ 5980162 w 8751456"/>
              <a:gd name="csY11" fmla="*/ 0 h 2099733"/>
              <a:gd name="csX12" fmla="*/ 6563592 w 8751456"/>
              <a:gd name="csY12" fmla="*/ 0 h 2099733"/>
              <a:gd name="csX13" fmla="*/ 7059508 w 8751456"/>
              <a:gd name="csY13" fmla="*/ 0 h 2099733"/>
              <a:gd name="csX14" fmla="*/ 7730453 w 8751456"/>
              <a:gd name="csY14" fmla="*/ 0 h 2099733"/>
              <a:gd name="csX15" fmla="*/ 8051340 w 8751456"/>
              <a:gd name="csY15" fmla="*/ 0 h 2099733"/>
              <a:gd name="csX16" fmla="*/ 8751456 w 8751456"/>
              <a:gd name="csY16" fmla="*/ 0 h 2099733"/>
              <a:gd name="csX17" fmla="*/ 8751456 w 8751456"/>
              <a:gd name="csY17" fmla="*/ 482939 h 2099733"/>
              <a:gd name="csX18" fmla="*/ 8751456 w 8751456"/>
              <a:gd name="csY18" fmla="*/ 1028869 h 2099733"/>
              <a:gd name="csX19" fmla="*/ 8751456 w 8751456"/>
              <a:gd name="csY19" fmla="*/ 1511808 h 2099733"/>
              <a:gd name="csX20" fmla="*/ 8751456 w 8751456"/>
              <a:gd name="csY20" fmla="*/ 2099733 h 2099733"/>
              <a:gd name="csX21" fmla="*/ 7992996 w 8751456"/>
              <a:gd name="csY21" fmla="*/ 2099733 h 2099733"/>
              <a:gd name="csX22" fmla="*/ 7409566 w 8751456"/>
              <a:gd name="csY22" fmla="*/ 2099733 h 2099733"/>
              <a:gd name="csX23" fmla="*/ 7088679 w 8751456"/>
              <a:gd name="csY23" fmla="*/ 2099733 h 2099733"/>
              <a:gd name="csX24" fmla="*/ 6505249 w 8751456"/>
              <a:gd name="csY24" fmla="*/ 2099733 h 2099733"/>
              <a:gd name="csX25" fmla="*/ 6184362 w 8751456"/>
              <a:gd name="csY25" fmla="*/ 2099733 h 2099733"/>
              <a:gd name="csX26" fmla="*/ 5513417 w 8751456"/>
              <a:gd name="csY26" fmla="*/ 2099733 h 2099733"/>
              <a:gd name="csX27" fmla="*/ 5192531 w 8751456"/>
              <a:gd name="csY27" fmla="*/ 2099733 h 2099733"/>
              <a:gd name="csX28" fmla="*/ 4784129 w 8751456"/>
              <a:gd name="csY28" fmla="*/ 2099733 h 2099733"/>
              <a:gd name="csX29" fmla="*/ 4200699 w 8751456"/>
              <a:gd name="csY29" fmla="*/ 2099733 h 2099733"/>
              <a:gd name="csX30" fmla="*/ 3704783 w 8751456"/>
              <a:gd name="csY30" fmla="*/ 2099733 h 2099733"/>
              <a:gd name="csX31" fmla="*/ 3033838 w 8751456"/>
              <a:gd name="csY31" fmla="*/ 2099733 h 2099733"/>
              <a:gd name="csX32" fmla="*/ 2450408 w 8751456"/>
              <a:gd name="csY32" fmla="*/ 2099733 h 2099733"/>
              <a:gd name="csX33" fmla="*/ 1691948 w 8751456"/>
              <a:gd name="csY33" fmla="*/ 2099733 h 2099733"/>
              <a:gd name="csX34" fmla="*/ 1283547 w 8751456"/>
              <a:gd name="csY34" fmla="*/ 2099733 h 2099733"/>
              <a:gd name="csX35" fmla="*/ 700116 w 8751456"/>
              <a:gd name="csY35" fmla="*/ 2099733 h 2099733"/>
              <a:gd name="csX36" fmla="*/ 0 w 8751456"/>
              <a:gd name="csY36" fmla="*/ 2099733 h 2099733"/>
              <a:gd name="csX37" fmla="*/ 0 w 8751456"/>
              <a:gd name="csY37" fmla="*/ 1553802 h 2099733"/>
              <a:gd name="csX38" fmla="*/ 0 w 8751456"/>
              <a:gd name="csY38" fmla="*/ 1049867 h 2099733"/>
              <a:gd name="csX39" fmla="*/ 0 w 8751456"/>
              <a:gd name="csY39" fmla="*/ 587925 h 2099733"/>
              <a:gd name="csX40" fmla="*/ 0 w 8751456"/>
              <a:gd name="csY40" fmla="*/ 0 h 20997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8751456" h="2099733" fill="none" extrusionOk="0">
                <a:moveTo>
                  <a:pt x="0" y="0"/>
                </a:moveTo>
                <a:cubicBezTo>
                  <a:pt x="307055" y="-37325"/>
                  <a:pt x="467315" y="9664"/>
                  <a:pt x="758460" y="0"/>
                </a:cubicBezTo>
                <a:cubicBezTo>
                  <a:pt x="1049605" y="-9664"/>
                  <a:pt x="1212982" y="14193"/>
                  <a:pt x="1341890" y="0"/>
                </a:cubicBezTo>
                <a:cubicBezTo>
                  <a:pt x="1470798" y="-14193"/>
                  <a:pt x="1828721" y="43384"/>
                  <a:pt x="2012835" y="0"/>
                </a:cubicBezTo>
                <a:cubicBezTo>
                  <a:pt x="2196949" y="-43384"/>
                  <a:pt x="2276159" y="8550"/>
                  <a:pt x="2508751" y="0"/>
                </a:cubicBezTo>
                <a:cubicBezTo>
                  <a:pt x="2741343" y="-8550"/>
                  <a:pt x="2818958" y="5294"/>
                  <a:pt x="2917152" y="0"/>
                </a:cubicBezTo>
                <a:cubicBezTo>
                  <a:pt x="3015346" y="-5294"/>
                  <a:pt x="3297612" y="3170"/>
                  <a:pt x="3500582" y="0"/>
                </a:cubicBezTo>
                <a:cubicBezTo>
                  <a:pt x="3703552" y="-3170"/>
                  <a:pt x="4021000" y="76159"/>
                  <a:pt x="4171527" y="0"/>
                </a:cubicBezTo>
                <a:cubicBezTo>
                  <a:pt x="4322055" y="-76159"/>
                  <a:pt x="4416886" y="30456"/>
                  <a:pt x="4492414" y="0"/>
                </a:cubicBezTo>
                <a:cubicBezTo>
                  <a:pt x="4567942" y="-30456"/>
                  <a:pt x="4792606" y="28802"/>
                  <a:pt x="4900815" y="0"/>
                </a:cubicBezTo>
                <a:cubicBezTo>
                  <a:pt x="5009024" y="-28802"/>
                  <a:pt x="5182322" y="15347"/>
                  <a:pt x="5309217" y="0"/>
                </a:cubicBezTo>
                <a:cubicBezTo>
                  <a:pt x="5436112" y="-15347"/>
                  <a:pt x="5763579" y="72207"/>
                  <a:pt x="5980162" y="0"/>
                </a:cubicBezTo>
                <a:cubicBezTo>
                  <a:pt x="6196746" y="-72207"/>
                  <a:pt x="6382434" y="53023"/>
                  <a:pt x="6563592" y="0"/>
                </a:cubicBezTo>
                <a:cubicBezTo>
                  <a:pt x="6744750" y="-53023"/>
                  <a:pt x="6889473" y="2661"/>
                  <a:pt x="7059508" y="0"/>
                </a:cubicBezTo>
                <a:cubicBezTo>
                  <a:pt x="7229543" y="-2661"/>
                  <a:pt x="7578319" y="13721"/>
                  <a:pt x="7730453" y="0"/>
                </a:cubicBezTo>
                <a:cubicBezTo>
                  <a:pt x="7882587" y="-13721"/>
                  <a:pt x="7918681" y="30743"/>
                  <a:pt x="8051340" y="0"/>
                </a:cubicBezTo>
                <a:cubicBezTo>
                  <a:pt x="8183999" y="-30743"/>
                  <a:pt x="8610340" y="68884"/>
                  <a:pt x="8751456" y="0"/>
                </a:cubicBezTo>
                <a:cubicBezTo>
                  <a:pt x="8798651" y="198094"/>
                  <a:pt x="8725311" y="290932"/>
                  <a:pt x="8751456" y="482939"/>
                </a:cubicBezTo>
                <a:cubicBezTo>
                  <a:pt x="8777601" y="674946"/>
                  <a:pt x="8686617" y="891412"/>
                  <a:pt x="8751456" y="1028869"/>
                </a:cubicBezTo>
                <a:cubicBezTo>
                  <a:pt x="8816295" y="1166326"/>
                  <a:pt x="8708185" y="1312249"/>
                  <a:pt x="8751456" y="1511808"/>
                </a:cubicBezTo>
                <a:cubicBezTo>
                  <a:pt x="8794727" y="1711367"/>
                  <a:pt x="8703465" y="1958139"/>
                  <a:pt x="8751456" y="2099733"/>
                </a:cubicBezTo>
                <a:cubicBezTo>
                  <a:pt x="8386090" y="2190606"/>
                  <a:pt x="8362040" y="2096664"/>
                  <a:pt x="7992996" y="2099733"/>
                </a:cubicBezTo>
                <a:cubicBezTo>
                  <a:pt x="7623952" y="2102802"/>
                  <a:pt x="7576227" y="2049562"/>
                  <a:pt x="7409566" y="2099733"/>
                </a:cubicBezTo>
                <a:cubicBezTo>
                  <a:pt x="7242905" y="2149904"/>
                  <a:pt x="7187046" y="2068524"/>
                  <a:pt x="7088679" y="2099733"/>
                </a:cubicBezTo>
                <a:cubicBezTo>
                  <a:pt x="6990312" y="2130942"/>
                  <a:pt x="6768234" y="2050269"/>
                  <a:pt x="6505249" y="2099733"/>
                </a:cubicBezTo>
                <a:cubicBezTo>
                  <a:pt x="6242264" y="2149197"/>
                  <a:pt x="6248930" y="2098147"/>
                  <a:pt x="6184362" y="2099733"/>
                </a:cubicBezTo>
                <a:cubicBezTo>
                  <a:pt x="6119794" y="2101319"/>
                  <a:pt x="5701354" y="2026105"/>
                  <a:pt x="5513417" y="2099733"/>
                </a:cubicBezTo>
                <a:cubicBezTo>
                  <a:pt x="5325481" y="2173361"/>
                  <a:pt x="5280177" y="2088631"/>
                  <a:pt x="5192531" y="2099733"/>
                </a:cubicBezTo>
                <a:cubicBezTo>
                  <a:pt x="5104885" y="2110835"/>
                  <a:pt x="4963977" y="2072526"/>
                  <a:pt x="4784129" y="2099733"/>
                </a:cubicBezTo>
                <a:cubicBezTo>
                  <a:pt x="4604281" y="2126940"/>
                  <a:pt x="4400845" y="2033554"/>
                  <a:pt x="4200699" y="2099733"/>
                </a:cubicBezTo>
                <a:cubicBezTo>
                  <a:pt x="4000553" y="2165912"/>
                  <a:pt x="3805741" y="2067285"/>
                  <a:pt x="3704783" y="2099733"/>
                </a:cubicBezTo>
                <a:cubicBezTo>
                  <a:pt x="3603825" y="2132181"/>
                  <a:pt x="3344207" y="2096690"/>
                  <a:pt x="3033838" y="2099733"/>
                </a:cubicBezTo>
                <a:cubicBezTo>
                  <a:pt x="2723469" y="2102776"/>
                  <a:pt x="2590712" y="2033871"/>
                  <a:pt x="2450408" y="2099733"/>
                </a:cubicBezTo>
                <a:cubicBezTo>
                  <a:pt x="2310104" y="2165595"/>
                  <a:pt x="1920021" y="2016864"/>
                  <a:pt x="1691948" y="2099733"/>
                </a:cubicBezTo>
                <a:cubicBezTo>
                  <a:pt x="1463875" y="2182602"/>
                  <a:pt x="1380766" y="2091911"/>
                  <a:pt x="1283547" y="2099733"/>
                </a:cubicBezTo>
                <a:cubicBezTo>
                  <a:pt x="1186328" y="2107555"/>
                  <a:pt x="983518" y="2097178"/>
                  <a:pt x="700116" y="2099733"/>
                </a:cubicBezTo>
                <a:cubicBezTo>
                  <a:pt x="416714" y="2102288"/>
                  <a:pt x="166526" y="2095934"/>
                  <a:pt x="0" y="2099733"/>
                </a:cubicBezTo>
                <a:cubicBezTo>
                  <a:pt x="-26044" y="1930343"/>
                  <a:pt x="30965" y="1816093"/>
                  <a:pt x="0" y="1553802"/>
                </a:cubicBezTo>
                <a:cubicBezTo>
                  <a:pt x="-30965" y="1291511"/>
                  <a:pt x="24691" y="1294760"/>
                  <a:pt x="0" y="1049867"/>
                </a:cubicBezTo>
                <a:cubicBezTo>
                  <a:pt x="-24691" y="804975"/>
                  <a:pt x="27110" y="697157"/>
                  <a:pt x="0" y="587925"/>
                </a:cubicBezTo>
                <a:cubicBezTo>
                  <a:pt x="-27110" y="478693"/>
                  <a:pt x="23854" y="233875"/>
                  <a:pt x="0" y="0"/>
                </a:cubicBezTo>
                <a:close/>
              </a:path>
              <a:path w="8751456" h="2099733" stroke="0" extrusionOk="0">
                <a:moveTo>
                  <a:pt x="0" y="0"/>
                </a:moveTo>
                <a:cubicBezTo>
                  <a:pt x="278361" y="-41464"/>
                  <a:pt x="396204" y="87431"/>
                  <a:pt x="758460" y="0"/>
                </a:cubicBezTo>
                <a:cubicBezTo>
                  <a:pt x="1120716" y="-87431"/>
                  <a:pt x="1150817" y="26379"/>
                  <a:pt x="1341890" y="0"/>
                </a:cubicBezTo>
                <a:cubicBezTo>
                  <a:pt x="1532963" y="-26379"/>
                  <a:pt x="1689496" y="7259"/>
                  <a:pt x="1925320" y="0"/>
                </a:cubicBezTo>
                <a:cubicBezTo>
                  <a:pt x="2161144" y="-7259"/>
                  <a:pt x="2256326" y="48969"/>
                  <a:pt x="2421236" y="0"/>
                </a:cubicBezTo>
                <a:cubicBezTo>
                  <a:pt x="2586146" y="-48969"/>
                  <a:pt x="2778227" y="10287"/>
                  <a:pt x="3092181" y="0"/>
                </a:cubicBezTo>
                <a:cubicBezTo>
                  <a:pt x="3406135" y="-10287"/>
                  <a:pt x="3418018" y="34769"/>
                  <a:pt x="3500582" y="0"/>
                </a:cubicBezTo>
                <a:cubicBezTo>
                  <a:pt x="3583146" y="-34769"/>
                  <a:pt x="3879206" y="32463"/>
                  <a:pt x="3996498" y="0"/>
                </a:cubicBezTo>
                <a:cubicBezTo>
                  <a:pt x="4113790" y="-32463"/>
                  <a:pt x="4382841" y="74532"/>
                  <a:pt x="4667443" y="0"/>
                </a:cubicBezTo>
                <a:cubicBezTo>
                  <a:pt x="4952045" y="-74532"/>
                  <a:pt x="4886113" y="26366"/>
                  <a:pt x="5075844" y="0"/>
                </a:cubicBezTo>
                <a:cubicBezTo>
                  <a:pt x="5265575" y="-26366"/>
                  <a:pt x="5433068" y="50361"/>
                  <a:pt x="5746789" y="0"/>
                </a:cubicBezTo>
                <a:cubicBezTo>
                  <a:pt x="6060511" y="-50361"/>
                  <a:pt x="6064197" y="238"/>
                  <a:pt x="6242705" y="0"/>
                </a:cubicBezTo>
                <a:cubicBezTo>
                  <a:pt x="6421213" y="-238"/>
                  <a:pt x="6598066" y="6311"/>
                  <a:pt x="6826136" y="0"/>
                </a:cubicBezTo>
                <a:cubicBezTo>
                  <a:pt x="7054206" y="-6311"/>
                  <a:pt x="7336471" y="22466"/>
                  <a:pt x="7497081" y="0"/>
                </a:cubicBezTo>
                <a:cubicBezTo>
                  <a:pt x="7657691" y="-22466"/>
                  <a:pt x="7949924" y="13881"/>
                  <a:pt x="8080511" y="0"/>
                </a:cubicBezTo>
                <a:cubicBezTo>
                  <a:pt x="8211098" y="-13881"/>
                  <a:pt x="8422031" y="28640"/>
                  <a:pt x="8751456" y="0"/>
                </a:cubicBezTo>
                <a:cubicBezTo>
                  <a:pt x="8804954" y="157860"/>
                  <a:pt x="8715694" y="284324"/>
                  <a:pt x="8751456" y="524933"/>
                </a:cubicBezTo>
                <a:cubicBezTo>
                  <a:pt x="8787218" y="765542"/>
                  <a:pt x="8695224" y="827013"/>
                  <a:pt x="8751456" y="1091861"/>
                </a:cubicBezTo>
                <a:cubicBezTo>
                  <a:pt x="8807688" y="1356709"/>
                  <a:pt x="8732123" y="1432016"/>
                  <a:pt x="8751456" y="1637792"/>
                </a:cubicBezTo>
                <a:cubicBezTo>
                  <a:pt x="8770789" y="1843568"/>
                  <a:pt x="8696763" y="1952223"/>
                  <a:pt x="8751456" y="2099733"/>
                </a:cubicBezTo>
                <a:cubicBezTo>
                  <a:pt x="8434690" y="2174191"/>
                  <a:pt x="8256518" y="2012407"/>
                  <a:pt x="7992996" y="2099733"/>
                </a:cubicBezTo>
                <a:cubicBezTo>
                  <a:pt x="7729474" y="2187059"/>
                  <a:pt x="7592466" y="2092912"/>
                  <a:pt x="7409566" y="2099733"/>
                </a:cubicBezTo>
                <a:cubicBezTo>
                  <a:pt x="7226666" y="2106554"/>
                  <a:pt x="7213439" y="2085063"/>
                  <a:pt x="7088679" y="2099733"/>
                </a:cubicBezTo>
                <a:cubicBezTo>
                  <a:pt x="6963919" y="2114403"/>
                  <a:pt x="6738621" y="2084382"/>
                  <a:pt x="6505249" y="2099733"/>
                </a:cubicBezTo>
                <a:cubicBezTo>
                  <a:pt x="6271877" y="2115084"/>
                  <a:pt x="6129619" y="2072541"/>
                  <a:pt x="5921819" y="2099733"/>
                </a:cubicBezTo>
                <a:cubicBezTo>
                  <a:pt x="5714019" y="2126925"/>
                  <a:pt x="5736449" y="2075830"/>
                  <a:pt x="5600932" y="2099733"/>
                </a:cubicBezTo>
                <a:cubicBezTo>
                  <a:pt x="5465415" y="2123636"/>
                  <a:pt x="5284368" y="2078889"/>
                  <a:pt x="5017501" y="2099733"/>
                </a:cubicBezTo>
                <a:cubicBezTo>
                  <a:pt x="4750634" y="2120577"/>
                  <a:pt x="4633863" y="2034428"/>
                  <a:pt x="4346556" y="2099733"/>
                </a:cubicBezTo>
                <a:cubicBezTo>
                  <a:pt x="4059250" y="2165038"/>
                  <a:pt x="4131905" y="2089571"/>
                  <a:pt x="3938155" y="2099733"/>
                </a:cubicBezTo>
                <a:cubicBezTo>
                  <a:pt x="3744405" y="2109895"/>
                  <a:pt x="3645650" y="2099707"/>
                  <a:pt x="3354725" y="2099733"/>
                </a:cubicBezTo>
                <a:cubicBezTo>
                  <a:pt x="3063800" y="2099759"/>
                  <a:pt x="3140545" y="2072523"/>
                  <a:pt x="3033838" y="2099733"/>
                </a:cubicBezTo>
                <a:cubicBezTo>
                  <a:pt x="2927131" y="2126943"/>
                  <a:pt x="2778842" y="2085259"/>
                  <a:pt x="2712951" y="2099733"/>
                </a:cubicBezTo>
                <a:cubicBezTo>
                  <a:pt x="2647060" y="2114207"/>
                  <a:pt x="2308198" y="2035393"/>
                  <a:pt x="2042006" y="2099733"/>
                </a:cubicBezTo>
                <a:cubicBezTo>
                  <a:pt x="1775814" y="2164073"/>
                  <a:pt x="1567447" y="2061975"/>
                  <a:pt x="1371061" y="2099733"/>
                </a:cubicBezTo>
                <a:cubicBezTo>
                  <a:pt x="1174675" y="2137491"/>
                  <a:pt x="982288" y="2041748"/>
                  <a:pt x="875146" y="2099733"/>
                </a:cubicBezTo>
                <a:cubicBezTo>
                  <a:pt x="768004" y="2157718"/>
                  <a:pt x="228522" y="2009102"/>
                  <a:pt x="0" y="2099733"/>
                </a:cubicBezTo>
                <a:cubicBezTo>
                  <a:pt x="-53853" y="1919393"/>
                  <a:pt x="4130" y="1809359"/>
                  <a:pt x="0" y="1616794"/>
                </a:cubicBezTo>
                <a:cubicBezTo>
                  <a:pt x="-4130" y="1424229"/>
                  <a:pt x="8194" y="1374379"/>
                  <a:pt x="0" y="1133856"/>
                </a:cubicBezTo>
                <a:cubicBezTo>
                  <a:pt x="-8194" y="893333"/>
                  <a:pt x="47682" y="777718"/>
                  <a:pt x="0" y="566928"/>
                </a:cubicBezTo>
                <a:cubicBezTo>
                  <a:pt x="-47682" y="356138"/>
                  <a:pt x="35345" y="135078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894973088">
                  <ask:type>
                    <ask:lineSketchScribble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pPr algn="l"/>
            <a:r>
              <a:rPr lang="el-GR" b="1" dirty="0"/>
              <a:t>Γραφήματα – </a:t>
            </a:r>
            <a:r>
              <a:rPr lang="en-GB" b="1" dirty="0"/>
              <a:t>Charts</a:t>
            </a:r>
            <a:r>
              <a:rPr lang="el-GR" b="1" dirty="0"/>
              <a:t> (2/2)</a:t>
            </a:r>
            <a:r>
              <a:rPr lang="en-GB" b="1" dirty="0"/>
              <a:t> </a:t>
            </a:r>
            <a:r>
              <a:rPr lang="el-GR" sz="4000" b="1" dirty="0"/>
              <a:t>στο </a:t>
            </a:r>
            <a:r>
              <a:rPr lang="en-GB" sz="4000" b="1" dirty="0"/>
              <a:t>PowerPoint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325254-96F9-28F2-CBF5-140A8AAC2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3200" y="6058746"/>
            <a:ext cx="4368800" cy="799254"/>
          </a:xfrm>
        </p:spPr>
        <p:txBody>
          <a:bodyPr>
            <a:normAutofit/>
          </a:bodyPr>
          <a:lstStyle/>
          <a:p>
            <a:r>
              <a:rPr lang="el-GR" sz="1800" i="1" dirty="0"/>
              <a:t>Γυμνάσιο</a:t>
            </a:r>
            <a:r>
              <a:rPr lang="en-GB" sz="1800" i="1" dirty="0"/>
              <a:t>:</a:t>
            </a:r>
            <a:r>
              <a:rPr lang="el-GR" sz="1800" i="1" dirty="0"/>
              <a:t> Αγίου Ιωάννη</a:t>
            </a:r>
          </a:p>
          <a:p>
            <a:r>
              <a:rPr lang="el-GR" sz="1800" i="1" dirty="0"/>
              <a:t>Καθηγήτρια: Νικολέττα Παπαχαραλάμπους</a:t>
            </a:r>
            <a:endParaRPr lang="en-GB" sz="1800" i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C81C48-4903-1272-5115-5E578DCF0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934" y="3959013"/>
            <a:ext cx="2209301" cy="20997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68663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E7FEF-6AA0-0349-230F-674ED36DB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21255"/>
            <a:ext cx="10018713" cy="1304364"/>
          </a:xfrm>
          <a:custGeom>
            <a:avLst/>
            <a:gdLst>
              <a:gd name="csX0" fmla="*/ 0 w 10018713"/>
              <a:gd name="csY0" fmla="*/ 0 h 1304364"/>
              <a:gd name="csX1" fmla="*/ 789710 w 10018713"/>
              <a:gd name="csY1" fmla="*/ 0 h 1304364"/>
              <a:gd name="csX2" fmla="*/ 1379046 w 10018713"/>
              <a:gd name="csY2" fmla="*/ 0 h 1304364"/>
              <a:gd name="csX3" fmla="*/ 1667821 w 10018713"/>
              <a:gd name="csY3" fmla="*/ 0 h 1304364"/>
              <a:gd name="csX4" fmla="*/ 2056783 w 10018713"/>
              <a:gd name="csY4" fmla="*/ 0 h 1304364"/>
              <a:gd name="csX5" fmla="*/ 2646119 w 10018713"/>
              <a:gd name="csY5" fmla="*/ 0 h 1304364"/>
              <a:gd name="csX6" fmla="*/ 3435829 w 10018713"/>
              <a:gd name="csY6" fmla="*/ 0 h 1304364"/>
              <a:gd name="csX7" fmla="*/ 4125352 w 10018713"/>
              <a:gd name="csY7" fmla="*/ 0 h 1304364"/>
              <a:gd name="csX8" fmla="*/ 4915063 w 10018713"/>
              <a:gd name="csY8" fmla="*/ 0 h 1304364"/>
              <a:gd name="csX9" fmla="*/ 5304025 w 10018713"/>
              <a:gd name="csY9" fmla="*/ 0 h 1304364"/>
              <a:gd name="csX10" fmla="*/ 6093735 w 10018713"/>
              <a:gd name="csY10" fmla="*/ 0 h 1304364"/>
              <a:gd name="csX11" fmla="*/ 6382510 w 10018713"/>
              <a:gd name="csY11" fmla="*/ 0 h 1304364"/>
              <a:gd name="csX12" fmla="*/ 7072033 w 10018713"/>
              <a:gd name="csY12" fmla="*/ 0 h 1304364"/>
              <a:gd name="csX13" fmla="*/ 7861743 w 10018713"/>
              <a:gd name="csY13" fmla="*/ 0 h 1304364"/>
              <a:gd name="csX14" fmla="*/ 8551266 w 10018713"/>
              <a:gd name="csY14" fmla="*/ 0 h 1304364"/>
              <a:gd name="csX15" fmla="*/ 9240789 w 10018713"/>
              <a:gd name="csY15" fmla="*/ 0 h 1304364"/>
              <a:gd name="csX16" fmla="*/ 10018713 w 10018713"/>
              <a:gd name="csY16" fmla="*/ 0 h 1304364"/>
              <a:gd name="csX17" fmla="*/ 10018713 w 10018713"/>
              <a:gd name="csY17" fmla="*/ 421744 h 1304364"/>
              <a:gd name="csX18" fmla="*/ 10018713 w 10018713"/>
              <a:gd name="csY18" fmla="*/ 869576 h 1304364"/>
              <a:gd name="csX19" fmla="*/ 10018713 w 10018713"/>
              <a:gd name="csY19" fmla="*/ 1304364 h 1304364"/>
              <a:gd name="csX20" fmla="*/ 9429377 w 10018713"/>
              <a:gd name="csY20" fmla="*/ 1304364 h 1304364"/>
              <a:gd name="csX21" fmla="*/ 8940228 w 10018713"/>
              <a:gd name="csY21" fmla="*/ 1304364 h 1304364"/>
              <a:gd name="csX22" fmla="*/ 8250705 w 10018713"/>
              <a:gd name="csY22" fmla="*/ 1304364 h 1304364"/>
              <a:gd name="csX23" fmla="*/ 7861743 w 10018713"/>
              <a:gd name="csY23" fmla="*/ 1304364 h 1304364"/>
              <a:gd name="csX24" fmla="*/ 7372594 w 10018713"/>
              <a:gd name="csY24" fmla="*/ 1304364 h 1304364"/>
              <a:gd name="csX25" fmla="*/ 6983632 w 10018713"/>
              <a:gd name="csY25" fmla="*/ 1304364 h 1304364"/>
              <a:gd name="csX26" fmla="*/ 6494483 w 10018713"/>
              <a:gd name="csY26" fmla="*/ 1304364 h 1304364"/>
              <a:gd name="csX27" fmla="*/ 5804960 w 10018713"/>
              <a:gd name="csY27" fmla="*/ 1304364 h 1304364"/>
              <a:gd name="csX28" fmla="*/ 5315811 w 10018713"/>
              <a:gd name="csY28" fmla="*/ 1304364 h 1304364"/>
              <a:gd name="csX29" fmla="*/ 4626288 w 10018713"/>
              <a:gd name="csY29" fmla="*/ 1304364 h 1304364"/>
              <a:gd name="csX30" fmla="*/ 3936765 w 10018713"/>
              <a:gd name="csY30" fmla="*/ 1304364 h 1304364"/>
              <a:gd name="csX31" fmla="*/ 3247242 w 10018713"/>
              <a:gd name="csY31" fmla="*/ 1304364 h 1304364"/>
              <a:gd name="csX32" fmla="*/ 2657906 w 10018713"/>
              <a:gd name="csY32" fmla="*/ 1304364 h 1304364"/>
              <a:gd name="csX33" fmla="*/ 2168757 w 10018713"/>
              <a:gd name="csY33" fmla="*/ 1304364 h 1304364"/>
              <a:gd name="csX34" fmla="*/ 1379046 w 10018713"/>
              <a:gd name="csY34" fmla="*/ 1304364 h 1304364"/>
              <a:gd name="csX35" fmla="*/ 589336 w 10018713"/>
              <a:gd name="csY35" fmla="*/ 1304364 h 1304364"/>
              <a:gd name="csX36" fmla="*/ 0 w 10018713"/>
              <a:gd name="csY36" fmla="*/ 1304364 h 1304364"/>
              <a:gd name="csX37" fmla="*/ 0 w 10018713"/>
              <a:gd name="csY37" fmla="*/ 908707 h 1304364"/>
              <a:gd name="csX38" fmla="*/ 0 w 10018713"/>
              <a:gd name="csY38" fmla="*/ 486963 h 1304364"/>
              <a:gd name="csX39" fmla="*/ 0 w 10018713"/>
              <a:gd name="csY39" fmla="*/ 0 h 13043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0018713" h="1304364" fill="none" extrusionOk="0">
                <a:moveTo>
                  <a:pt x="0" y="0"/>
                </a:moveTo>
                <a:cubicBezTo>
                  <a:pt x="198025" y="-76513"/>
                  <a:pt x="510136" y="73577"/>
                  <a:pt x="789710" y="0"/>
                </a:cubicBezTo>
                <a:cubicBezTo>
                  <a:pt x="1069284" y="-73577"/>
                  <a:pt x="1161966" y="65568"/>
                  <a:pt x="1379046" y="0"/>
                </a:cubicBezTo>
                <a:cubicBezTo>
                  <a:pt x="1596126" y="-65568"/>
                  <a:pt x="1564093" y="12986"/>
                  <a:pt x="1667821" y="0"/>
                </a:cubicBezTo>
                <a:cubicBezTo>
                  <a:pt x="1771550" y="-12986"/>
                  <a:pt x="1976249" y="27752"/>
                  <a:pt x="2056783" y="0"/>
                </a:cubicBezTo>
                <a:cubicBezTo>
                  <a:pt x="2137317" y="-27752"/>
                  <a:pt x="2464642" y="3464"/>
                  <a:pt x="2646119" y="0"/>
                </a:cubicBezTo>
                <a:cubicBezTo>
                  <a:pt x="2827596" y="-3464"/>
                  <a:pt x="3091226" y="4258"/>
                  <a:pt x="3435829" y="0"/>
                </a:cubicBezTo>
                <a:cubicBezTo>
                  <a:pt x="3780432" y="-4258"/>
                  <a:pt x="3868141" y="32674"/>
                  <a:pt x="4125352" y="0"/>
                </a:cubicBezTo>
                <a:cubicBezTo>
                  <a:pt x="4382563" y="-32674"/>
                  <a:pt x="4529840" y="23650"/>
                  <a:pt x="4915063" y="0"/>
                </a:cubicBezTo>
                <a:cubicBezTo>
                  <a:pt x="5300286" y="-23650"/>
                  <a:pt x="5144518" y="15470"/>
                  <a:pt x="5304025" y="0"/>
                </a:cubicBezTo>
                <a:cubicBezTo>
                  <a:pt x="5463532" y="-15470"/>
                  <a:pt x="5711640" y="72613"/>
                  <a:pt x="6093735" y="0"/>
                </a:cubicBezTo>
                <a:cubicBezTo>
                  <a:pt x="6475830" y="-72613"/>
                  <a:pt x="6304006" y="15725"/>
                  <a:pt x="6382510" y="0"/>
                </a:cubicBezTo>
                <a:cubicBezTo>
                  <a:pt x="6461014" y="-15725"/>
                  <a:pt x="6746303" y="34621"/>
                  <a:pt x="7072033" y="0"/>
                </a:cubicBezTo>
                <a:cubicBezTo>
                  <a:pt x="7397763" y="-34621"/>
                  <a:pt x="7635483" y="11879"/>
                  <a:pt x="7861743" y="0"/>
                </a:cubicBezTo>
                <a:cubicBezTo>
                  <a:pt x="8088003" y="-11879"/>
                  <a:pt x="8398086" y="1622"/>
                  <a:pt x="8551266" y="0"/>
                </a:cubicBezTo>
                <a:cubicBezTo>
                  <a:pt x="8704446" y="-1622"/>
                  <a:pt x="9093965" y="8917"/>
                  <a:pt x="9240789" y="0"/>
                </a:cubicBezTo>
                <a:cubicBezTo>
                  <a:pt x="9387613" y="-8917"/>
                  <a:pt x="9749869" y="1535"/>
                  <a:pt x="10018713" y="0"/>
                </a:cubicBezTo>
                <a:cubicBezTo>
                  <a:pt x="10024783" y="172115"/>
                  <a:pt x="9995585" y="243922"/>
                  <a:pt x="10018713" y="421744"/>
                </a:cubicBezTo>
                <a:cubicBezTo>
                  <a:pt x="10041841" y="599566"/>
                  <a:pt x="10012213" y="710628"/>
                  <a:pt x="10018713" y="869576"/>
                </a:cubicBezTo>
                <a:cubicBezTo>
                  <a:pt x="10025213" y="1028524"/>
                  <a:pt x="9983223" y="1095583"/>
                  <a:pt x="10018713" y="1304364"/>
                </a:cubicBezTo>
                <a:cubicBezTo>
                  <a:pt x="9801513" y="1353207"/>
                  <a:pt x="9707021" y="1235499"/>
                  <a:pt x="9429377" y="1304364"/>
                </a:cubicBezTo>
                <a:cubicBezTo>
                  <a:pt x="9151733" y="1373229"/>
                  <a:pt x="9154624" y="1251234"/>
                  <a:pt x="8940228" y="1304364"/>
                </a:cubicBezTo>
                <a:cubicBezTo>
                  <a:pt x="8725832" y="1357494"/>
                  <a:pt x="8537313" y="1248576"/>
                  <a:pt x="8250705" y="1304364"/>
                </a:cubicBezTo>
                <a:cubicBezTo>
                  <a:pt x="7964097" y="1360152"/>
                  <a:pt x="7955281" y="1290283"/>
                  <a:pt x="7861743" y="1304364"/>
                </a:cubicBezTo>
                <a:cubicBezTo>
                  <a:pt x="7768205" y="1318445"/>
                  <a:pt x="7539276" y="1297290"/>
                  <a:pt x="7372594" y="1304364"/>
                </a:cubicBezTo>
                <a:cubicBezTo>
                  <a:pt x="7205912" y="1311438"/>
                  <a:pt x="7067645" y="1286745"/>
                  <a:pt x="6983632" y="1304364"/>
                </a:cubicBezTo>
                <a:cubicBezTo>
                  <a:pt x="6899619" y="1321983"/>
                  <a:pt x="6682364" y="1276643"/>
                  <a:pt x="6494483" y="1304364"/>
                </a:cubicBezTo>
                <a:cubicBezTo>
                  <a:pt x="6306602" y="1332085"/>
                  <a:pt x="6116031" y="1249046"/>
                  <a:pt x="5804960" y="1304364"/>
                </a:cubicBezTo>
                <a:cubicBezTo>
                  <a:pt x="5493889" y="1359682"/>
                  <a:pt x="5504566" y="1280839"/>
                  <a:pt x="5315811" y="1304364"/>
                </a:cubicBezTo>
                <a:cubicBezTo>
                  <a:pt x="5127056" y="1327889"/>
                  <a:pt x="4942403" y="1231490"/>
                  <a:pt x="4626288" y="1304364"/>
                </a:cubicBezTo>
                <a:cubicBezTo>
                  <a:pt x="4310173" y="1377238"/>
                  <a:pt x="4181694" y="1255429"/>
                  <a:pt x="3936765" y="1304364"/>
                </a:cubicBezTo>
                <a:cubicBezTo>
                  <a:pt x="3691836" y="1353299"/>
                  <a:pt x="3533258" y="1226816"/>
                  <a:pt x="3247242" y="1304364"/>
                </a:cubicBezTo>
                <a:cubicBezTo>
                  <a:pt x="2961226" y="1381912"/>
                  <a:pt x="2815493" y="1236949"/>
                  <a:pt x="2657906" y="1304364"/>
                </a:cubicBezTo>
                <a:cubicBezTo>
                  <a:pt x="2500319" y="1371779"/>
                  <a:pt x="2361766" y="1269879"/>
                  <a:pt x="2168757" y="1304364"/>
                </a:cubicBezTo>
                <a:cubicBezTo>
                  <a:pt x="1975748" y="1338849"/>
                  <a:pt x="1577253" y="1234794"/>
                  <a:pt x="1379046" y="1304364"/>
                </a:cubicBezTo>
                <a:cubicBezTo>
                  <a:pt x="1180839" y="1373934"/>
                  <a:pt x="838691" y="1282465"/>
                  <a:pt x="589336" y="1304364"/>
                </a:cubicBezTo>
                <a:cubicBezTo>
                  <a:pt x="339981" y="1326263"/>
                  <a:pt x="204111" y="1252068"/>
                  <a:pt x="0" y="1304364"/>
                </a:cubicBezTo>
                <a:cubicBezTo>
                  <a:pt x="-14802" y="1122350"/>
                  <a:pt x="12461" y="1064139"/>
                  <a:pt x="0" y="908707"/>
                </a:cubicBezTo>
                <a:cubicBezTo>
                  <a:pt x="-12461" y="753275"/>
                  <a:pt x="23498" y="577600"/>
                  <a:pt x="0" y="486963"/>
                </a:cubicBezTo>
                <a:cubicBezTo>
                  <a:pt x="-23498" y="396326"/>
                  <a:pt x="24112" y="137127"/>
                  <a:pt x="0" y="0"/>
                </a:cubicBezTo>
                <a:close/>
              </a:path>
              <a:path w="10018713" h="1304364" stroke="0" extrusionOk="0">
                <a:moveTo>
                  <a:pt x="0" y="0"/>
                </a:moveTo>
                <a:cubicBezTo>
                  <a:pt x="188519" y="-12511"/>
                  <a:pt x="249408" y="19778"/>
                  <a:pt x="388962" y="0"/>
                </a:cubicBezTo>
                <a:cubicBezTo>
                  <a:pt x="528516" y="-19778"/>
                  <a:pt x="876693" y="77329"/>
                  <a:pt x="1178672" y="0"/>
                </a:cubicBezTo>
                <a:cubicBezTo>
                  <a:pt x="1480651" y="-77329"/>
                  <a:pt x="1480072" y="15421"/>
                  <a:pt x="1768008" y="0"/>
                </a:cubicBezTo>
                <a:cubicBezTo>
                  <a:pt x="2055944" y="-15421"/>
                  <a:pt x="2151533" y="21970"/>
                  <a:pt x="2457531" y="0"/>
                </a:cubicBezTo>
                <a:cubicBezTo>
                  <a:pt x="2763529" y="-21970"/>
                  <a:pt x="2806531" y="24096"/>
                  <a:pt x="2946680" y="0"/>
                </a:cubicBezTo>
                <a:cubicBezTo>
                  <a:pt x="3086829" y="-24096"/>
                  <a:pt x="3405790" y="51743"/>
                  <a:pt x="3536016" y="0"/>
                </a:cubicBezTo>
                <a:cubicBezTo>
                  <a:pt x="3666242" y="-51743"/>
                  <a:pt x="3734907" y="3819"/>
                  <a:pt x="3824791" y="0"/>
                </a:cubicBezTo>
                <a:cubicBezTo>
                  <a:pt x="3914676" y="-3819"/>
                  <a:pt x="4189011" y="50949"/>
                  <a:pt x="4313940" y="0"/>
                </a:cubicBezTo>
                <a:cubicBezTo>
                  <a:pt x="4438869" y="-50949"/>
                  <a:pt x="4893166" y="84280"/>
                  <a:pt x="5103650" y="0"/>
                </a:cubicBezTo>
                <a:cubicBezTo>
                  <a:pt x="5314134" y="-84280"/>
                  <a:pt x="5444281" y="30018"/>
                  <a:pt x="5592799" y="0"/>
                </a:cubicBezTo>
                <a:cubicBezTo>
                  <a:pt x="5741317" y="-30018"/>
                  <a:pt x="5849769" y="247"/>
                  <a:pt x="5981761" y="0"/>
                </a:cubicBezTo>
                <a:cubicBezTo>
                  <a:pt x="6113753" y="-247"/>
                  <a:pt x="6423970" y="51047"/>
                  <a:pt x="6671284" y="0"/>
                </a:cubicBezTo>
                <a:cubicBezTo>
                  <a:pt x="6918598" y="-51047"/>
                  <a:pt x="6903296" y="7707"/>
                  <a:pt x="7060246" y="0"/>
                </a:cubicBezTo>
                <a:cubicBezTo>
                  <a:pt x="7217196" y="-7707"/>
                  <a:pt x="7285276" y="14628"/>
                  <a:pt x="7449208" y="0"/>
                </a:cubicBezTo>
                <a:cubicBezTo>
                  <a:pt x="7613140" y="-14628"/>
                  <a:pt x="7759377" y="29075"/>
                  <a:pt x="7938357" y="0"/>
                </a:cubicBezTo>
                <a:cubicBezTo>
                  <a:pt x="8117337" y="-29075"/>
                  <a:pt x="8538754" y="84213"/>
                  <a:pt x="8728067" y="0"/>
                </a:cubicBezTo>
                <a:cubicBezTo>
                  <a:pt x="8917380" y="-84213"/>
                  <a:pt x="9723842" y="75612"/>
                  <a:pt x="10018713" y="0"/>
                </a:cubicBezTo>
                <a:cubicBezTo>
                  <a:pt x="10064189" y="179665"/>
                  <a:pt x="9980196" y="259939"/>
                  <a:pt x="10018713" y="434788"/>
                </a:cubicBezTo>
                <a:cubicBezTo>
                  <a:pt x="10057230" y="609637"/>
                  <a:pt x="10000622" y="677386"/>
                  <a:pt x="10018713" y="882620"/>
                </a:cubicBezTo>
                <a:cubicBezTo>
                  <a:pt x="10036804" y="1087854"/>
                  <a:pt x="10004047" y="1217482"/>
                  <a:pt x="10018713" y="1304364"/>
                </a:cubicBezTo>
                <a:cubicBezTo>
                  <a:pt x="9938647" y="1321629"/>
                  <a:pt x="9771618" y="1270639"/>
                  <a:pt x="9629751" y="1304364"/>
                </a:cubicBezTo>
                <a:cubicBezTo>
                  <a:pt x="9487884" y="1338089"/>
                  <a:pt x="9124207" y="1278938"/>
                  <a:pt x="8840041" y="1304364"/>
                </a:cubicBezTo>
                <a:cubicBezTo>
                  <a:pt x="8555875" y="1329790"/>
                  <a:pt x="8536171" y="1300820"/>
                  <a:pt x="8451079" y="1304364"/>
                </a:cubicBezTo>
                <a:cubicBezTo>
                  <a:pt x="8365987" y="1307908"/>
                  <a:pt x="8223694" y="1274948"/>
                  <a:pt x="8162304" y="1304364"/>
                </a:cubicBezTo>
                <a:cubicBezTo>
                  <a:pt x="8100915" y="1333780"/>
                  <a:pt x="7916657" y="1290435"/>
                  <a:pt x="7673155" y="1304364"/>
                </a:cubicBezTo>
                <a:cubicBezTo>
                  <a:pt x="7429653" y="1318293"/>
                  <a:pt x="7319279" y="1285766"/>
                  <a:pt x="7083819" y="1304364"/>
                </a:cubicBezTo>
                <a:cubicBezTo>
                  <a:pt x="6848359" y="1322962"/>
                  <a:pt x="6638396" y="1242683"/>
                  <a:pt x="6494483" y="1304364"/>
                </a:cubicBezTo>
                <a:cubicBezTo>
                  <a:pt x="6350570" y="1366045"/>
                  <a:pt x="6308306" y="1302896"/>
                  <a:pt x="6205709" y="1304364"/>
                </a:cubicBezTo>
                <a:cubicBezTo>
                  <a:pt x="6103112" y="1305832"/>
                  <a:pt x="5988161" y="1295501"/>
                  <a:pt x="5916934" y="1304364"/>
                </a:cubicBezTo>
                <a:cubicBezTo>
                  <a:pt x="5845707" y="1313227"/>
                  <a:pt x="5671429" y="1261868"/>
                  <a:pt x="5527972" y="1304364"/>
                </a:cubicBezTo>
                <a:cubicBezTo>
                  <a:pt x="5384515" y="1346860"/>
                  <a:pt x="5099326" y="1278404"/>
                  <a:pt x="4838449" y="1304364"/>
                </a:cubicBezTo>
                <a:cubicBezTo>
                  <a:pt x="4577572" y="1330324"/>
                  <a:pt x="4284376" y="1270672"/>
                  <a:pt x="4048739" y="1304364"/>
                </a:cubicBezTo>
                <a:cubicBezTo>
                  <a:pt x="3813102" y="1338056"/>
                  <a:pt x="3888648" y="1286726"/>
                  <a:pt x="3759964" y="1304364"/>
                </a:cubicBezTo>
                <a:cubicBezTo>
                  <a:pt x="3631281" y="1322002"/>
                  <a:pt x="3381068" y="1247701"/>
                  <a:pt x="3170628" y="1304364"/>
                </a:cubicBezTo>
                <a:cubicBezTo>
                  <a:pt x="2960188" y="1361027"/>
                  <a:pt x="2943725" y="1293958"/>
                  <a:pt x="2881853" y="1304364"/>
                </a:cubicBezTo>
                <a:cubicBezTo>
                  <a:pt x="2819982" y="1314770"/>
                  <a:pt x="2623309" y="1266268"/>
                  <a:pt x="2492892" y="1304364"/>
                </a:cubicBezTo>
                <a:cubicBezTo>
                  <a:pt x="2362475" y="1342460"/>
                  <a:pt x="2128796" y="1263039"/>
                  <a:pt x="1903555" y="1304364"/>
                </a:cubicBezTo>
                <a:cubicBezTo>
                  <a:pt x="1678314" y="1345689"/>
                  <a:pt x="1675731" y="1280157"/>
                  <a:pt x="1614781" y="1304364"/>
                </a:cubicBezTo>
                <a:cubicBezTo>
                  <a:pt x="1553831" y="1328571"/>
                  <a:pt x="1115052" y="1290577"/>
                  <a:pt x="825070" y="1304364"/>
                </a:cubicBezTo>
                <a:cubicBezTo>
                  <a:pt x="535088" y="1318151"/>
                  <a:pt x="183227" y="1207406"/>
                  <a:pt x="0" y="1304364"/>
                </a:cubicBezTo>
                <a:cubicBezTo>
                  <a:pt x="-26685" y="1136616"/>
                  <a:pt x="36016" y="1010690"/>
                  <a:pt x="0" y="895663"/>
                </a:cubicBezTo>
                <a:cubicBezTo>
                  <a:pt x="-36016" y="780636"/>
                  <a:pt x="32893" y="579305"/>
                  <a:pt x="0" y="500006"/>
                </a:cubicBezTo>
                <a:cubicBezTo>
                  <a:pt x="-32893" y="420707"/>
                  <a:pt x="18558" y="176963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2503074544">
                  <ask:type>
                    <ask:lineSketchScribble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r>
              <a:rPr lang="en-GB" sz="5400" dirty="0"/>
              <a:t>📝 </a:t>
            </a:r>
            <a:r>
              <a:rPr lang="el-GR" sz="5400" b="1" dirty="0"/>
              <a:t>Σύντομη Επανάληψη</a:t>
            </a:r>
            <a:endParaRPr lang="en-GB" sz="5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72ACD8-5255-B88B-6A93-A4ECF891A9CA}"/>
              </a:ext>
            </a:extLst>
          </p:cNvPr>
          <p:cNvSpPr txBox="1"/>
          <p:nvPr/>
        </p:nvSpPr>
        <p:spPr>
          <a:xfrm>
            <a:off x="1484311" y="2201563"/>
            <a:ext cx="10018713" cy="4199611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l-GR" sz="2000" b="1" dirty="0"/>
              <a:t>Πώς αντιγράφουμε μια διαφάνεια;</a:t>
            </a:r>
          </a:p>
          <a:p>
            <a:pPr marL="800100" lvl="1" indent="-342900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l-GR" sz="2000" b="1" dirty="0"/>
              <a:t>Πώς αλλάξω τη διάταξη </a:t>
            </a:r>
            <a:r>
              <a:rPr lang="en-GB" sz="2000" b="1" dirty="0"/>
              <a:t>(layout) </a:t>
            </a:r>
            <a:r>
              <a:rPr lang="el-GR" sz="2000" b="1" dirty="0"/>
              <a:t>μιας διαφάνειας;</a:t>
            </a:r>
            <a:endParaRPr lang="en-GB" sz="2000" b="1" dirty="0"/>
          </a:p>
          <a:p>
            <a:pPr marL="800100" lvl="1" indent="-342900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l-GR" sz="2000" b="1" dirty="0"/>
              <a:t>Πως εισάγουμε πίνακα</a:t>
            </a:r>
            <a:r>
              <a:rPr lang="en-GB" sz="2000" b="1" dirty="0"/>
              <a:t> </a:t>
            </a:r>
            <a:r>
              <a:rPr lang="el-GR" sz="2000" b="1" dirty="0"/>
              <a:t>σε μια διαφάνεια;</a:t>
            </a:r>
          </a:p>
          <a:p>
            <a:pPr marL="800100" lvl="1" indent="-342900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l-GR" sz="2000" b="1" dirty="0"/>
              <a:t>Πώς επιλέγουμε τα δεδομένα του πίνακα;</a:t>
            </a:r>
            <a:endParaRPr lang="en-GB" sz="2000" b="1" dirty="0"/>
          </a:p>
          <a:p>
            <a:pPr marL="800100" lvl="1" indent="-342900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l-GR" sz="2000" b="1" dirty="0"/>
              <a:t>Πώς εισάγουμε γραφική παράσταση σε μια διαφάνεια;</a:t>
            </a:r>
            <a:endParaRPr lang="en-GB" sz="2000" b="1" dirty="0"/>
          </a:p>
          <a:p>
            <a:pPr marL="800100" lvl="1" indent="-342900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l-GR" sz="2000" b="1" dirty="0"/>
              <a:t>Πώς επιλέγουμε τη γραφική παράσταση;</a:t>
            </a:r>
            <a:endParaRPr lang="en-GB" sz="2000" b="1" dirty="0"/>
          </a:p>
          <a:p>
            <a:pPr marL="800100" lvl="1" indent="-342900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l-GR" sz="2000" b="1" dirty="0"/>
              <a:t>Πώς αλλάζουμε τον τίτλο της γραφικής παράστασης;</a:t>
            </a:r>
            <a:r>
              <a:rPr lang="en-GB" sz="2000" b="1" dirty="0"/>
              <a:t> </a:t>
            </a:r>
            <a:r>
              <a:rPr lang="en-GB" sz="2000" b="1" dirty="0">
                <a:solidFill>
                  <a:srgbClr val="C00000"/>
                </a:solidFill>
              </a:rPr>
              <a:t>(chart title)</a:t>
            </a:r>
          </a:p>
          <a:p>
            <a:pPr marL="800100" lvl="1" indent="-342900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l-GR" sz="2000" b="1" dirty="0"/>
              <a:t>Πώς αλλάζουμε τα δεδομένα μιας γραφικής παράστασης σε μια διαφάνεια;</a:t>
            </a:r>
            <a:endParaRPr lang="en-GB" sz="2000" b="1" dirty="0"/>
          </a:p>
          <a:p>
            <a:pPr marL="800100" lvl="1" indent="-342900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l-GR" sz="2000" b="1" dirty="0"/>
              <a:t>Πώς αλλάζουμε τον τύπο μιας γραφικής παράστασης; </a:t>
            </a:r>
            <a:r>
              <a:rPr lang="el-GR" sz="2000" b="1" dirty="0">
                <a:solidFill>
                  <a:srgbClr val="C00000"/>
                </a:solidFill>
              </a:rPr>
              <a:t>(</a:t>
            </a:r>
            <a:r>
              <a:rPr lang="en-GB" sz="2000" b="1" dirty="0">
                <a:solidFill>
                  <a:srgbClr val="C00000"/>
                </a:solidFill>
              </a:rPr>
              <a:t>chart type)</a:t>
            </a:r>
          </a:p>
        </p:txBody>
      </p:sp>
    </p:spTree>
    <p:extLst>
      <p:ext uri="{BB962C8B-B14F-4D97-AF65-F5344CB8AC3E}">
        <p14:creationId xmlns:p14="http://schemas.microsoft.com/office/powerpoint/2010/main" val="60389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92182-BF68-865B-2ECA-EC6AC89B6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7191" y="109220"/>
            <a:ext cx="10018713" cy="1153160"/>
          </a:xfrm>
          <a:custGeom>
            <a:avLst/>
            <a:gdLst>
              <a:gd name="csX0" fmla="*/ 0 w 10018713"/>
              <a:gd name="csY0" fmla="*/ 0 h 1153160"/>
              <a:gd name="csX1" fmla="*/ 589336 w 10018713"/>
              <a:gd name="csY1" fmla="*/ 0 h 1153160"/>
              <a:gd name="csX2" fmla="*/ 878111 w 10018713"/>
              <a:gd name="csY2" fmla="*/ 0 h 1153160"/>
              <a:gd name="csX3" fmla="*/ 1166885 w 10018713"/>
              <a:gd name="csY3" fmla="*/ 0 h 1153160"/>
              <a:gd name="csX4" fmla="*/ 1856409 w 10018713"/>
              <a:gd name="csY4" fmla="*/ 0 h 1153160"/>
              <a:gd name="csX5" fmla="*/ 2545932 w 10018713"/>
              <a:gd name="csY5" fmla="*/ 0 h 1153160"/>
              <a:gd name="csX6" fmla="*/ 2934894 w 10018713"/>
              <a:gd name="csY6" fmla="*/ 0 h 1153160"/>
              <a:gd name="csX7" fmla="*/ 3624417 w 10018713"/>
              <a:gd name="csY7" fmla="*/ 0 h 1153160"/>
              <a:gd name="csX8" fmla="*/ 4213753 w 10018713"/>
              <a:gd name="csY8" fmla="*/ 0 h 1153160"/>
              <a:gd name="csX9" fmla="*/ 4602715 w 10018713"/>
              <a:gd name="csY9" fmla="*/ 0 h 1153160"/>
              <a:gd name="csX10" fmla="*/ 4991676 w 10018713"/>
              <a:gd name="csY10" fmla="*/ 0 h 1153160"/>
              <a:gd name="csX11" fmla="*/ 5480825 w 10018713"/>
              <a:gd name="csY11" fmla="*/ 0 h 1153160"/>
              <a:gd name="csX12" fmla="*/ 5869787 w 10018713"/>
              <a:gd name="csY12" fmla="*/ 0 h 1153160"/>
              <a:gd name="csX13" fmla="*/ 6258749 w 10018713"/>
              <a:gd name="csY13" fmla="*/ 0 h 1153160"/>
              <a:gd name="csX14" fmla="*/ 7048459 w 10018713"/>
              <a:gd name="csY14" fmla="*/ 0 h 1153160"/>
              <a:gd name="csX15" fmla="*/ 7537608 w 10018713"/>
              <a:gd name="csY15" fmla="*/ 0 h 1153160"/>
              <a:gd name="csX16" fmla="*/ 7826383 w 10018713"/>
              <a:gd name="csY16" fmla="*/ 0 h 1153160"/>
              <a:gd name="csX17" fmla="*/ 8115158 w 10018713"/>
              <a:gd name="csY17" fmla="*/ 0 h 1153160"/>
              <a:gd name="csX18" fmla="*/ 8804681 w 10018713"/>
              <a:gd name="csY18" fmla="*/ 0 h 1153160"/>
              <a:gd name="csX19" fmla="*/ 10018713 w 10018713"/>
              <a:gd name="csY19" fmla="*/ 0 h 1153160"/>
              <a:gd name="csX20" fmla="*/ 10018713 w 10018713"/>
              <a:gd name="csY20" fmla="*/ 553517 h 1153160"/>
              <a:gd name="csX21" fmla="*/ 10018713 w 10018713"/>
              <a:gd name="csY21" fmla="*/ 1153160 h 1153160"/>
              <a:gd name="csX22" fmla="*/ 9729938 w 10018713"/>
              <a:gd name="csY22" fmla="*/ 1153160 h 1153160"/>
              <a:gd name="csX23" fmla="*/ 9040415 w 10018713"/>
              <a:gd name="csY23" fmla="*/ 1153160 h 1153160"/>
              <a:gd name="csX24" fmla="*/ 8451079 w 10018713"/>
              <a:gd name="csY24" fmla="*/ 1153160 h 1153160"/>
              <a:gd name="csX25" fmla="*/ 7761556 w 10018713"/>
              <a:gd name="csY25" fmla="*/ 1153160 h 1153160"/>
              <a:gd name="csX26" fmla="*/ 7372594 w 10018713"/>
              <a:gd name="csY26" fmla="*/ 1153160 h 1153160"/>
              <a:gd name="csX27" fmla="*/ 6883445 w 10018713"/>
              <a:gd name="csY27" fmla="*/ 1153160 h 1153160"/>
              <a:gd name="csX28" fmla="*/ 6093735 w 10018713"/>
              <a:gd name="csY28" fmla="*/ 1153160 h 1153160"/>
              <a:gd name="csX29" fmla="*/ 5604586 w 10018713"/>
              <a:gd name="csY29" fmla="*/ 1153160 h 1153160"/>
              <a:gd name="csX30" fmla="*/ 4814876 w 10018713"/>
              <a:gd name="csY30" fmla="*/ 1153160 h 1153160"/>
              <a:gd name="csX31" fmla="*/ 4025165 w 10018713"/>
              <a:gd name="csY31" fmla="*/ 1153160 h 1153160"/>
              <a:gd name="csX32" fmla="*/ 3335642 w 10018713"/>
              <a:gd name="csY32" fmla="*/ 1153160 h 1153160"/>
              <a:gd name="csX33" fmla="*/ 2846493 w 10018713"/>
              <a:gd name="csY33" fmla="*/ 1153160 h 1153160"/>
              <a:gd name="csX34" fmla="*/ 2357344 w 10018713"/>
              <a:gd name="csY34" fmla="*/ 1153160 h 1153160"/>
              <a:gd name="csX35" fmla="*/ 1968382 w 10018713"/>
              <a:gd name="csY35" fmla="*/ 1153160 h 1153160"/>
              <a:gd name="csX36" fmla="*/ 1379046 w 10018713"/>
              <a:gd name="csY36" fmla="*/ 1153160 h 1153160"/>
              <a:gd name="csX37" fmla="*/ 689523 w 10018713"/>
              <a:gd name="csY37" fmla="*/ 1153160 h 1153160"/>
              <a:gd name="csX38" fmla="*/ 0 w 10018713"/>
              <a:gd name="csY38" fmla="*/ 1153160 h 1153160"/>
              <a:gd name="csX39" fmla="*/ 0 w 10018713"/>
              <a:gd name="csY39" fmla="*/ 611175 h 1153160"/>
              <a:gd name="csX40" fmla="*/ 0 w 10018713"/>
              <a:gd name="csY40" fmla="*/ 0 h 1153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10018713" h="1153160" fill="none" extrusionOk="0">
                <a:moveTo>
                  <a:pt x="0" y="0"/>
                </a:moveTo>
                <a:cubicBezTo>
                  <a:pt x="193726" y="-59633"/>
                  <a:pt x="408138" y="61612"/>
                  <a:pt x="589336" y="0"/>
                </a:cubicBezTo>
                <a:cubicBezTo>
                  <a:pt x="770534" y="-61612"/>
                  <a:pt x="745641" y="15261"/>
                  <a:pt x="878111" y="0"/>
                </a:cubicBezTo>
                <a:cubicBezTo>
                  <a:pt x="1010582" y="-15261"/>
                  <a:pt x="1063018" y="12124"/>
                  <a:pt x="1166885" y="0"/>
                </a:cubicBezTo>
                <a:cubicBezTo>
                  <a:pt x="1270752" y="-12124"/>
                  <a:pt x="1713738" y="56523"/>
                  <a:pt x="1856409" y="0"/>
                </a:cubicBezTo>
                <a:cubicBezTo>
                  <a:pt x="1999080" y="-56523"/>
                  <a:pt x="2211890" y="80013"/>
                  <a:pt x="2545932" y="0"/>
                </a:cubicBezTo>
                <a:cubicBezTo>
                  <a:pt x="2879974" y="-80013"/>
                  <a:pt x="2784368" y="41329"/>
                  <a:pt x="2934894" y="0"/>
                </a:cubicBezTo>
                <a:cubicBezTo>
                  <a:pt x="3085420" y="-41329"/>
                  <a:pt x="3462836" y="77874"/>
                  <a:pt x="3624417" y="0"/>
                </a:cubicBezTo>
                <a:cubicBezTo>
                  <a:pt x="3785998" y="-77874"/>
                  <a:pt x="4055978" y="59748"/>
                  <a:pt x="4213753" y="0"/>
                </a:cubicBezTo>
                <a:cubicBezTo>
                  <a:pt x="4371528" y="-59748"/>
                  <a:pt x="4479974" y="29134"/>
                  <a:pt x="4602715" y="0"/>
                </a:cubicBezTo>
                <a:cubicBezTo>
                  <a:pt x="4725456" y="-29134"/>
                  <a:pt x="4894781" y="1090"/>
                  <a:pt x="4991676" y="0"/>
                </a:cubicBezTo>
                <a:cubicBezTo>
                  <a:pt x="5088571" y="-1090"/>
                  <a:pt x="5237147" y="5014"/>
                  <a:pt x="5480825" y="0"/>
                </a:cubicBezTo>
                <a:cubicBezTo>
                  <a:pt x="5724503" y="-5014"/>
                  <a:pt x="5740571" y="37526"/>
                  <a:pt x="5869787" y="0"/>
                </a:cubicBezTo>
                <a:cubicBezTo>
                  <a:pt x="5999003" y="-37526"/>
                  <a:pt x="6157975" y="14194"/>
                  <a:pt x="6258749" y="0"/>
                </a:cubicBezTo>
                <a:cubicBezTo>
                  <a:pt x="6359523" y="-14194"/>
                  <a:pt x="6846745" y="46158"/>
                  <a:pt x="7048459" y="0"/>
                </a:cubicBezTo>
                <a:cubicBezTo>
                  <a:pt x="7250173" y="-46158"/>
                  <a:pt x="7408095" y="53985"/>
                  <a:pt x="7537608" y="0"/>
                </a:cubicBezTo>
                <a:cubicBezTo>
                  <a:pt x="7667121" y="-53985"/>
                  <a:pt x="7691808" y="22161"/>
                  <a:pt x="7826383" y="0"/>
                </a:cubicBezTo>
                <a:cubicBezTo>
                  <a:pt x="7960959" y="-22161"/>
                  <a:pt x="7985638" y="33808"/>
                  <a:pt x="8115158" y="0"/>
                </a:cubicBezTo>
                <a:cubicBezTo>
                  <a:pt x="8244678" y="-33808"/>
                  <a:pt x="8662317" y="20908"/>
                  <a:pt x="8804681" y="0"/>
                </a:cubicBezTo>
                <a:cubicBezTo>
                  <a:pt x="8947045" y="-20908"/>
                  <a:pt x="9478016" y="13499"/>
                  <a:pt x="10018713" y="0"/>
                </a:cubicBezTo>
                <a:cubicBezTo>
                  <a:pt x="10048478" y="253650"/>
                  <a:pt x="10013787" y="425928"/>
                  <a:pt x="10018713" y="553517"/>
                </a:cubicBezTo>
                <a:cubicBezTo>
                  <a:pt x="10023639" y="681106"/>
                  <a:pt x="9965411" y="995262"/>
                  <a:pt x="10018713" y="1153160"/>
                </a:cubicBezTo>
                <a:cubicBezTo>
                  <a:pt x="9878087" y="1171528"/>
                  <a:pt x="9857439" y="1124478"/>
                  <a:pt x="9729938" y="1153160"/>
                </a:cubicBezTo>
                <a:cubicBezTo>
                  <a:pt x="9602438" y="1181842"/>
                  <a:pt x="9282143" y="1083603"/>
                  <a:pt x="9040415" y="1153160"/>
                </a:cubicBezTo>
                <a:cubicBezTo>
                  <a:pt x="8798687" y="1222717"/>
                  <a:pt x="8655512" y="1109046"/>
                  <a:pt x="8451079" y="1153160"/>
                </a:cubicBezTo>
                <a:cubicBezTo>
                  <a:pt x="8246646" y="1197274"/>
                  <a:pt x="7989779" y="1082178"/>
                  <a:pt x="7761556" y="1153160"/>
                </a:cubicBezTo>
                <a:cubicBezTo>
                  <a:pt x="7533333" y="1224142"/>
                  <a:pt x="7519390" y="1125488"/>
                  <a:pt x="7372594" y="1153160"/>
                </a:cubicBezTo>
                <a:cubicBezTo>
                  <a:pt x="7225798" y="1180832"/>
                  <a:pt x="7065811" y="1133683"/>
                  <a:pt x="6883445" y="1153160"/>
                </a:cubicBezTo>
                <a:cubicBezTo>
                  <a:pt x="6701079" y="1172637"/>
                  <a:pt x="6315706" y="1115203"/>
                  <a:pt x="6093735" y="1153160"/>
                </a:cubicBezTo>
                <a:cubicBezTo>
                  <a:pt x="5871764" y="1191117"/>
                  <a:pt x="5711163" y="1116341"/>
                  <a:pt x="5604586" y="1153160"/>
                </a:cubicBezTo>
                <a:cubicBezTo>
                  <a:pt x="5498009" y="1189979"/>
                  <a:pt x="4979284" y="1128714"/>
                  <a:pt x="4814876" y="1153160"/>
                </a:cubicBezTo>
                <a:cubicBezTo>
                  <a:pt x="4650468" y="1177606"/>
                  <a:pt x="4260271" y="1121416"/>
                  <a:pt x="4025165" y="1153160"/>
                </a:cubicBezTo>
                <a:cubicBezTo>
                  <a:pt x="3790059" y="1184904"/>
                  <a:pt x="3538401" y="1143466"/>
                  <a:pt x="3335642" y="1153160"/>
                </a:cubicBezTo>
                <a:cubicBezTo>
                  <a:pt x="3132883" y="1162854"/>
                  <a:pt x="2987709" y="1111180"/>
                  <a:pt x="2846493" y="1153160"/>
                </a:cubicBezTo>
                <a:cubicBezTo>
                  <a:pt x="2705277" y="1195140"/>
                  <a:pt x="2470843" y="1145836"/>
                  <a:pt x="2357344" y="1153160"/>
                </a:cubicBezTo>
                <a:cubicBezTo>
                  <a:pt x="2243845" y="1160484"/>
                  <a:pt x="2121743" y="1114450"/>
                  <a:pt x="1968382" y="1153160"/>
                </a:cubicBezTo>
                <a:cubicBezTo>
                  <a:pt x="1815021" y="1191870"/>
                  <a:pt x="1672217" y="1107985"/>
                  <a:pt x="1379046" y="1153160"/>
                </a:cubicBezTo>
                <a:cubicBezTo>
                  <a:pt x="1085875" y="1198335"/>
                  <a:pt x="1015912" y="1081764"/>
                  <a:pt x="689523" y="1153160"/>
                </a:cubicBezTo>
                <a:cubicBezTo>
                  <a:pt x="363134" y="1224556"/>
                  <a:pt x="298963" y="1147275"/>
                  <a:pt x="0" y="1153160"/>
                </a:cubicBezTo>
                <a:cubicBezTo>
                  <a:pt x="-28495" y="932214"/>
                  <a:pt x="6874" y="749142"/>
                  <a:pt x="0" y="611175"/>
                </a:cubicBezTo>
                <a:cubicBezTo>
                  <a:pt x="-6874" y="473209"/>
                  <a:pt x="44524" y="226169"/>
                  <a:pt x="0" y="0"/>
                </a:cubicBezTo>
                <a:close/>
              </a:path>
              <a:path w="10018713" h="1153160" stroke="0" extrusionOk="0">
                <a:moveTo>
                  <a:pt x="0" y="0"/>
                </a:moveTo>
                <a:cubicBezTo>
                  <a:pt x="203332" y="-35397"/>
                  <a:pt x="385744" y="64954"/>
                  <a:pt x="589336" y="0"/>
                </a:cubicBezTo>
                <a:cubicBezTo>
                  <a:pt x="792928" y="-64954"/>
                  <a:pt x="812437" y="31540"/>
                  <a:pt x="878111" y="0"/>
                </a:cubicBezTo>
                <a:cubicBezTo>
                  <a:pt x="943785" y="-31540"/>
                  <a:pt x="1087812" y="19637"/>
                  <a:pt x="1267073" y="0"/>
                </a:cubicBezTo>
                <a:cubicBezTo>
                  <a:pt x="1446334" y="-19637"/>
                  <a:pt x="1558486" y="41526"/>
                  <a:pt x="1756221" y="0"/>
                </a:cubicBezTo>
                <a:cubicBezTo>
                  <a:pt x="1953956" y="-41526"/>
                  <a:pt x="2161315" y="26611"/>
                  <a:pt x="2445745" y="0"/>
                </a:cubicBezTo>
                <a:cubicBezTo>
                  <a:pt x="2730175" y="-26611"/>
                  <a:pt x="2728074" y="46208"/>
                  <a:pt x="2834706" y="0"/>
                </a:cubicBezTo>
                <a:cubicBezTo>
                  <a:pt x="2941338" y="-46208"/>
                  <a:pt x="3381197" y="60018"/>
                  <a:pt x="3624417" y="0"/>
                </a:cubicBezTo>
                <a:cubicBezTo>
                  <a:pt x="3867637" y="-60018"/>
                  <a:pt x="3884285" y="26726"/>
                  <a:pt x="4013379" y="0"/>
                </a:cubicBezTo>
                <a:cubicBezTo>
                  <a:pt x="4142473" y="-26726"/>
                  <a:pt x="4468658" y="67093"/>
                  <a:pt x="4602715" y="0"/>
                </a:cubicBezTo>
                <a:cubicBezTo>
                  <a:pt x="4736772" y="-67093"/>
                  <a:pt x="4957638" y="60318"/>
                  <a:pt x="5292238" y="0"/>
                </a:cubicBezTo>
                <a:cubicBezTo>
                  <a:pt x="5626838" y="-60318"/>
                  <a:pt x="5482281" y="24508"/>
                  <a:pt x="5581012" y="0"/>
                </a:cubicBezTo>
                <a:cubicBezTo>
                  <a:pt x="5679743" y="-24508"/>
                  <a:pt x="5970792" y="50934"/>
                  <a:pt x="6270536" y="0"/>
                </a:cubicBezTo>
                <a:cubicBezTo>
                  <a:pt x="6570280" y="-50934"/>
                  <a:pt x="6595473" y="5188"/>
                  <a:pt x="6859872" y="0"/>
                </a:cubicBezTo>
                <a:cubicBezTo>
                  <a:pt x="7124271" y="-5188"/>
                  <a:pt x="7231737" y="56332"/>
                  <a:pt x="7349021" y="0"/>
                </a:cubicBezTo>
                <a:cubicBezTo>
                  <a:pt x="7466305" y="-56332"/>
                  <a:pt x="7764984" y="15393"/>
                  <a:pt x="8038544" y="0"/>
                </a:cubicBezTo>
                <a:cubicBezTo>
                  <a:pt x="8312104" y="-15393"/>
                  <a:pt x="8299249" y="19976"/>
                  <a:pt x="8527693" y="0"/>
                </a:cubicBezTo>
                <a:cubicBezTo>
                  <a:pt x="8756137" y="-19976"/>
                  <a:pt x="8814583" y="22992"/>
                  <a:pt x="8916655" y="0"/>
                </a:cubicBezTo>
                <a:cubicBezTo>
                  <a:pt x="9018727" y="-22992"/>
                  <a:pt x="9120531" y="1656"/>
                  <a:pt x="9205429" y="0"/>
                </a:cubicBezTo>
                <a:cubicBezTo>
                  <a:pt x="9290327" y="-1656"/>
                  <a:pt x="9832074" y="22986"/>
                  <a:pt x="10018713" y="0"/>
                </a:cubicBezTo>
                <a:cubicBezTo>
                  <a:pt x="10077612" y="116501"/>
                  <a:pt x="9998054" y="437616"/>
                  <a:pt x="10018713" y="565048"/>
                </a:cubicBezTo>
                <a:cubicBezTo>
                  <a:pt x="10039372" y="692480"/>
                  <a:pt x="10012077" y="1017737"/>
                  <a:pt x="10018713" y="1153160"/>
                </a:cubicBezTo>
                <a:cubicBezTo>
                  <a:pt x="9732022" y="1214403"/>
                  <a:pt x="9537641" y="1081216"/>
                  <a:pt x="9229003" y="1153160"/>
                </a:cubicBezTo>
                <a:cubicBezTo>
                  <a:pt x="8920365" y="1225104"/>
                  <a:pt x="8776503" y="1135099"/>
                  <a:pt x="8639667" y="1153160"/>
                </a:cubicBezTo>
                <a:cubicBezTo>
                  <a:pt x="8502831" y="1171221"/>
                  <a:pt x="8367104" y="1142528"/>
                  <a:pt x="8250705" y="1153160"/>
                </a:cubicBezTo>
                <a:cubicBezTo>
                  <a:pt x="8134306" y="1163792"/>
                  <a:pt x="7856654" y="1099178"/>
                  <a:pt x="7561182" y="1153160"/>
                </a:cubicBezTo>
                <a:cubicBezTo>
                  <a:pt x="7265710" y="1207142"/>
                  <a:pt x="7251756" y="1140601"/>
                  <a:pt x="7072033" y="1153160"/>
                </a:cubicBezTo>
                <a:cubicBezTo>
                  <a:pt x="6892310" y="1165719"/>
                  <a:pt x="6707495" y="1152964"/>
                  <a:pt x="6582884" y="1153160"/>
                </a:cubicBezTo>
                <a:cubicBezTo>
                  <a:pt x="6458273" y="1153356"/>
                  <a:pt x="6434949" y="1138419"/>
                  <a:pt x="6294109" y="1153160"/>
                </a:cubicBezTo>
                <a:cubicBezTo>
                  <a:pt x="6153270" y="1167901"/>
                  <a:pt x="6105159" y="1127608"/>
                  <a:pt x="6005334" y="1153160"/>
                </a:cubicBezTo>
                <a:cubicBezTo>
                  <a:pt x="5905509" y="1178712"/>
                  <a:pt x="5744563" y="1132808"/>
                  <a:pt x="5616373" y="1153160"/>
                </a:cubicBezTo>
                <a:cubicBezTo>
                  <a:pt x="5488183" y="1173512"/>
                  <a:pt x="5261109" y="1147538"/>
                  <a:pt x="5027037" y="1153160"/>
                </a:cubicBezTo>
                <a:cubicBezTo>
                  <a:pt x="4792965" y="1158782"/>
                  <a:pt x="4638490" y="1130826"/>
                  <a:pt x="4437701" y="1153160"/>
                </a:cubicBezTo>
                <a:cubicBezTo>
                  <a:pt x="4236912" y="1175494"/>
                  <a:pt x="4179716" y="1150204"/>
                  <a:pt x="4048739" y="1153160"/>
                </a:cubicBezTo>
                <a:cubicBezTo>
                  <a:pt x="3917762" y="1156116"/>
                  <a:pt x="3790403" y="1115213"/>
                  <a:pt x="3659777" y="1153160"/>
                </a:cubicBezTo>
                <a:cubicBezTo>
                  <a:pt x="3529151" y="1191107"/>
                  <a:pt x="3440439" y="1129126"/>
                  <a:pt x="3371002" y="1153160"/>
                </a:cubicBezTo>
                <a:cubicBezTo>
                  <a:pt x="3301565" y="1177194"/>
                  <a:pt x="2836764" y="1113643"/>
                  <a:pt x="2681479" y="1153160"/>
                </a:cubicBezTo>
                <a:cubicBezTo>
                  <a:pt x="2526194" y="1192677"/>
                  <a:pt x="2389584" y="1125982"/>
                  <a:pt x="2192330" y="1153160"/>
                </a:cubicBezTo>
                <a:cubicBezTo>
                  <a:pt x="1995076" y="1180338"/>
                  <a:pt x="1788088" y="1131519"/>
                  <a:pt x="1502807" y="1153160"/>
                </a:cubicBezTo>
                <a:cubicBezTo>
                  <a:pt x="1217526" y="1174801"/>
                  <a:pt x="1232550" y="1147467"/>
                  <a:pt x="1013658" y="1153160"/>
                </a:cubicBezTo>
                <a:cubicBezTo>
                  <a:pt x="794766" y="1158853"/>
                  <a:pt x="813132" y="1124127"/>
                  <a:pt x="624696" y="1153160"/>
                </a:cubicBezTo>
                <a:cubicBezTo>
                  <a:pt x="436260" y="1182193"/>
                  <a:pt x="240965" y="1097318"/>
                  <a:pt x="0" y="1153160"/>
                </a:cubicBezTo>
                <a:cubicBezTo>
                  <a:pt x="-47031" y="887249"/>
                  <a:pt x="1768" y="722557"/>
                  <a:pt x="0" y="588112"/>
                </a:cubicBezTo>
                <a:cubicBezTo>
                  <a:pt x="-1768" y="453667"/>
                  <a:pt x="49133" y="161102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2310897209">
                  <ask:type>
                    <ask:lineSketchScribble/>
                  </ask:type>
                </ask:lineSketchStyleProps>
              </a:ext>
            </a:extLst>
          </a:ln>
        </p:spPr>
        <p:txBody>
          <a:bodyPr>
            <a:normAutofit fontScale="90000"/>
          </a:bodyPr>
          <a:lstStyle/>
          <a:p>
            <a:r>
              <a:rPr lang="el-GR" sz="3600" b="1" dirty="0"/>
              <a:t>Τι αλλαγές βλέπετε στο γράφημα; </a:t>
            </a:r>
            <a:br>
              <a:rPr lang="en-GB" sz="3600" b="1" dirty="0"/>
            </a:br>
            <a:r>
              <a:rPr lang="el-GR" sz="3600" b="1" dirty="0"/>
              <a:t>Πού τις έχουμε ξανακάνει</a:t>
            </a:r>
            <a:r>
              <a:rPr lang="en-GB" sz="3600" b="1" dirty="0"/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E5B93C-588C-CB8C-AD87-1A810A1CB4E2}"/>
              </a:ext>
            </a:extLst>
          </p:cNvPr>
          <p:cNvSpPr txBox="1"/>
          <p:nvPr/>
        </p:nvSpPr>
        <p:spPr>
          <a:xfrm>
            <a:off x="4988866" y="5706723"/>
            <a:ext cx="3186946" cy="11079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l-GR" sz="1400" b="1" u="sng" dirty="0">
                <a:solidFill>
                  <a:srgbClr val="FF0000"/>
                </a:solidFill>
              </a:rPr>
              <a:t>Θυμάστε ότι στο </a:t>
            </a:r>
            <a:r>
              <a:rPr lang="en-GB" sz="1400" b="1" u="sng" dirty="0">
                <a:solidFill>
                  <a:srgbClr val="FF0000"/>
                </a:solidFill>
              </a:rPr>
              <a:t>Excel</a:t>
            </a:r>
            <a:r>
              <a:rPr lang="el-GR" sz="1400" b="1" u="sng" dirty="0">
                <a:solidFill>
                  <a:srgbClr val="FF0000"/>
                </a:solidFill>
              </a:rPr>
              <a:t>…</a:t>
            </a:r>
            <a:br>
              <a:rPr lang="el-GR" sz="1400" b="1" u="sng" dirty="0">
                <a:solidFill>
                  <a:srgbClr val="FF0000"/>
                </a:solidFill>
              </a:rPr>
            </a:br>
            <a:r>
              <a:rPr lang="el-GR" sz="1000" dirty="0"/>
              <a:t>👉 μπορούσαμε να αλλάξουμε το </a:t>
            </a:r>
            <a:r>
              <a:rPr lang="el-GR" sz="1000" b="1" dirty="0"/>
              <a:t>χρώμα φόντου;</a:t>
            </a:r>
            <a:endParaRPr lang="en-GB" sz="1000" b="1" dirty="0"/>
          </a:p>
          <a:p>
            <a:pPr>
              <a:spcBef>
                <a:spcPts val="600"/>
              </a:spcBef>
            </a:pPr>
            <a:r>
              <a:rPr lang="el-GR" sz="1000" dirty="0"/>
              <a:t>👉 μπορούσαμε να βάλουμε </a:t>
            </a:r>
            <a:r>
              <a:rPr lang="el-GR" sz="1000" b="1" dirty="0"/>
              <a:t>τιμές</a:t>
            </a:r>
            <a:r>
              <a:rPr lang="el-GR" sz="1000" dirty="0"/>
              <a:t> πάνω στις στήλες;</a:t>
            </a:r>
            <a:endParaRPr lang="en-GB" sz="1000" dirty="0"/>
          </a:p>
          <a:p>
            <a:pPr>
              <a:spcBef>
                <a:spcPts val="600"/>
              </a:spcBef>
            </a:pPr>
            <a:r>
              <a:rPr lang="el-GR" sz="1000" dirty="0"/>
              <a:t>👉 μπορούσαμε να αλλάξουμε το </a:t>
            </a:r>
            <a:r>
              <a:rPr lang="el-GR" sz="1000" b="1" dirty="0"/>
              <a:t>χρώμα των στηλών;</a:t>
            </a:r>
          </a:p>
          <a:p>
            <a:endParaRPr lang="en-GB" sz="1200" b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D8DCFE3-1491-4CC5-7D3C-C0611898B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262" y="1523629"/>
            <a:ext cx="5245904" cy="4064412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940D56B-4185-8C02-F7C1-A805B15DAF76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10639313" y="1523629"/>
            <a:ext cx="215989" cy="120580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94BEE61-7C5E-BF8F-6775-CC86AA42E77D}"/>
              </a:ext>
            </a:extLst>
          </p:cNvPr>
          <p:cNvSpPr txBox="1"/>
          <p:nvPr/>
        </p:nvSpPr>
        <p:spPr>
          <a:xfrm>
            <a:off x="10103103" y="1292797"/>
            <a:ext cx="15043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900" b="1" dirty="0"/>
              <a:t>Χρώμα φόντου/</a:t>
            </a:r>
            <a:r>
              <a:rPr lang="en-GB" sz="900" b="1" dirty="0"/>
              <a:t>chart area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AC85AC7-EF7F-ABFE-FD02-1CB88F235B64}"/>
              </a:ext>
            </a:extLst>
          </p:cNvPr>
          <p:cNvSpPr/>
          <p:nvPr/>
        </p:nvSpPr>
        <p:spPr>
          <a:xfrm>
            <a:off x="9581060" y="2806915"/>
            <a:ext cx="313724" cy="21544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A671429-74FE-65D6-68F2-04BA970E07F2}"/>
              </a:ext>
            </a:extLst>
          </p:cNvPr>
          <p:cNvCxnSpPr>
            <a:cxnSpLocks/>
          </p:cNvCxnSpPr>
          <p:nvPr/>
        </p:nvCxnSpPr>
        <p:spPr>
          <a:xfrm>
            <a:off x="8445251" y="2903194"/>
            <a:ext cx="1135809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8B3C40C-06F6-6A61-4B10-27698B93FE94}"/>
              </a:ext>
            </a:extLst>
          </p:cNvPr>
          <p:cNvSpPr txBox="1"/>
          <p:nvPr/>
        </p:nvSpPr>
        <p:spPr>
          <a:xfrm>
            <a:off x="7616915" y="2795326"/>
            <a:ext cx="8283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/>
              <a:t>Data labels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3229CF0-406F-F357-375D-8736FB944FB2}"/>
              </a:ext>
            </a:extLst>
          </p:cNvPr>
          <p:cNvCxnSpPr>
            <a:cxnSpLocks/>
            <a:stCxn id="40" idx="0"/>
          </p:cNvCxnSpPr>
          <p:nvPr/>
        </p:nvCxnSpPr>
        <p:spPr>
          <a:xfrm flipH="1" flipV="1">
            <a:off x="10962042" y="5034579"/>
            <a:ext cx="328527" cy="90297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17D142B-A2F2-78D9-328C-E5C096C15F97}"/>
              </a:ext>
            </a:extLst>
          </p:cNvPr>
          <p:cNvSpPr txBox="1"/>
          <p:nvPr/>
        </p:nvSpPr>
        <p:spPr>
          <a:xfrm>
            <a:off x="10747307" y="5937556"/>
            <a:ext cx="10865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000" b="1" dirty="0"/>
              <a:t>Χρώμα στηλών</a:t>
            </a:r>
            <a:endParaRPr lang="en-GB" sz="10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B918375-D835-5F70-9C93-C5BB62811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347" y="1523629"/>
            <a:ext cx="5245200" cy="406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0812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E9C798-9A70-79A9-5EAA-ADE51CCF4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402" y="124778"/>
            <a:ext cx="10018713" cy="1019287"/>
          </a:xfrm>
          <a:custGeom>
            <a:avLst/>
            <a:gdLst>
              <a:gd name="csX0" fmla="*/ 0 w 10018713"/>
              <a:gd name="csY0" fmla="*/ 0 h 1019287"/>
              <a:gd name="csX1" fmla="*/ 789710 w 10018713"/>
              <a:gd name="csY1" fmla="*/ 0 h 1019287"/>
              <a:gd name="csX2" fmla="*/ 1178672 w 10018713"/>
              <a:gd name="csY2" fmla="*/ 0 h 1019287"/>
              <a:gd name="csX3" fmla="*/ 1768008 w 10018713"/>
              <a:gd name="csY3" fmla="*/ 0 h 1019287"/>
              <a:gd name="csX4" fmla="*/ 2056783 w 10018713"/>
              <a:gd name="csY4" fmla="*/ 0 h 1019287"/>
              <a:gd name="csX5" fmla="*/ 2545932 w 10018713"/>
              <a:gd name="csY5" fmla="*/ 0 h 1019287"/>
              <a:gd name="csX6" fmla="*/ 3335642 w 10018713"/>
              <a:gd name="csY6" fmla="*/ 0 h 1019287"/>
              <a:gd name="csX7" fmla="*/ 3724604 w 10018713"/>
              <a:gd name="csY7" fmla="*/ 0 h 1019287"/>
              <a:gd name="csX8" fmla="*/ 4213753 w 10018713"/>
              <a:gd name="csY8" fmla="*/ 0 h 1019287"/>
              <a:gd name="csX9" fmla="*/ 5003463 w 10018713"/>
              <a:gd name="csY9" fmla="*/ 0 h 1019287"/>
              <a:gd name="csX10" fmla="*/ 5292238 w 10018713"/>
              <a:gd name="csY10" fmla="*/ 0 h 1019287"/>
              <a:gd name="csX11" fmla="*/ 5881574 w 10018713"/>
              <a:gd name="csY11" fmla="*/ 0 h 1019287"/>
              <a:gd name="csX12" fmla="*/ 6270536 w 10018713"/>
              <a:gd name="csY12" fmla="*/ 0 h 1019287"/>
              <a:gd name="csX13" fmla="*/ 7060246 w 10018713"/>
              <a:gd name="csY13" fmla="*/ 0 h 1019287"/>
              <a:gd name="csX14" fmla="*/ 7749769 w 10018713"/>
              <a:gd name="csY14" fmla="*/ 0 h 1019287"/>
              <a:gd name="csX15" fmla="*/ 8439292 w 10018713"/>
              <a:gd name="csY15" fmla="*/ 0 h 1019287"/>
              <a:gd name="csX16" fmla="*/ 9229003 w 10018713"/>
              <a:gd name="csY16" fmla="*/ 0 h 1019287"/>
              <a:gd name="csX17" fmla="*/ 10018713 w 10018713"/>
              <a:gd name="csY17" fmla="*/ 0 h 1019287"/>
              <a:gd name="csX18" fmla="*/ 10018713 w 10018713"/>
              <a:gd name="csY18" fmla="*/ 479065 h 1019287"/>
              <a:gd name="csX19" fmla="*/ 10018713 w 10018713"/>
              <a:gd name="csY19" fmla="*/ 1019287 h 1019287"/>
              <a:gd name="csX20" fmla="*/ 9529564 w 10018713"/>
              <a:gd name="csY20" fmla="*/ 1019287 h 1019287"/>
              <a:gd name="csX21" fmla="*/ 8739854 w 10018713"/>
              <a:gd name="csY21" fmla="*/ 1019287 h 1019287"/>
              <a:gd name="csX22" fmla="*/ 8150518 w 10018713"/>
              <a:gd name="csY22" fmla="*/ 1019287 h 1019287"/>
              <a:gd name="csX23" fmla="*/ 7360807 w 10018713"/>
              <a:gd name="csY23" fmla="*/ 1019287 h 1019287"/>
              <a:gd name="csX24" fmla="*/ 6671284 w 10018713"/>
              <a:gd name="csY24" fmla="*/ 1019287 h 1019287"/>
              <a:gd name="csX25" fmla="*/ 6282322 w 10018713"/>
              <a:gd name="csY25" fmla="*/ 1019287 h 1019287"/>
              <a:gd name="csX26" fmla="*/ 5893361 w 10018713"/>
              <a:gd name="csY26" fmla="*/ 1019287 h 1019287"/>
              <a:gd name="csX27" fmla="*/ 5203837 w 10018713"/>
              <a:gd name="csY27" fmla="*/ 1019287 h 1019287"/>
              <a:gd name="csX28" fmla="*/ 4514314 w 10018713"/>
              <a:gd name="csY28" fmla="*/ 1019287 h 1019287"/>
              <a:gd name="csX29" fmla="*/ 4025165 w 10018713"/>
              <a:gd name="csY29" fmla="*/ 1019287 h 1019287"/>
              <a:gd name="csX30" fmla="*/ 3536016 w 10018713"/>
              <a:gd name="csY30" fmla="*/ 1019287 h 1019287"/>
              <a:gd name="csX31" fmla="*/ 3147055 w 10018713"/>
              <a:gd name="csY31" fmla="*/ 1019287 h 1019287"/>
              <a:gd name="csX32" fmla="*/ 2758093 w 10018713"/>
              <a:gd name="csY32" fmla="*/ 1019287 h 1019287"/>
              <a:gd name="csX33" fmla="*/ 2268944 w 10018713"/>
              <a:gd name="csY33" fmla="*/ 1019287 h 1019287"/>
              <a:gd name="csX34" fmla="*/ 1879982 w 10018713"/>
              <a:gd name="csY34" fmla="*/ 1019287 h 1019287"/>
              <a:gd name="csX35" fmla="*/ 1491020 w 10018713"/>
              <a:gd name="csY35" fmla="*/ 1019287 h 1019287"/>
              <a:gd name="csX36" fmla="*/ 1001871 w 10018713"/>
              <a:gd name="csY36" fmla="*/ 1019287 h 1019287"/>
              <a:gd name="csX37" fmla="*/ 512722 w 10018713"/>
              <a:gd name="csY37" fmla="*/ 1019287 h 1019287"/>
              <a:gd name="csX38" fmla="*/ 0 w 10018713"/>
              <a:gd name="csY38" fmla="*/ 1019287 h 1019287"/>
              <a:gd name="csX39" fmla="*/ 0 w 10018713"/>
              <a:gd name="csY39" fmla="*/ 489258 h 1019287"/>
              <a:gd name="csX40" fmla="*/ 0 w 10018713"/>
              <a:gd name="csY40" fmla="*/ 0 h 10192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10018713" h="1019287" fill="none" extrusionOk="0">
                <a:moveTo>
                  <a:pt x="0" y="0"/>
                </a:moveTo>
                <a:cubicBezTo>
                  <a:pt x="202588" y="-77466"/>
                  <a:pt x="549256" y="830"/>
                  <a:pt x="789710" y="0"/>
                </a:cubicBezTo>
                <a:cubicBezTo>
                  <a:pt x="1030164" y="-830"/>
                  <a:pt x="1029950" y="15682"/>
                  <a:pt x="1178672" y="0"/>
                </a:cubicBezTo>
                <a:cubicBezTo>
                  <a:pt x="1327394" y="-15682"/>
                  <a:pt x="1479455" y="62783"/>
                  <a:pt x="1768008" y="0"/>
                </a:cubicBezTo>
                <a:cubicBezTo>
                  <a:pt x="2056561" y="-62783"/>
                  <a:pt x="1925615" y="11920"/>
                  <a:pt x="2056783" y="0"/>
                </a:cubicBezTo>
                <a:cubicBezTo>
                  <a:pt x="2187952" y="-11920"/>
                  <a:pt x="2413905" y="33837"/>
                  <a:pt x="2545932" y="0"/>
                </a:cubicBezTo>
                <a:cubicBezTo>
                  <a:pt x="2677959" y="-33837"/>
                  <a:pt x="3066866" y="30310"/>
                  <a:pt x="3335642" y="0"/>
                </a:cubicBezTo>
                <a:cubicBezTo>
                  <a:pt x="3604418" y="-30310"/>
                  <a:pt x="3537412" y="3694"/>
                  <a:pt x="3724604" y="0"/>
                </a:cubicBezTo>
                <a:cubicBezTo>
                  <a:pt x="3911796" y="-3694"/>
                  <a:pt x="4035130" y="53161"/>
                  <a:pt x="4213753" y="0"/>
                </a:cubicBezTo>
                <a:cubicBezTo>
                  <a:pt x="4392376" y="-53161"/>
                  <a:pt x="4785028" y="65633"/>
                  <a:pt x="5003463" y="0"/>
                </a:cubicBezTo>
                <a:cubicBezTo>
                  <a:pt x="5221898" y="-65633"/>
                  <a:pt x="5157406" y="2428"/>
                  <a:pt x="5292238" y="0"/>
                </a:cubicBezTo>
                <a:cubicBezTo>
                  <a:pt x="5427070" y="-2428"/>
                  <a:pt x="5728222" y="7461"/>
                  <a:pt x="5881574" y="0"/>
                </a:cubicBezTo>
                <a:cubicBezTo>
                  <a:pt x="6034926" y="-7461"/>
                  <a:pt x="6174925" y="10248"/>
                  <a:pt x="6270536" y="0"/>
                </a:cubicBezTo>
                <a:cubicBezTo>
                  <a:pt x="6366147" y="-10248"/>
                  <a:pt x="6722476" y="30483"/>
                  <a:pt x="7060246" y="0"/>
                </a:cubicBezTo>
                <a:cubicBezTo>
                  <a:pt x="7398016" y="-30483"/>
                  <a:pt x="7423324" y="56584"/>
                  <a:pt x="7749769" y="0"/>
                </a:cubicBezTo>
                <a:cubicBezTo>
                  <a:pt x="8076214" y="-56584"/>
                  <a:pt x="8259276" y="81961"/>
                  <a:pt x="8439292" y="0"/>
                </a:cubicBezTo>
                <a:cubicBezTo>
                  <a:pt x="8619308" y="-81961"/>
                  <a:pt x="8994514" y="41653"/>
                  <a:pt x="9229003" y="0"/>
                </a:cubicBezTo>
                <a:cubicBezTo>
                  <a:pt x="9463492" y="-41653"/>
                  <a:pt x="9727933" y="27381"/>
                  <a:pt x="10018713" y="0"/>
                </a:cubicBezTo>
                <a:cubicBezTo>
                  <a:pt x="10057500" y="137686"/>
                  <a:pt x="9966159" y="318961"/>
                  <a:pt x="10018713" y="479065"/>
                </a:cubicBezTo>
                <a:cubicBezTo>
                  <a:pt x="10071267" y="639169"/>
                  <a:pt x="9998387" y="793593"/>
                  <a:pt x="10018713" y="1019287"/>
                </a:cubicBezTo>
                <a:cubicBezTo>
                  <a:pt x="9869372" y="1050444"/>
                  <a:pt x="9654272" y="969608"/>
                  <a:pt x="9529564" y="1019287"/>
                </a:cubicBezTo>
                <a:cubicBezTo>
                  <a:pt x="9404856" y="1068966"/>
                  <a:pt x="8998727" y="993128"/>
                  <a:pt x="8739854" y="1019287"/>
                </a:cubicBezTo>
                <a:cubicBezTo>
                  <a:pt x="8480981" y="1045446"/>
                  <a:pt x="8324251" y="997272"/>
                  <a:pt x="8150518" y="1019287"/>
                </a:cubicBezTo>
                <a:cubicBezTo>
                  <a:pt x="7976785" y="1041302"/>
                  <a:pt x="7719711" y="944156"/>
                  <a:pt x="7360807" y="1019287"/>
                </a:cubicBezTo>
                <a:cubicBezTo>
                  <a:pt x="7001903" y="1094418"/>
                  <a:pt x="6945102" y="1016365"/>
                  <a:pt x="6671284" y="1019287"/>
                </a:cubicBezTo>
                <a:cubicBezTo>
                  <a:pt x="6397466" y="1022209"/>
                  <a:pt x="6400667" y="974326"/>
                  <a:pt x="6282322" y="1019287"/>
                </a:cubicBezTo>
                <a:cubicBezTo>
                  <a:pt x="6163977" y="1064248"/>
                  <a:pt x="6072924" y="989639"/>
                  <a:pt x="5893361" y="1019287"/>
                </a:cubicBezTo>
                <a:cubicBezTo>
                  <a:pt x="5713798" y="1048935"/>
                  <a:pt x="5466932" y="968656"/>
                  <a:pt x="5203837" y="1019287"/>
                </a:cubicBezTo>
                <a:cubicBezTo>
                  <a:pt x="4940742" y="1069918"/>
                  <a:pt x="4732921" y="974290"/>
                  <a:pt x="4514314" y="1019287"/>
                </a:cubicBezTo>
                <a:cubicBezTo>
                  <a:pt x="4295707" y="1064284"/>
                  <a:pt x="4143659" y="990030"/>
                  <a:pt x="4025165" y="1019287"/>
                </a:cubicBezTo>
                <a:cubicBezTo>
                  <a:pt x="3906671" y="1048544"/>
                  <a:pt x="3674125" y="992343"/>
                  <a:pt x="3536016" y="1019287"/>
                </a:cubicBezTo>
                <a:cubicBezTo>
                  <a:pt x="3397907" y="1046231"/>
                  <a:pt x="3280478" y="981193"/>
                  <a:pt x="3147055" y="1019287"/>
                </a:cubicBezTo>
                <a:cubicBezTo>
                  <a:pt x="3013632" y="1057381"/>
                  <a:pt x="2853521" y="973265"/>
                  <a:pt x="2758093" y="1019287"/>
                </a:cubicBezTo>
                <a:cubicBezTo>
                  <a:pt x="2662665" y="1065309"/>
                  <a:pt x="2475607" y="967359"/>
                  <a:pt x="2268944" y="1019287"/>
                </a:cubicBezTo>
                <a:cubicBezTo>
                  <a:pt x="2062281" y="1071215"/>
                  <a:pt x="1983086" y="1001207"/>
                  <a:pt x="1879982" y="1019287"/>
                </a:cubicBezTo>
                <a:cubicBezTo>
                  <a:pt x="1776878" y="1037367"/>
                  <a:pt x="1611048" y="989264"/>
                  <a:pt x="1491020" y="1019287"/>
                </a:cubicBezTo>
                <a:cubicBezTo>
                  <a:pt x="1370992" y="1049310"/>
                  <a:pt x="1159678" y="1000123"/>
                  <a:pt x="1001871" y="1019287"/>
                </a:cubicBezTo>
                <a:cubicBezTo>
                  <a:pt x="844064" y="1038451"/>
                  <a:pt x="651106" y="965351"/>
                  <a:pt x="512722" y="1019287"/>
                </a:cubicBezTo>
                <a:cubicBezTo>
                  <a:pt x="374338" y="1073223"/>
                  <a:pt x="157611" y="1016242"/>
                  <a:pt x="0" y="1019287"/>
                </a:cubicBezTo>
                <a:cubicBezTo>
                  <a:pt x="-46676" y="845904"/>
                  <a:pt x="36171" y="735476"/>
                  <a:pt x="0" y="489258"/>
                </a:cubicBezTo>
                <a:cubicBezTo>
                  <a:pt x="-36171" y="243040"/>
                  <a:pt x="3344" y="214137"/>
                  <a:pt x="0" y="0"/>
                </a:cubicBezTo>
                <a:close/>
              </a:path>
              <a:path w="10018713" h="1019287" stroke="0" extrusionOk="0">
                <a:moveTo>
                  <a:pt x="0" y="0"/>
                </a:moveTo>
                <a:cubicBezTo>
                  <a:pt x="286513" y="-50757"/>
                  <a:pt x="409443" y="18956"/>
                  <a:pt x="589336" y="0"/>
                </a:cubicBezTo>
                <a:cubicBezTo>
                  <a:pt x="769229" y="-18956"/>
                  <a:pt x="927101" y="18411"/>
                  <a:pt x="1178672" y="0"/>
                </a:cubicBezTo>
                <a:cubicBezTo>
                  <a:pt x="1430243" y="-18411"/>
                  <a:pt x="1427568" y="20744"/>
                  <a:pt x="1567634" y="0"/>
                </a:cubicBezTo>
                <a:cubicBezTo>
                  <a:pt x="1707700" y="-20744"/>
                  <a:pt x="2043633" y="62286"/>
                  <a:pt x="2357344" y="0"/>
                </a:cubicBezTo>
                <a:cubicBezTo>
                  <a:pt x="2671055" y="-62286"/>
                  <a:pt x="2893438" y="83032"/>
                  <a:pt x="3147055" y="0"/>
                </a:cubicBezTo>
                <a:cubicBezTo>
                  <a:pt x="3400672" y="-83032"/>
                  <a:pt x="3442028" y="39332"/>
                  <a:pt x="3536016" y="0"/>
                </a:cubicBezTo>
                <a:cubicBezTo>
                  <a:pt x="3630004" y="-39332"/>
                  <a:pt x="3839608" y="7777"/>
                  <a:pt x="4125352" y="0"/>
                </a:cubicBezTo>
                <a:cubicBezTo>
                  <a:pt x="4411096" y="-7777"/>
                  <a:pt x="4484331" y="50221"/>
                  <a:pt x="4714688" y="0"/>
                </a:cubicBezTo>
                <a:cubicBezTo>
                  <a:pt x="4945045" y="-50221"/>
                  <a:pt x="4941502" y="34447"/>
                  <a:pt x="5003463" y="0"/>
                </a:cubicBezTo>
                <a:cubicBezTo>
                  <a:pt x="5065424" y="-34447"/>
                  <a:pt x="5527090" y="47779"/>
                  <a:pt x="5692986" y="0"/>
                </a:cubicBezTo>
                <a:cubicBezTo>
                  <a:pt x="5858882" y="-47779"/>
                  <a:pt x="6184628" y="56902"/>
                  <a:pt x="6382510" y="0"/>
                </a:cubicBezTo>
                <a:cubicBezTo>
                  <a:pt x="6580392" y="-56902"/>
                  <a:pt x="6597985" y="29802"/>
                  <a:pt x="6671284" y="0"/>
                </a:cubicBezTo>
                <a:cubicBezTo>
                  <a:pt x="6744583" y="-29802"/>
                  <a:pt x="7221996" y="54943"/>
                  <a:pt x="7460995" y="0"/>
                </a:cubicBezTo>
                <a:cubicBezTo>
                  <a:pt x="7699994" y="-54943"/>
                  <a:pt x="7873136" y="46531"/>
                  <a:pt x="8050331" y="0"/>
                </a:cubicBezTo>
                <a:cubicBezTo>
                  <a:pt x="8227526" y="-46531"/>
                  <a:pt x="8326674" y="29574"/>
                  <a:pt x="8439292" y="0"/>
                </a:cubicBezTo>
                <a:cubicBezTo>
                  <a:pt x="8551910" y="-29574"/>
                  <a:pt x="8645503" y="28509"/>
                  <a:pt x="8828254" y="0"/>
                </a:cubicBezTo>
                <a:cubicBezTo>
                  <a:pt x="9011005" y="-28509"/>
                  <a:pt x="8974426" y="15554"/>
                  <a:pt x="9117029" y="0"/>
                </a:cubicBezTo>
                <a:cubicBezTo>
                  <a:pt x="9259633" y="-15554"/>
                  <a:pt x="9364813" y="14299"/>
                  <a:pt x="9505991" y="0"/>
                </a:cubicBezTo>
                <a:cubicBezTo>
                  <a:pt x="9647169" y="-14299"/>
                  <a:pt x="9836009" y="43565"/>
                  <a:pt x="10018713" y="0"/>
                </a:cubicBezTo>
                <a:cubicBezTo>
                  <a:pt x="10058449" y="194968"/>
                  <a:pt x="10000250" y="260081"/>
                  <a:pt x="10018713" y="499451"/>
                </a:cubicBezTo>
                <a:cubicBezTo>
                  <a:pt x="10037176" y="738821"/>
                  <a:pt x="9976640" y="869746"/>
                  <a:pt x="10018713" y="1019287"/>
                </a:cubicBezTo>
                <a:cubicBezTo>
                  <a:pt x="9948990" y="1022531"/>
                  <a:pt x="9869659" y="1000159"/>
                  <a:pt x="9729938" y="1019287"/>
                </a:cubicBezTo>
                <a:cubicBezTo>
                  <a:pt x="9590217" y="1038415"/>
                  <a:pt x="9511693" y="1016518"/>
                  <a:pt x="9340977" y="1019287"/>
                </a:cubicBezTo>
                <a:cubicBezTo>
                  <a:pt x="9170261" y="1022056"/>
                  <a:pt x="9054503" y="973054"/>
                  <a:pt x="8952015" y="1019287"/>
                </a:cubicBezTo>
                <a:cubicBezTo>
                  <a:pt x="8849527" y="1065520"/>
                  <a:pt x="8556962" y="951687"/>
                  <a:pt x="8162304" y="1019287"/>
                </a:cubicBezTo>
                <a:cubicBezTo>
                  <a:pt x="7767646" y="1086887"/>
                  <a:pt x="7798763" y="1011277"/>
                  <a:pt x="7572968" y="1019287"/>
                </a:cubicBezTo>
                <a:cubicBezTo>
                  <a:pt x="7347173" y="1027297"/>
                  <a:pt x="7152058" y="976619"/>
                  <a:pt x="6883445" y="1019287"/>
                </a:cubicBezTo>
                <a:cubicBezTo>
                  <a:pt x="6614832" y="1061955"/>
                  <a:pt x="6561317" y="974928"/>
                  <a:pt x="6394296" y="1019287"/>
                </a:cubicBezTo>
                <a:cubicBezTo>
                  <a:pt x="6227275" y="1063646"/>
                  <a:pt x="6170173" y="1012450"/>
                  <a:pt x="6105522" y="1019287"/>
                </a:cubicBezTo>
                <a:cubicBezTo>
                  <a:pt x="6040871" y="1026124"/>
                  <a:pt x="5949017" y="1017373"/>
                  <a:pt x="5816747" y="1019287"/>
                </a:cubicBezTo>
                <a:cubicBezTo>
                  <a:pt x="5684478" y="1021201"/>
                  <a:pt x="5352435" y="971612"/>
                  <a:pt x="5027037" y="1019287"/>
                </a:cubicBezTo>
                <a:cubicBezTo>
                  <a:pt x="4701639" y="1066962"/>
                  <a:pt x="4497826" y="987225"/>
                  <a:pt x="4337513" y="1019287"/>
                </a:cubicBezTo>
                <a:cubicBezTo>
                  <a:pt x="4177200" y="1051349"/>
                  <a:pt x="4062796" y="998957"/>
                  <a:pt x="3948552" y="1019287"/>
                </a:cubicBezTo>
                <a:cubicBezTo>
                  <a:pt x="3834308" y="1039617"/>
                  <a:pt x="3702950" y="979139"/>
                  <a:pt x="3559590" y="1019287"/>
                </a:cubicBezTo>
                <a:cubicBezTo>
                  <a:pt x="3416230" y="1059435"/>
                  <a:pt x="3245296" y="980259"/>
                  <a:pt x="2970254" y="1019287"/>
                </a:cubicBezTo>
                <a:cubicBezTo>
                  <a:pt x="2695212" y="1058315"/>
                  <a:pt x="2556840" y="964437"/>
                  <a:pt x="2180543" y="1019287"/>
                </a:cubicBezTo>
                <a:cubicBezTo>
                  <a:pt x="1804246" y="1074137"/>
                  <a:pt x="2029538" y="1005697"/>
                  <a:pt x="1891769" y="1019287"/>
                </a:cubicBezTo>
                <a:cubicBezTo>
                  <a:pt x="1754000" y="1032877"/>
                  <a:pt x="1514740" y="950783"/>
                  <a:pt x="1302433" y="1019287"/>
                </a:cubicBezTo>
                <a:cubicBezTo>
                  <a:pt x="1090126" y="1087791"/>
                  <a:pt x="937920" y="985789"/>
                  <a:pt x="813284" y="1019287"/>
                </a:cubicBezTo>
                <a:cubicBezTo>
                  <a:pt x="688648" y="1052785"/>
                  <a:pt x="605353" y="1002081"/>
                  <a:pt x="524509" y="1019287"/>
                </a:cubicBezTo>
                <a:cubicBezTo>
                  <a:pt x="443665" y="1036493"/>
                  <a:pt x="124723" y="968509"/>
                  <a:pt x="0" y="1019287"/>
                </a:cubicBezTo>
                <a:cubicBezTo>
                  <a:pt x="-50119" y="870147"/>
                  <a:pt x="42661" y="647759"/>
                  <a:pt x="0" y="499451"/>
                </a:cubicBezTo>
                <a:cubicBezTo>
                  <a:pt x="-42661" y="351143"/>
                  <a:pt x="22300" y="197693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257449990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/>
          <a:p>
            <a:r>
              <a:rPr lang="el-GR" b="1" u="sng" dirty="0"/>
              <a:t>Στόχοι σημερινού μαθήματος: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848CA-CDF1-04BB-9DCD-CD4E6CB26E9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355707" y="0"/>
            <a:ext cx="10018712" cy="713590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endParaRPr lang="en-GB" dirty="0"/>
          </a:p>
          <a:p>
            <a:pPr marL="457200" indent="-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l-GR" sz="2000" b="1" dirty="0"/>
          </a:p>
          <a:p>
            <a:pPr marL="457200" indent="-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l-GR" sz="2000" b="1" dirty="0"/>
          </a:p>
          <a:p>
            <a:pPr marL="457200" indent="-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l-GR" sz="2000" b="1" dirty="0"/>
              <a:t>Να προσθέτουμε ετικέτες δεδομένων </a:t>
            </a:r>
            <a:r>
              <a:rPr lang="el-GR" sz="2000" b="1" dirty="0">
                <a:solidFill>
                  <a:srgbClr val="FF0000"/>
                </a:solidFill>
              </a:rPr>
              <a:t>(</a:t>
            </a:r>
            <a:r>
              <a:rPr lang="en-GB" sz="2000" b="1" dirty="0">
                <a:solidFill>
                  <a:srgbClr val="FF0000"/>
                </a:solidFill>
              </a:rPr>
              <a:t>data labels)</a:t>
            </a:r>
            <a:r>
              <a:rPr lang="el-GR" sz="2000" b="1" dirty="0">
                <a:solidFill>
                  <a:srgbClr val="FF0000"/>
                </a:solidFill>
              </a:rPr>
              <a:t> </a:t>
            </a:r>
            <a:r>
              <a:rPr lang="el-GR" sz="2000" b="1" dirty="0"/>
              <a:t>σε μια γραφική παράσταση.</a:t>
            </a:r>
            <a:endParaRPr lang="en-GB" sz="2000" b="1" dirty="0"/>
          </a:p>
          <a:p>
            <a:pPr marL="0" indent="0">
              <a:lnSpc>
                <a:spcPct val="200000"/>
              </a:lnSpc>
              <a:buNone/>
            </a:pPr>
            <a:endParaRPr lang="en-GB" dirty="0"/>
          </a:p>
          <a:p>
            <a:pPr marL="0" indent="0">
              <a:lnSpc>
                <a:spcPct val="200000"/>
              </a:lnSpc>
              <a:buNone/>
            </a:pPr>
            <a:endParaRPr lang="en-GB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endParaRPr lang="el-GR" dirty="0"/>
          </a:p>
          <a:p>
            <a:pPr marL="457200" indent="-457200">
              <a:lnSpc>
                <a:spcPct val="200000"/>
              </a:lnSpc>
              <a:buFont typeface="+mj-lt"/>
              <a:buAutoNum type="arabicPeriod" startAt="2"/>
            </a:pPr>
            <a:r>
              <a:rPr lang="el-GR" sz="2000" b="1" dirty="0"/>
              <a:t>Να αλλάζουμε το φόντο μιας γραφικής παράστασης.</a:t>
            </a:r>
            <a:endParaRPr lang="el-GR" sz="2000" dirty="0"/>
          </a:p>
          <a:p>
            <a:endParaRPr lang="el-GR" sz="2200" dirty="0"/>
          </a:p>
          <a:p>
            <a:endParaRPr lang="el-GR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016E02-5CA3-6893-E01A-92879DE14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9295" y="205460"/>
            <a:ext cx="938605" cy="9386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9EE77C6-4747-CE1B-B0BF-F66667E37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606" y="5263733"/>
            <a:ext cx="3365813" cy="13888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647480-94AC-698B-A95B-7671CD01C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036" y="2556204"/>
            <a:ext cx="5903562" cy="255367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1F77AA5-E91F-ABA5-6FA5-A3A976A92FD2}"/>
              </a:ext>
            </a:extLst>
          </p:cNvPr>
          <p:cNvCxnSpPr>
            <a:cxnSpLocks/>
          </p:cNvCxnSpPr>
          <p:nvPr/>
        </p:nvCxnSpPr>
        <p:spPr>
          <a:xfrm flipH="1">
            <a:off x="7358231" y="2874169"/>
            <a:ext cx="1032734" cy="69737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190FAC1-4EEC-7827-8BDD-A9A9E28ED455}"/>
              </a:ext>
            </a:extLst>
          </p:cNvPr>
          <p:cNvCxnSpPr>
            <a:cxnSpLocks/>
          </p:cNvCxnSpPr>
          <p:nvPr/>
        </p:nvCxnSpPr>
        <p:spPr>
          <a:xfrm flipH="1">
            <a:off x="6239435" y="2874169"/>
            <a:ext cx="2151530" cy="86949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C9C0D6-616B-FD2E-070B-4B4DF98E4D0B}"/>
              </a:ext>
            </a:extLst>
          </p:cNvPr>
          <p:cNvCxnSpPr>
            <a:cxnSpLocks/>
          </p:cNvCxnSpPr>
          <p:nvPr/>
        </p:nvCxnSpPr>
        <p:spPr>
          <a:xfrm flipH="1">
            <a:off x="10578597" y="4980791"/>
            <a:ext cx="257696" cy="7207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CED4821-C64D-627A-0CE7-C6E756474CC6}"/>
              </a:ext>
            </a:extLst>
          </p:cNvPr>
          <p:cNvCxnSpPr>
            <a:cxnSpLocks/>
          </p:cNvCxnSpPr>
          <p:nvPr/>
        </p:nvCxnSpPr>
        <p:spPr>
          <a:xfrm flipH="1">
            <a:off x="5120640" y="2874169"/>
            <a:ext cx="3270325" cy="55483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356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ACD268D-92DE-8221-7B70-45B21625B4E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15" y="3633171"/>
            <a:ext cx="2520000" cy="1440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8481B-C004-FC08-5081-C7CC48675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0220" y="1341651"/>
            <a:ext cx="10018713" cy="188317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 startAt="3"/>
            </a:pPr>
            <a:r>
              <a:rPr lang="el-GR" sz="2000" b="1" dirty="0"/>
              <a:t>Να αλλάζουμε το </a:t>
            </a:r>
            <a:r>
              <a:rPr lang="el-GR" sz="2000" b="1" dirty="0">
                <a:solidFill>
                  <a:srgbClr val="FF0000"/>
                </a:solidFill>
              </a:rPr>
              <a:t>χρώμα</a:t>
            </a:r>
            <a:r>
              <a:rPr lang="el-GR" sz="2000" b="1" dirty="0"/>
              <a:t> των </a:t>
            </a:r>
            <a:r>
              <a:rPr lang="el-GR" sz="2000" b="1" dirty="0">
                <a:solidFill>
                  <a:srgbClr val="FF0000"/>
                </a:solidFill>
              </a:rPr>
              <a:t>στηλών</a:t>
            </a:r>
            <a:r>
              <a:rPr lang="el-GR" sz="2000" b="1" dirty="0"/>
              <a:t>/</a:t>
            </a:r>
            <a:r>
              <a:rPr lang="el-GR" sz="2000" b="1" dirty="0">
                <a:solidFill>
                  <a:srgbClr val="FF0000"/>
                </a:solidFill>
              </a:rPr>
              <a:t>ράβδων</a:t>
            </a:r>
            <a:r>
              <a:rPr lang="el-GR" sz="2000" b="1" dirty="0"/>
              <a:t>/</a:t>
            </a:r>
            <a:r>
              <a:rPr lang="el-GR" sz="2000" b="1" dirty="0">
                <a:solidFill>
                  <a:srgbClr val="FF0000"/>
                </a:solidFill>
              </a:rPr>
              <a:t>γραμμών</a:t>
            </a:r>
            <a:r>
              <a:rPr lang="el-GR" sz="2000" b="1" dirty="0"/>
              <a:t>/</a:t>
            </a:r>
            <a:r>
              <a:rPr lang="el-GR" sz="2000" b="1" dirty="0">
                <a:solidFill>
                  <a:srgbClr val="FF0000"/>
                </a:solidFill>
              </a:rPr>
              <a:t>τμημάτων</a:t>
            </a:r>
            <a:r>
              <a:rPr lang="el-GR" sz="2000" b="1" dirty="0"/>
              <a:t> μιας γραφικής παράστασης.</a:t>
            </a:r>
            <a:endParaRPr lang="en-GB" sz="2000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6005436-0D72-01F1-74E7-D898A0A3F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402" y="124778"/>
            <a:ext cx="10018713" cy="1019287"/>
          </a:xfrm>
          <a:custGeom>
            <a:avLst/>
            <a:gdLst>
              <a:gd name="csX0" fmla="*/ 0 w 10018713"/>
              <a:gd name="csY0" fmla="*/ 0 h 1019287"/>
              <a:gd name="csX1" fmla="*/ 789710 w 10018713"/>
              <a:gd name="csY1" fmla="*/ 0 h 1019287"/>
              <a:gd name="csX2" fmla="*/ 1178672 w 10018713"/>
              <a:gd name="csY2" fmla="*/ 0 h 1019287"/>
              <a:gd name="csX3" fmla="*/ 1768008 w 10018713"/>
              <a:gd name="csY3" fmla="*/ 0 h 1019287"/>
              <a:gd name="csX4" fmla="*/ 2056783 w 10018713"/>
              <a:gd name="csY4" fmla="*/ 0 h 1019287"/>
              <a:gd name="csX5" fmla="*/ 2545932 w 10018713"/>
              <a:gd name="csY5" fmla="*/ 0 h 1019287"/>
              <a:gd name="csX6" fmla="*/ 3335642 w 10018713"/>
              <a:gd name="csY6" fmla="*/ 0 h 1019287"/>
              <a:gd name="csX7" fmla="*/ 3724604 w 10018713"/>
              <a:gd name="csY7" fmla="*/ 0 h 1019287"/>
              <a:gd name="csX8" fmla="*/ 4213753 w 10018713"/>
              <a:gd name="csY8" fmla="*/ 0 h 1019287"/>
              <a:gd name="csX9" fmla="*/ 5003463 w 10018713"/>
              <a:gd name="csY9" fmla="*/ 0 h 1019287"/>
              <a:gd name="csX10" fmla="*/ 5292238 w 10018713"/>
              <a:gd name="csY10" fmla="*/ 0 h 1019287"/>
              <a:gd name="csX11" fmla="*/ 5881574 w 10018713"/>
              <a:gd name="csY11" fmla="*/ 0 h 1019287"/>
              <a:gd name="csX12" fmla="*/ 6270536 w 10018713"/>
              <a:gd name="csY12" fmla="*/ 0 h 1019287"/>
              <a:gd name="csX13" fmla="*/ 7060246 w 10018713"/>
              <a:gd name="csY13" fmla="*/ 0 h 1019287"/>
              <a:gd name="csX14" fmla="*/ 7749769 w 10018713"/>
              <a:gd name="csY14" fmla="*/ 0 h 1019287"/>
              <a:gd name="csX15" fmla="*/ 8439292 w 10018713"/>
              <a:gd name="csY15" fmla="*/ 0 h 1019287"/>
              <a:gd name="csX16" fmla="*/ 9229003 w 10018713"/>
              <a:gd name="csY16" fmla="*/ 0 h 1019287"/>
              <a:gd name="csX17" fmla="*/ 10018713 w 10018713"/>
              <a:gd name="csY17" fmla="*/ 0 h 1019287"/>
              <a:gd name="csX18" fmla="*/ 10018713 w 10018713"/>
              <a:gd name="csY18" fmla="*/ 479065 h 1019287"/>
              <a:gd name="csX19" fmla="*/ 10018713 w 10018713"/>
              <a:gd name="csY19" fmla="*/ 1019287 h 1019287"/>
              <a:gd name="csX20" fmla="*/ 9529564 w 10018713"/>
              <a:gd name="csY20" fmla="*/ 1019287 h 1019287"/>
              <a:gd name="csX21" fmla="*/ 8739854 w 10018713"/>
              <a:gd name="csY21" fmla="*/ 1019287 h 1019287"/>
              <a:gd name="csX22" fmla="*/ 8150518 w 10018713"/>
              <a:gd name="csY22" fmla="*/ 1019287 h 1019287"/>
              <a:gd name="csX23" fmla="*/ 7360807 w 10018713"/>
              <a:gd name="csY23" fmla="*/ 1019287 h 1019287"/>
              <a:gd name="csX24" fmla="*/ 6671284 w 10018713"/>
              <a:gd name="csY24" fmla="*/ 1019287 h 1019287"/>
              <a:gd name="csX25" fmla="*/ 6282322 w 10018713"/>
              <a:gd name="csY25" fmla="*/ 1019287 h 1019287"/>
              <a:gd name="csX26" fmla="*/ 5893361 w 10018713"/>
              <a:gd name="csY26" fmla="*/ 1019287 h 1019287"/>
              <a:gd name="csX27" fmla="*/ 5203837 w 10018713"/>
              <a:gd name="csY27" fmla="*/ 1019287 h 1019287"/>
              <a:gd name="csX28" fmla="*/ 4514314 w 10018713"/>
              <a:gd name="csY28" fmla="*/ 1019287 h 1019287"/>
              <a:gd name="csX29" fmla="*/ 4025165 w 10018713"/>
              <a:gd name="csY29" fmla="*/ 1019287 h 1019287"/>
              <a:gd name="csX30" fmla="*/ 3536016 w 10018713"/>
              <a:gd name="csY30" fmla="*/ 1019287 h 1019287"/>
              <a:gd name="csX31" fmla="*/ 3147055 w 10018713"/>
              <a:gd name="csY31" fmla="*/ 1019287 h 1019287"/>
              <a:gd name="csX32" fmla="*/ 2758093 w 10018713"/>
              <a:gd name="csY32" fmla="*/ 1019287 h 1019287"/>
              <a:gd name="csX33" fmla="*/ 2268944 w 10018713"/>
              <a:gd name="csY33" fmla="*/ 1019287 h 1019287"/>
              <a:gd name="csX34" fmla="*/ 1879982 w 10018713"/>
              <a:gd name="csY34" fmla="*/ 1019287 h 1019287"/>
              <a:gd name="csX35" fmla="*/ 1491020 w 10018713"/>
              <a:gd name="csY35" fmla="*/ 1019287 h 1019287"/>
              <a:gd name="csX36" fmla="*/ 1001871 w 10018713"/>
              <a:gd name="csY36" fmla="*/ 1019287 h 1019287"/>
              <a:gd name="csX37" fmla="*/ 512722 w 10018713"/>
              <a:gd name="csY37" fmla="*/ 1019287 h 1019287"/>
              <a:gd name="csX38" fmla="*/ 0 w 10018713"/>
              <a:gd name="csY38" fmla="*/ 1019287 h 1019287"/>
              <a:gd name="csX39" fmla="*/ 0 w 10018713"/>
              <a:gd name="csY39" fmla="*/ 489258 h 1019287"/>
              <a:gd name="csX40" fmla="*/ 0 w 10018713"/>
              <a:gd name="csY40" fmla="*/ 0 h 10192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10018713" h="1019287" fill="none" extrusionOk="0">
                <a:moveTo>
                  <a:pt x="0" y="0"/>
                </a:moveTo>
                <a:cubicBezTo>
                  <a:pt x="202588" y="-77466"/>
                  <a:pt x="549256" y="830"/>
                  <a:pt x="789710" y="0"/>
                </a:cubicBezTo>
                <a:cubicBezTo>
                  <a:pt x="1030164" y="-830"/>
                  <a:pt x="1029950" y="15682"/>
                  <a:pt x="1178672" y="0"/>
                </a:cubicBezTo>
                <a:cubicBezTo>
                  <a:pt x="1327394" y="-15682"/>
                  <a:pt x="1479455" y="62783"/>
                  <a:pt x="1768008" y="0"/>
                </a:cubicBezTo>
                <a:cubicBezTo>
                  <a:pt x="2056561" y="-62783"/>
                  <a:pt x="1925615" y="11920"/>
                  <a:pt x="2056783" y="0"/>
                </a:cubicBezTo>
                <a:cubicBezTo>
                  <a:pt x="2187952" y="-11920"/>
                  <a:pt x="2413905" y="33837"/>
                  <a:pt x="2545932" y="0"/>
                </a:cubicBezTo>
                <a:cubicBezTo>
                  <a:pt x="2677959" y="-33837"/>
                  <a:pt x="3066866" y="30310"/>
                  <a:pt x="3335642" y="0"/>
                </a:cubicBezTo>
                <a:cubicBezTo>
                  <a:pt x="3604418" y="-30310"/>
                  <a:pt x="3537412" y="3694"/>
                  <a:pt x="3724604" y="0"/>
                </a:cubicBezTo>
                <a:cubicBezTo>
                  <a:pt x="3911796" y="-3694"/>
                  <a:pt x="4035130" y="53161"/>
                  <a:pt x="4213753" y="0"/>
                </a:cubicBezTo>
                <a:cubicBezTo>
                  <a:pt x="4392376" y="-53161"/>
                  <a:pt x="4785028" y="65633"/>
                  <a:pt x="5003463" y="0"/>
                </a:cubicBezTo>
                <a:cubicBezTo>
                  <a:pt x="5221898" y="-65633"/>
                  <a:pt x="5157406" y="2428"/>
                  <a:pt x="5292238" y="0"/>
                </a:cubicBezTo>
                <a:cubicBezTo>
                  <a:pt x="5427070" y="-2428"/>
                  <a:pt x="5728222" y="7461"/>
                  <a:pt x="5881574" y="0"/>
                </a:cubicBezTo>
                <a:cubicBezTo>
                  <a:pt x="6034926" y="-7461"/>
                  <a:pt x="6174925" y="10248"/>
                  <a:pt x="6270536" y="0"/>
                </a:cubicBezTo>
                <a:cubicBezTo>
                  <a:pt x="6366147" y="-10248"/>
                  <a:pt x="6722476" y="30483"/>
                  <a:pt x="7060246" y="0"/>
                </a:cubicBezTo>
                <a:cubicBezTo>
                  <a:pt x="7398016" y="-30483"/>
                  <a:pt x="7423324" y="56584"/>
                  <a:pt x="7749769" y="0"/>
                </a:cubicBezTo>
                <a:cubicBezTo>
                  <a:pt x="8076214" y="-56584"/>
                  <a:pt x="8259276" y="81961"/>
                  <a:pt x="8439292" y="0"/>
                </a:cubicBezTo>
                <a:cubicBezTo>
                  <a:pt x="8619308" y="-81961"/>
                  <a:pt x="8994514" y="41653"/>
                  <a:pt x="9229003" y="0"/>
                </a:cubicBezTo>
                <a:cubicBezTo>
                  <a:pt x="9463492" y="-41653"/>
                  <a:pt x="9727933" y="27381"/>
                  <a:pt x="10018713" y="0"/>
                </a:cubicBezTo>
                <a:cubicBezTo>
                  <a:pt x="10057500" y="137686"/>
                  <a:pt x="9966159" y="318961"/>
                  <a:pt x="10018713" y="479065"/>
                </a:cubicBezTo>
                <a:cubicBezTo>
                  <a:pt x="10071267" y="639169"/>
                  <a:pt x="9998387" y="793593"/>
                  <a:pt x="10018713" y="1019287"/>
                </a:cubicBezTo>
                <a:cubicBezTo>
                  <a:pt x="9869372" y="1050444"/>
                  <a:pt x="9654272" y="969608"/>
                  <a:pt x="9529564" y="1019287"/>
                </a:cubicBezTo>
                <a:cubicBezTo>
                  <a:pt x="9404856" y="1068966"/>
                  <a:pt x="8998727" y="993128"/>
                  <a:pt x="8739854" y="1019287"/>
                </a:cubicBezTo>
                <a:cubicBezTo>
                  <a:pt x="8480981" y="1045446"/>
                  <a:pt x="8324251" y="997272"/>
                  <a:pt x="8150518" y="1019287"/>
                </a:cubicBezTo>
                <a:cubicBezTo>
                  <a:pt x="7976785" y="1041302"/>
                  <a:pt x="7719711" y="944156"/>
                  <a:pt x="7360807" y="1019287"/>
                </a:cubicBezTo>
                <a:cubicBezTo>
                  <a:pt x="7001903" y="1094418"/>
                  <a:pt x="6945102" y="1016365"/>
                  <a:pt x="6671284" y="1019287"/>
                </a:cubicBezTo>
                <a:cubicBezTo>
                  <a:pt x="6397466" y="1022209"/>
                  <a:pt x="6400667" y="974326"/>
                  <a:pt x="6282322" y="1019287"/>
                </a:cubicBezTo>
                <a:cubicBezTo>
                  <a:pt x="6163977" y="1064248"/>
                  <a:pt x="6072924" y="989639"/>
                  <a:pt x="5893361" y="1019287"/>
                </a:cubicBezTo>
                <a:cubicBezTo>
                  <a:pt x="5713798" y="1048935"/>
                  <a:pt x="5466932" y="968656"/>
                  <a:pt x="5203837" y="1019287"/>
                </a:cubicBezTo>
                <a:cubicBezTo>
                  <a:pt x="4940742" y="1069918"/>
                  <a:pt x="4732921" y="974290"/>
                  <a:pt x="4514314" y="1019287"/>
                </a:cubicBezTo>
                <a:cubicBezTo>
                  <a:pt x="4295707" y="1064284"/>
                  <a:pt x="4143659" y="990030"/>
                  <a:pt x="4025165" y="1019287"/>
                </a:cubicBezTo>
                <a:cubicBezTo>
                  <a:pt x="3906671" y="1048544"/>
                  <a:pt x="3674125" y="992343"/>
                  <a:pt x="3536016" y="1019287"/>
                </a:cubicBezTo>
                <a:cubicBezTo>
                  <a:pt x="3397907" y="1046231"/>
                  <a:pt x="3280478" y="981193"/>
                  <a:pt x="3147055" y="1019287"/>
                </a:cubicBezTo>
                <a:cubicBezTo>
                  <a:pt x="3013632" y="1057381"/>
                  <a:pt x="2853521" y="973265"/>
                  <a:pt x="2758093" y="1019287"/>
                </a:cubicBezTo>
                <a:cubicBezTo>
                  <a:pt x="2662665" y="1065309"/>
                  <a:pt x="2475607" y="967359"/>
                  <a:pt x="2268944" y="1019287"/>
                </a:cubicBezTo>
                <a:cubicBezTo>
                  <a:pt x="2062281" y="1071215"/>
                  <a:pt x="1983086" y="1001207"/>
                  <a:pt x="1879982" y="1019287"/>
                </a:cubicBezTo>
                <a:cubicBezTo>
                  <a:pt x="1776878" y="1037367"/>
                  <a:pt x="1611048" y="989264"/>
                  <a:pt x="1491020" y="1019287"/>
                </a:cubicBezTo>
                <a:cubicBezTo>
                  <a:pt x="1370992" y="1049310"/>
                  <a:pt x="1159678" y="1000123"/>
                  <a:pt x="1001871" y="1019287"/>
                </a:cubicBezTo>
                <a:cubicBezTo>
                  <a:pt x="844064" y="1038451"/>
                  <a:pt x="651106" y="965351"/>
                  <a:pt x="512722" y="1019287"/>
                </a:cubicBezTo>
                <a:cubicBezTo>
                  <a:pt x="374338" y="1073223"/>
                  <a:pt x="157611" y="1016242"/>
                  <a:pt x="0" y="1019287"/>
                </a:cubicBezTo>
                <a:cubicBezTo>
                  <a:pt x="-46676" y="845904"/>
                  <a:pt x="36171" y="735476"/>
                  <a:pt x="0" y="489258"/>
                </a:cubicBezTo>
                <a:cubicBezTo>
                  <a:pt x="-36171" y="243040"/>
                  <a:pt x="3344" y="214137"/>
                  <a:pt x="0" y="0"/>
                </a:cubicBezTo>
                <a:close/>
              </a:path>
              <a:path w="10018713" h="1019287" stroke="0" extrusionOk="0">
                <a:moveTo>
                  <a:pt x="0" y="0"/>
                </a:moveTo>
                <a:cubicBezTo>
                  <a:pt x="286513" y="-50757"/>
                  <a:pt x="409443" y="18956"/>
                  <a:pt x="589336" y="0"/>
                </a:cubicBezTo>
                <a:cubicBezTo>
                  <a:pt x="769229" y="-18956"/>
                  <a:pt x="927101" y="18411"/>
                  <a:pt x="1178672" y="0"/>
                </a:cubicBezTo>
                <a:cubicBezTo>
                  <a:pt x="1430243" y="-18411"/>
                  <a:pt x="1427568" y="20744"/>
                  <a:pt x="1567634" y="0"/>
                </a:cubicBezTo>
                <a:cubicBezTo>
                  <a:pt x="1707700" y="-20744"/>
                  <a:pt x="2043633" y="62286"/>
                  <a:pt x="2357344" y="0"/>
                </a:cubicBezTo>
                <a:cubicBezTo>
                  <a:pt x="2671055" y="-62286"/>
                  <a:pt x="2893438" y="83032"/>
                  <a:pt x="3147055" y="0"/>
                </a:cubicBezTo>
                <a:cubicBezTo>
                  <a:pt x="3400672" y="-83032"/>
                  <a:pt x="3442028" y="39332"/>
                  <a:pt x="3536016" y="0"/>
                </a:cubicBezTo>
                <a:cubicBezTo>
                  <a:pt x="3630004" y="-39332"/>
                  <a:pt x="3839608" y="7777"/>
                  <a:pt x="4125352" y="0"/>
                </a:cubicBezTo>
                <a:cubicBezTo>
                  <a:pt x="4411096" y="-7777"/>
                  <a:pt x="4484331" y="50221"/>
                  <a:pt x="4714688" y="0"/>
                </a:cubicBezTo>
                <a:cubicBezTo>
                  <a:pt x="4945045" y="-50221"/>
                  <a:pt x="4941502" y="34447"/>
                  <a:pt x="5003463" y="0"/>
                </a:cubicBezTo>
                <a:cubicBezTo>
                  <a:pt x="5065424" y="-34447"/>
                  <a:pt x="5527090" y="47779"/>
                  <a:pt x="5692986" y="0"/>
                </a:cubicBezTo>
                <a:cubicBezTo>
                  <a:pt x="5858882" y="-47779"/>
                  <a:pt x="6184628" y="56902"/>
                  <a:pt x="6382510" y="0"/>
                </a:cubicBezTo>
                <a:cubicBezTo>
                  <a:pt x="6580392" y="-56902"/>
                  <a:pt x="6597985" y="29802"/>
                  <a:pt x="6671284" y="0"/>
                </a:cubicBezTo>
                <a:cubicBezTo>
                  <a:pt x="6744583" y="-29802"/>
                  <a:pt x="7221996" y="54943"/>
                  <a:pt x="7460995" y="0"/>
                </a:cubicBezTo>
                <a:cubicBezTo>
                  <a:pt x="7699994" y="-54943"/>
                  <a:pt x="7873136" y="46531"/>
                  <a:pt x="8050331" y="0"/>
                </a:cubicBezTo>
                <a:cubicBezTo>
                  <a:pt x="8227526" y="-46531"/>
                  <a:pt x="8326674" y="29574"/>
                  <a:pt x="8439292" y="0"/>
                </a:cubicBezTo>
                <a:cubicBezTo>
                  <a:pt x="8551910" y="-29574"/>
                  <a:pt x="8645503" y="28509"/>
                  <a:pt x="8828254" y="0"/>
                </a:cubicBezTo>
                <a:cubicBezTo>
                  <a:pt x="9011005" y="-28509"/>
                  <a:pt x="8974426" y="15554"/>
                  <a:pt x="9117029" y="0"/>
                </a:cubicBezTo>
                <a:cubicBezTo>
                  <a:pt x="9259633" y="-15554"/>
                  <a:pt x="9364813" y="14299"/>
                  <a:pt x="9505991" y="0"/>
                </a:cubicBezTo>
                <a:cubicBezTo>
                  <a:pt x="9647169" y="-14299"/>
                  <a:pt x="9836009" y="43565"/>
                  <a:pt x="10018713" y="0"/>
                </a:cubicBezTo>
                <a:cubicBezTo>
                  <a:pt x="10058449" y="194968"/>
                  <a:pt x="10000250" y="260081"/>
                  <a:pt x="10018713" y="499451"/>
                </a:cubicBezTo>
                <a:cubicBezTo>
                  <a:pt x="10037176" y="738821"/>
                  <a:pt x="9976640" y="869746"/>
                  <a:pt x="10018713" y="1019287"/>
                </a:cubicBezTo>
                <a:cubicBezTo>
                  <a:pt x="9948990" y="1022531"/>
                  <a:pt x="9869659" y="1000159"/>
                  <a:pt x="9729938" y="1019287"/>
                </a:cubicBezTo>
                <a:cubicBezTo>
                  <a:pt x="9590217" y="1038415"/>
                  <a:pt x="9511693" y="1016518"/>
                  <a:pt x="9340977" y="1019287"/>
                </a:cubicBezTo>
                <a:cubicBezTo>
                  <a:pt x="9170261" y="1022056"/>
                  <a:pt x="9054503" y="973054"/>
                  <a:pt x="8952015" y="1019287"/>
                </a:cubicBezTo>
                <a:cubicBezTo>
                  <a:pt x="8849527" y="1065520"/>
                  <a:pt x="8556962" y="951687"/>
                  <a:pt x="8162304" y="1019287"/>
                </a:cubicBezTo>
                <a:cubicBezTo>
                  <a:pt x="7767646" y="1086887"/>
                  <a:pt x="7798763" y="1011277"/>
                  <a:pt x="7572968" y="1019287"/>
                </a:cubicBezTo>
                <a:cubicBezTo>
                  <a:pt x="7347173" y="1027297"/>
                  <a:pt x="7152058" y="976619"/>
                  <a:pt x="6883445" y="1019287"/>
                </a:cubicBezTo>
                <a:cubicBezTo>
                  <a:pt x="6614832" y="1061955"/>
                  <a:pt x="6561317" y="974928"/>
                  <a:pt x="6394296" y="1019287"/>
                </a:cubicBezTo>
                <a:cubicBezTo>
                  <a:pt x="6227275" y="1063646"/>
                  <a:pt x="6170173" y="1012450"/>
                  <a:pt x="6105522" y="1019287"/>
                </a:cubicBezTo>
                <a:cubicBezTo>
                  <a:pt x="6040871" y="1026124"/>
                  <a:pt x="5949017" y="1017373"/>
                  <a:pt x="5816747" y="1019287"/>
                </a:cubicBezTo>
                <a:cubicBezTo>
                  <a:pt x="5684478" y="1021201"/>
                  <a:pt x="5352435" y="971612"/>
                  <a:pt x="5027037" y="1019287"/>
                </a:cubicBezTo>
                <a:cubicBezTo>
                  <a:pt x="4701639" y="1066962"/>
                  <a:pt x="4497826" y="987225"/>
                  <a:pt x="4337513" y="1019287"/>
                </a:cubicBezTo>
                <a:cubicBezTo>
                  <a:pt x="4177200" y="1051349"/>
                  <a:pt x="4062796" y="998957"/>
                  <a:pt x="3948552" y="1019287"/>
                </a:cubicBezTo>
                <a:cubicBezTo>
                  <a:pt x="3834308" y="1039617"/>
                  <a:pt x="3702950" y="979139"/>
                  <a:pt x="3559590" y="1019287"/>
                </a:cubicBezTo>
                <a:cubicBezTo>
                  <a:pt x="3416230" y="1059435"/>
                  <a:pt x="3245296" y="980259"/>
                  <a:pt x="2970254" y="1019287"/>
                </a:cubicBezTo>
                <a:cubicBezTo>
                  <a:pt x="2695212" y="1058315"/>
                  <a:pt x="2556840" y="964437"/>
                  <a:pt x="2180543" y="1019287"/>
                </a:cubicBezTo>
                <a:cubicBezTo>
                  <a:pt x="1804246" y="1074137"/>
                  <a:pt x="2029538" y="1005697"/>
                  <a:pt x="1891769" y="1019287"/>
                </a:cubicBezTo>
                <a:cubicBezTo>
                  <a:pt x="1754000" y="1032877"/>
                  <a:pt x="1514740" y="950783"/>
                  <a:pt x="1302433" y="1019287"/>
                </a:cubicBezTo>
                <a:cubicBezTo>
                  <a:pt x="1090126" y="1087791"/>
                  <a:pt x="937920" y="985789"/>
                  <a:pt x="813284" y="1019287"/>
                </a:cubicBezTo>
                <a:cubicBezTo>
                  <a:pt x="688648" y="1052785"/>
                  <a:pt x="605353" y="1002081"/>
                  <a:pt x="524509" y="1019287"/>
                </a:cubicBezTo>
                <a:cubicBezTo>
                  <a:pt x="443665" y="1036493"/>
                  <a:pt x="124723" y="968509"/>
                  <a:pt x="0" y="1019287"/>
                </a:cubicBezTo>
                <a:cubicBezTo>
                  <a:pt x="-50119" y="870147"/>
                  <a:pt x="42661" y="647759"/>
                  <a:pt x="0" y="499451"/>
                </a:cubicBezTo>
                <a:cubicBezTo>
                  <a:pt x="-42661" y="351143"/>
                  <a:pt x="22300" y="197693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257449990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/>
          <a:p>
            <a:r>
              <a:rPr lang="el-GR" b="1" u="sng" dirty="0"/>
              <a:t>Στόχοι σημερινού μαθήματος: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6EEF26-AAEB-3FBF-E6FA-A7B41D93FAC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439614" y="3633171"/>
            <a:ext cx="2520000" cy="144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2FDB64-A009-BDBB-A2AA-20D2D0B74647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876971" y="3633171"/>
            <a:ext cx="2520000" cy="144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AE364C0-C87E-F1A5-0A98-A12500B6B1B7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622758" y="3633171"/>
            <a:ext cx="252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315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DB858-A3C0-3B52-1CF5-741481560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12465"/>
            <a:ext cx="10018713" cy="949361"/>
          </a:xfrm>
          <a:custGeom>
            <a:avLst/>
            <a:gdLst>
              <a:gd name="csX0" fmla="*/ 0 w 10018713"/>
              <a:gd name="csY0" fmla="*/ 0 h 949361"/>
              <a:gd name="csX1" fmla="*/ 489149 w 10018713"/>
              <a:gd name="csY1" fmla="*/ 0 h 949361"/>
              <a:gd name="csX2" fmla="*/ 1178672 w 10018713"/>
              <a:gd name="csY2" fmla="*/ 0 h 949361"/>
              <a:gd name="csX3" fmla="*/ 1768008 w 10018713"/>
              <a:gd name="csY3" fmla="*/ 0 h 949361"/>
              <a:gd name="csX4" fmla="*/ 2257157 w 10018713"/>
              <a:gd name="csY4" fmla="*/ 0 h 949361"/>
              <a:gd name="csX5" fmla="*/ 2545932 w 10018713"/>
              <a:gd name="csY5" fmla="*/ 0 h 949361"/>
              <a:gd name="csX6" fmla="*/ 2934894 w 10018713"/>
              <a:gd name="csY6" fmla="*/ 0 h 949361"/>
              <a:gd name="csX7" fmla="*/ 3724604 w 10018713"/>
              <a:gd name="csY7" fmla="*/ 0 h 949361"/>
              <a:gd name="csX8" fmla="*/ 4414127 w 10018713"/>
              <a:gd name="csY8" fmla="*/ 0 h 949361"/>
              <a:gd name="csX9" fmla="*/ 4803089 w 10018713"/>
              <a:gd name="csY9" fmla="*/ 0 h 949361"/>
              <a:gd name="csX10" fmla="*/ 5091864 w 10018713"/>
              <a:gd name="csY10" fmla="*/ 0 h 949361"/>
              <a:gd name="csX11" fmla="*/ 5480825 w 10018713"/>
              <a:gd name="csY11" fmla="*/ 0 h 949361"/>
              <a:gd name="csX12" fmla="*/ 5869787 w 10018713"/>
              <a:gd name="csY12" fmla="*/ 0 h 949361"/>
              <a:gd name="csX13" fmla="*/ 6559310 w 10018713"/>
              <a:gd name="csY13" fmla="*/ 0 h 949361"/>
              <a:gd name="csX14" fmla="*/ 7248834 w 10018713"/>
              <a:gd name="csY14" fmla="*/ 0 h 949361"/>
              <a:gd name="csX15" fmla="*/ 7737982 w 10018713"/>
              <a:gd name="csY15" fmla="*/ 0 h 949361"/>
              <a:gd name="csX16" fmla="*/ 8527693 w 10018713"/>
              <a:gd name="csY16" fmla="*/ 0 h 949361"/>
              <a:gd name="csX17" fmla="*/ 8916655 w 10018713"/>
              <a:gd name="csY17" fmla="*/ 0 h 949361"/>
              <a:gd name="csX18" fmla="*/ 10018713 w 10018713"/>
              <a:gd name="csY18" fmla="*/ 0 h 949361"/>
              <a:gd name="csX19" fmla="*/ 10018713 w 10018713"/>
              <a:gd name="csY19" fmla="*/ 465187 h 949361"/>
              <a:gd name="csX20" fmla="*/ 10018713 w 10018713"/>
              <a:gd name="csY20" fmla="*/ 949361 h 949361"/>
              <a:gd name="csX21" fmla="*/ 9429377 w 10018713"/>
              <a:gd name="csY21" fmla="*/ 949361 h 949361"/>
              <a:gd name="csX22" fmla="*/ 8940228 w 10018713"/>
              <a:gd name="csY22" fmla="*/ 949361 h 949361"/>
              <a:gd name="csX23" fmla="*/ 8651453 w 10018713"/>
              <a:gd name="csY23" fmla="*/ 949361 h 949361"/>
              <a:gd name="csX24" fmla="*/ 8162304 w 10018713"/>
              <a:gd name="csY24" fmla="*/ 949361 h 949361"/>
              <a:gd name="csX25" fmla="*/ 7773343 w 10018713"/>
              <a:gd name="csY25" fmla="*/ 949361 h 949361"/>
              <a:gd name="csX26" fmla="*/ 7484568 w 10018713"/>
              <a:gd name="csY26" fmla="*/ 949361 h 949361"/>
              <a:gd name="csX27" fmla="*/ 6995419 w 10018713"/>
              <a:gd name="csY27" fmla="*/ 949361 h 949361"/>
              <a:gd name="csX28" fmla="*/ 6406083 w 10018713"/>
              <a:gd name="csY28" fmla="*/ 949361 h 949361"/>
              <a:gd name="csX29" fmla="*/ 6017121 w 10018713"/>
              <a:gd name="csY29" fmla="*/ 949361 h 949361"/>
              <a:gd name="csX30" fmla="*/ 5527972 w 10018713"/>
              <a:gd name="csY30" fmla="*/ 949361 h 949361"/>
              <a:gd name="csX31" fmla="*/ 4738262 w 10018713"/>
              <a:gd name="csY31" fmla="*/ 949361 h 949361"/>
              <a:gd name="csX32" fmla="*/ 4048739 w 10018713"/>
              <a:gd name="csY32" fmla="*/ 949361 h 949361"/>
              <a:gd name="csX33" fmla="*/ 3559590 w 10018713"/>
              <a:gd name="csY33" fmla="*/ 949361 h 949361"/>
              <a:gd name="csX34" fmla="*/ 2970254 w 10018713"/>
              <a:gd name="csY34" fmla="*/ 949361 h 949361"/>
              <a:gd name="csX35" fmla="*/ 2681479 w 10018713"/>
              <a:gd name="csY35" fmla="*/ 949361 h 949361"/>
              <a:gd name="csX36" fmla="*/ 2292517 w 10018713"/>
              <a:gd name="csY36" fmla="*/ 949361 h 949361"/>
              <a:gd name="csX37" fmla="*/ 1502807 w 10018713"/>
              <a:gd name="csY37" fmla="*/ 949361 h 949361"/>
              <a:gd name="csX38" fmla="*/ 913471 w 10018713"/>
              <a:gd name="csY38" fmla="*/ 949361 h 949361"/>
              <a:gd name="csX39" fmla="*/ 0 w 10018713"/>
              <a:gd name="csY39" fmla="*/ 949361 h 949361"/>
              <a:gd name="csX40" fmla="*/ 0 w 10018713"/>
              <a:gd name="csY40" fmla="*/ 493668 h 949361"/>
              <a:gd name="csX41" fmla="*/ 0 w 10018713"/>
              <a:gd name="csY41" fmla="*/ 0 h 9493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0018713" h="949361" fill="none" extrusionOk="0">
                <a:moveTo>
                  <a:pt x="0" y="0"/>
                </a:moveTo>
                <a:cubicBezTo>
                  <a:pt x="188845" y="-55567"/>
                  <a:pt x="286436" y="43946"/>
                  <a:pt x="489149" y="0"/>
                </a:cubicBezTo>
                <a:cubicBezTo>
                  <a:pt x="691862" y="-43946"/>
                  <a:pt x="891577" y="66960"/>
                  <a:pt x="1178672" y="0"/>
                </a:cubicBezTo>
                <a:cubicBezTo>
                  <a:pt x="1465767" y="-66960"/>
                  <a:pt x="1563322" y="3264"/>
                  <a:pt x="1768008" y="0"/>
                </a:cubicBezTo>
                <a:cubicBezTo>
                  <a:pt x="1972694" y="-3264"/>
                  <a:pt x="2081276" y="2115"/>
                  <a:pt x="2257157" y="0"/>
                </a:cubicBezTo>
                <a:cubicBezTo>
                  <a:pt x="2433038" y="-2115"/>
                  <a:pt x="2462768" y="28929"/>
                  <a:pt x="2545932" y="0"/>
                </a:cubicBezTo>
                <a:cubicBezTo>
                  <a:pt x="2629096" y="-28929"/>
                  <a:pt x="2742258" y="7031"/>
                  <a:pt x="2934894" y="0"/>
                </a:cubicBezTo>
                <a:cubicBezTo>
                  <a:pt x="3127530" y="-7031"/>
                  <a:pt x="3426429" y="36116"/>
                  <a:pt x="3724604" y="0"/>
                </a:cubicBezTo>
                <a:cubicBezTo>
                  <a:pt x="4022779" y="-36116"/>
                  <a:pt x="4147412" y="75676"/>
                  <a:pt x="4414127" y="0"/>
                </a:cubicBezTo>
                <a:cubicBezTo>
                  <a:pt x="4680842" y="-75676"/>
                  <a:pt x="4635233" y="11462"/>
                  <a:pt x="4803089" y="0"/>
                </a:cubicBezTo>
                <a:cubicBezTo>
                  <a:pt x="4970945" y="-11462"/>
                  <a:pt x="4960133" y="16866"/>
                  <a:pt x="5091864" y="0"/>
                </a:cubicBezTo>
                <a:cubicBezTo>
                  <a:pt x="5223595" y="-16866"/>
                  <a:pt x="5351120" y="16533"/>
                  <a:pt x="5480825" y="0"/>
                </a:cubicBezTo>
                <a:cubicBezTo>
                  <a:pt x="5610530" y="-16533"/>
                  <a:pt x="5767216" y="11330"/>
                  <a:pt x="5869787" y="0"/>
                </a:cubicBezTo>
                <a:cubicBezTo>
                  <a:pt x="5972358" y="-11330"/>
                  <a:pt x="6287359" y="76726"/>
                  <a:pt x="6559310" y="0"/>
                </a:cubicBezTo>
                <a:cubicBezTo>
                  <a:pt x="6831261" y="-76726"/>
                  <a:pt x="6940966" y="6349"/>
                  <a:pt x="7248834" y="0"/>
                </a:cubicBezTo>
                <a:cubicBezTo>
                  <a:pt x="7556702" y="-6349"/>
                  <a:pt x="7506385" y="58560"/>
                  <a:pt x="7737982" y="0"/>
                </a:cubicBezTo>
                <a:cubicBezTo>
                  <a:pt x="7969579" y="-58560"/>
                  <a:pt x="8148187" y="66449"/>
                  <a:pt x="8527693" y="0"/>
                </a:cubicBezTo>
                <a:cubicBezTo>
                  <a:pt x="8907199" y="-66449"/>
                  <a:pt x="8785619" y="27849"/>
                  <a:pt x="8916655" y="0"/>
                </a:cubicBezTo>
                <a:cubicBezTo>
                  <a:pt x="9047691" y="-27849"/>
                  <a:pt x="9756610" y="67530"/>
                  <a:pt x="10018713" y="0"/>
                </a:cubicBezTo>
                <a:cubicBezTo>
                  <a:pt x="10064881" y="148609"/>
                  <a:pt x="9989484" y="249280"/>
                  <a:pt x="10018713" y="465187"/>
                </a:cubicBezTo>
                <a:cubicBezTo>
                  <a:pt x="10047942" y="681094"/>
                  <a:pt x="10016285" y="822963"/>
                  <a:pt x="10018713" y="949361"/>
                </a:cubicBezTo>
                <a:cubicBezTo>
                  <a:pt x="9740510" y="1018007"/>
                  <a:pt x="9558986" y="935349"/>
                  <a:pt x="9429377" y="949361"/>
                </a:cubicBezTo>
                <a:cubicBezTo>
                  <a:pt x="9299768" y="963373"/>
                  <a:pt x="9084131" y="902188"/>
                  <a:pt x="8940228" y="949361"/>
                </a:cubicBezTo>
                <a:cubicBezTo>
                  <a:pt x="8796325" y="996534"/>
                  <a:pt x="8768735" y="944700"/>
                  <a:pt x="8651453" y="949361"/>
                </a:cubicBezTo>
                <a:cubicBezTo>
                  <a:pt x="8534171" y="954022"/>
                  <a:pt x="8284123" y="912843"/>
                  <a:pt x="8162304" y="949361"/>
                </a:cubicBezTo>
                <a:cubicBezTo>
                  <a:pt x="8040485" y="985879"/>
                  <a:pt x="7919649" y="947711"/>
                  <a:pt x="7773343" y="949361"/>
                </a:cubicBezTo>
                <a:cubicBezTo>
                  <a:pt x="7627037" y="951011"/>
                  <a:pt x="7628809" y="932132"/>
                  <a:pt x="7484568" y="949361"/>
                </a:cubicBezTo>
                <a:cubicBezTo>
                  <a:pt x="7340328" y="966590"/>
                  <a:pt x="7164758" y="942823"/>
                  <a:pt x="6995419" y="949361"/>
                </a:cubicBezTo>
                <a:cubicBezTo>
                  <a:pt x="6826080" y="955899"/>
                  <a:pt x="6694944" y="880998"/>
                  <a:pt x="6406083" y="949361"/>
                </a:cubicBezTo>
                <a:cubicBezTo>
                  <a:pt x="6117222" y="1017724"/>
                  <a:pt x="6190473" y="934303"/>
                  <a:pt x="6017121" y="949361"/>
                </a:cubicBezTo>
                <a:cubicBezTo>
                  <a:pt x="5843769" y="964419"/>
                  <a:pt x="5706901" y="892436"/>
                  <a:pt x="5527972" y="949361"/>
                </a:cubicBezTo>
                <a:cubicBezTo>
                  <a:pt x="5349043" y="1006286"/>
                  <a:pt x="5023603" y="879526"/>
                  <a:pt x="4738262" y="949361"/>
                </a:cubicBezTo>
                <a:cubicBezTo>
                  <a:pt x="4452921" y="1019196"/>
                  <a:pt x="4364085" y="939433"/>
                  <a:pt x="4048739" y="949361"/>
                </a:cubicBezTo>
                <a:cubicBezTo>
                  <a:pt x="3733393" y="959289"/>
                  <a:pt x="3673277" y="910953"/>
                  <a:pt x="3559590" y="949361"/>
                </a:cubicBezTo>
                <a:cubicBezTo>
                  <a:pt x="3445903" y="987769"/>
                  <a:pt x="3235092" y="942272"/>
                  <a:pt x="2970254" y="949361"/>
                </a:cubicBezTo>
                <a:cubicBezTo>
                  <a:pt x="2705416" y="956450"/>
                  <a:pt x="2811496" y="916544"/>
                  <a:pt x="2681479" y="949361"/>
                </a:cubicBezTo>
                <a:cubicBezTo>
                  <a:pt x="2551462" y="982178"/>
                  <a:pt x="2482078" y="921960"/>
                  <a:pt x="2292517" y="949361"/>
                </a:cubicBezTo>
                <a:cubicBezTo>
                  <a:pt x="2102956" y="976762"/>
                  <a:pt x="1818542" y="868172"/>
                  <a:pt x="1502807" y="949361"/>
                </a:cubicBezTo>
                <a:cubicBezTo>
                  <a:pt x="1187072" y="1030550"/>
                  <a:pt x="1050671" y="940451"/>
                  <a:pt x="913471" y="949361"/>
                </a:cubicBezTo>
                <a:cubicBezTo>
                  <a:pt x="776271" y="958271"/>
                  <a:pt x="205977" y="872678"/>
                  <a:pt x="0" y="949361"/>
                </a:cubicBezTo>
                <a:cubicBezTo>
                  <a:pt x="-45771" y="775543"/>
                  <a:pt x="21122" y="678667"/>
                  <a:pt x="0" y="493668"/>
                </a:cubicBezTo>
                <a:cubicBezTo>
                  <a:pt x="-21122" y="308669"/>
                  <a:pt x="14166" y="176670"/>
                  <a:pt x="0" y="0"/>
                </a:cubicBezTo>
                <a:close/>
              </a:path>
              <a:path w="10018713" h="949361" stroke="0" extrusionOk="0">
                <a:moveTo>
                  <a:pt x="0" y="0"/>
                </a:moveTo>
                <a:cubicBezTo>
                  <a:pt x="112529" y="-20018"/>
                  <a:pt x="181021" y="21689"/>
                  <a:pt x="288775" y="0"/>
                </a:cubicBezTo>
                <a:cubicBezTo>
                  <a:pt x="396529" y="-21689"/>
                  <a:pt x="559507" y="52743"/>
                  <a:pt x="777924" y="0"/>
                </a:cubicBezTo>
                <a:cubicBezTo>
                  <a:pt x="996341" y="-52743"/>
                  <a:pt x="1166423" y="69570"/>
                  <a:pt x="1467447" y="0"/>
                </a:cubicBezTo>
                <a:cubicBezTo>
                  <a:pt x="1768471" y="-69570"/>
                  <a:pt x="1855580" y="65187"/>
                  <a:pt x="2156970" y="0"/>
                </a:cubicBezTo>
                <a:cubicBezTo>
                  <a:pt x="2458360" y="-65187"/>
                  <a:pt x="2477471" y="39580"/>
                  <a:pt x="2646119" y="0"/>
                </a:cubicBezTo>
                <a:cubicBezTo>
                  <a:pt x="2814767" y="-39580"/>
                  <a:pt x="2901377" y="12399"/>
                  <a:pt x="3135268" y="0"/>
                </a:cubicBezTo>
                <a:cubicBezTo>
                  <a:pt x="3369159" y="-12399"/>
                  <a:pt x="3367223" y="11261"/>
                  <a:pt x="3524230" y="0"/>
                </a:cubicBezTo>
                <a:cubicBezTo>
                  <a:pt x="3681237" y="-11261"/>
                  <a:pt x="3803850" y="36639"/>
                  <a:pt x="3913191" y="0"/>
                </a:cubicBezTo>
                <a:cubicBezTo>
                  <a:pt x="4022532" y="-36639"/>
                  <a:pt x="4195339" y="9943"/>
                  <a:pt x="4402340" y="0"/>
                </a:cubicBezTo>
                <a:cubicBezTo>
                  <a:pt x="4609341" y="-9943"/>
                  <a:pt x="4739746" y="35414"/>
                  <a:pt x="4891489" y="0"/>
                </a:cubicBezTo>
                <a:cubicBezTo>
                  <a:pt x="5043232" y="-35414"/>
                  <a:pt x="5056441" y="19508"/>
                  <a:pt x="5180264" y="0"/>
                </a:cubicBezTo>
                <a:cubicBezTo>
                  <a:pt x="5304088" y="-19508"/>
                  <a:pt x="5722333" y="38454"/>
                  <a:pt x="5869787" y="0"/>
                </a:cubicBezTo>
                <a:cubicBezTo>
                  <a:pt x="6017241" y="-38454"/>
                  <a:pt x="6257325" y="48647"/>
                  <a:pt x="6459123" y="0"/>
                </a:cubicBezTo>
                <a:cubicBezTo>
                  <a:pt x="6660921" y="-48647"/>
                  <a:pt x="6881337" y="31485"/>
                  <a:pt x="7248834" y="0"/>
                </a:cubicBezTo>
                <a:cubicBezTo>
                  <a:pt x="7616331" y="-31485"/>
                  <a:pt x="7588262" y="44382"/>
                  <a:pt x="7737982" y="0"/>
                </a:cubicBezTo>
                <a:cubicBezTo>
                  <a:pt x="7887702" y="-44382"/>
                  <a:pt x="8076163" y="46492"/>
                  <a:pt x="8327319" y="0"/>
                </a:cubicBezTo>
                <a:cubicBezTo>
                  <a:pt x="8578475" y="-46492"/>
                  <a:pt x="8593142" y="21961"/>
                  <a:pt x="8716280" y="0"/>
                </a:cubicBezTo>
                <a:cubicBezTo>
                  <a:pt x="8839418" y="-21961"/>
                  <a:pt x="9253646" y="38444"/>
                  <a:pt x="9405803" y="0"/>
                </a:cubicBezTo>
                <a:cubicBezTo>
                  <a:pt x="9557960" y="-38444"/>
                  <a:pt x="9884744" y="8365"/>
                  <a:pt x="10018713" y="0"/>
                </a:cubicBezTo>
                <a:cubicBezTo>
                  <a:pt x="10044285" y="150971"/>
                  <a:pt x="9975211" y="239121"/>
                  <a:pt x="10018713" y="455693"/>
                </a:cubicBezTo>
                <a:cubicBezTo>
                  <a:pt x="10062215" y="672265"/>
                  <a:pt x="9988394" y="778977"/>
                  <a:pt x="10018713" y="949361"/>
                </a:cubicBezTo>
                <a:cubicBezTo>
                  <a:pt x="9851812" y="959257"/>
                  <a:pt x="9759394" y="935570"/>
                  <a:pt x="9629751" y="949361"/>
                </a:cubicBezTo>
                <a:cubicBezTo>
                  <a:pt x="9500108" y="963152"/>
                  <a:pt x="9325337" y="932425"/>
                  <a:pt x="9240789" y="949361"/>
                </a:cubicBezTo>
                <a:cubicBezTo>
                  <a:pt x="9156241" y="966297"/>
                  <a:pt x="8877775" y="902144"/>
                  <a:pt x="8551266" y="949361"/>
                </a:cubicBezTo>
                <a:cubicBezTo>
                  <a:pt x="8224757" y="996578"/>
                  <a:pt x="8244661" y="924549"/>
                  <a:pt x="8162304" y="949361"/>
                </a:cubicBezTo>
                <a:cubicBezTo>
                  <a:pt x="8079947" y="974173"/>
                  <a:pt x="7616852" y="916085"/>
                  <a:pt x="7472781" y="949361"/>
                </a:cubicBezTo>
                <a:cubicBezTo>
                  <a:pt x="7328710" y="982637"/>
                  <a:pt x="7285407" y="932543"/>
                  <a:pt x="7184007" y="949361"/>
                </a:cubicBezTo>
                <a:cubicBezTo>
                  <a:pt x="7082607" y="966179"/>
                  <a:pt x="6664094" y="866914"/>
                  <a:pt x="6394296" y="949361"/>
                </a:cubicBezTo>
                <a:cubicBezTo>
                  <a:pt x="6124498" y="1031808"/>
                  <a:pt x="6176244" y="906348"/>
                  <a:pt x="6005334" y="949361"/>
                </a:cubicBezTo>
                <a:cubicBezTo>
                  <a:pt x="5834424" y="992374"/>
                  <a:pt x="5624076" y="907080"/>
                  <a:pt x="5415998" y="949361"/>
                </a:cubicBezTo>
                <a:cubicBezTo>
                  <a:pt x="5207920" y="991642"/>
                  <a:pt x="5122941" y="944985"/>
                  <a:pt x="4926849" y="949361"/>
                </a:cubicBezTo>
                <a:cubicBezTo>
                  <a:pt x="4730757" y="953737"/>
                  <a:pt x="4471369" y="903909"/>
                  <a:pt x="4137139" y="949361"/>
                </a:cubicBezTo>
                <a:cubicBezTo>
                  <a:pt x="3802909" y="994813"/>
                  <a:pt x="3629541" y="888472"/>
                  <a:pt x="3447616" y="949361"/>
                </a:cubicBezTo>
                <a:cubicBezTo>
                  <a:pt x="3265691" y="1010250"/>
                  <a:pt x="3103606" y="895600"/>
                  <a:pt x="2958467" y="949361"/>
                </a:cubicBezTo>
                <a:cubicBezTo>
                  <a:pt x="2813328" y="1003122"/>
                  <a:pt x="2670894" y="923689"/>
                  <a:pt x="2469318" y="949361"/>
                </a:cubicBezTo>
                <a:cubicBezTo>
                  <a:pt x="2267742" y="975033"/>
                  <a:pt x="1922314" y="923243"/>
                  <a:pt x="1679608" y="949361"/>
                </a:cubicBezTo>
                <a:cubicBezTo>
                  <a:pt x="1436902" y="975479"/>
                  <a:pt x="1309418" y="905172"/>
                  <a:pt x="1190459" y="949361"/>
                </a:cubicBezTo>
                <a:cubicBezTo>
                  <a:pt x="1071500" y="993550"/>
                  <a:pt x="866640" y="925673"/>
                  <a:pt x="701310" y="949361"/>
                </a:cubicBezTo>
                <a:cubicBezTo>
                  <a:pt x="535980" y="973049"/>
                  <a:pt x="330524" y="884259"/>
                  <a:pt x="0" y="949361"/>
                </a:cubicBezTo>
                <a:cubicBezTo>
                  <a:pt x="-52143" y="755122"/>
                  <a:pt x="5925" y="629576"/>
                  <a:pt x="0" y="493668"/>
                </a:cubicBezTo>
                <a:cubicBezTo>
                  <a:pt x="-5925" y="357760"/>
                  <a:pt x="15514" y="159134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90782439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/>
          <a:p>
            <a:r>
              <a:rPr lang="el-GR" b="1" dirty="0"/>
              <a:t>Ώρα για συνεργασία </a:t>
            </a:r>
            <a:r>
              <a:rPr lang="en-GB" dirty="0"/>
              <a:t>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F7EC9-C0ED-CB19-119B-63FEAB342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7947" y="2119256"/>
            <a:ext cx="10018713" cy="412017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l-GR" sz="4400" dirty="0"/>
              <a:t>👥 </a:t>
            </a:r>
            <a:r>
              <a:rPr lang="el-GR" sz="4400" b="1" dirty="0"/>
              <a:t>Δουλεύουμε σε ομάδες των 2 ατόμων</a:t>
            </a:r>
            <a:endParaRPr lang="en-GB" sz="4400" b="1" dirty="0"/>
          </a:p>
          <a:p>
            <a:pPr marL="0" indent="0">
              <a:buNone/>
            </a:pPr>
            <a:r>
              <a:rPr lang="el-GR" sz="3600" dirty="0"/>
              <a:t>📝 </a:t>
            </a:r>
            <a:r>
              <a:rPr lang="el-GR" sz="3600" b="1" dirty="0"/>
              <a:t>Για τις ασκήσεις εμπέδωσης 1–5:</a:t>
            </a:r>
            <a:endParaRPr lang="en-GB" sz="3600" b="1" dirty="0"/>
          </a:p>
          <a:p>
            <a:pPr marL="0" indent="0">
              <a:buNone/>
            </a:pPr>
            <a:r>
              <a:rPr lang="en-GB" sz="3300" dirty="0"/>
              <a:t>👩‍💻 </a:t>
            </a:r>
            <a:r>
              <a:rPr lang="el-GR" sz="3300" b="1" dirty="0"/>
              <a:t>Χειριστής:</a:t>
            </a:r>
            <a:endParaRPr lang="en-GB" sz="3300" b="1" dirty="0"/>
          </a:p>
          <a:p>
            <a:pPr lvl="1"/>
            <a:r>
              <a:rPr lang="el-GR" sz="2900" b="1" dirty="0"/>
              <a:t>Χρησιμοποιεί τον υπολογιστή</a:t>
            </a:r>
          </a:p>
          <a:p>
            <a:pPr lvl="1"/>
            <a:r>
              <a:rPr lang="el-GR" sz="2900" b="1" dirty="0"/>
              <a:t>Εκτελεί τις ασκήσεις</a:t>
            </a:r>
          </a:p>
          <a:p>
            <a:pPr marL="0" indent="0">
              <a:buNone/>
            </a:pPr>
            <a:r>
              <a:rPr lang="en-GB" sz="3400" b="1" dirty="0"/>
              <a:t>👀 </a:t>
            </a:r>
            <a:r>
              <a:rPr lang="el-GR" sz="3400" b="1" dirty="0"/>
              <a:t>Παρατηρητής:</a:t>
            </a:r>
          </a:p>
          <a:p>
            <a:pPr lvl="1"/>
            <a:r>
              <a:rPr lang="el-GR" sz="2900" b="1" dirty="0"/>
              <a:t>Παρακολουθεί προσεκτικά</a:t>
            </a:r>
          </a:p>
          <a:p>
            <a:pPr lvl="1"/>
            <a:r>
              <a:rPr lang="el-GR" sz="2900" b="1" dirty="0"/>
              <a:t>Βοηθά και διορθώνει αν χρειάζεται</a:t>
            </a:r>
          </a:p>
          <a:p>
            <a:pPr marL="0" indent="0">
              <a:buNone/>
            </a:pPr>
            <a:r>
              <a:rPr lang="el-GR" sz="3600" b="1" dirty="0"/>
              <a:t>🔁 Μετά τις 5 ασκήσεις αλλάζουμε ρόλους</a:t>
            </a:r>
          </a:p>
          <a:p>
            <a:pPr marL="0" indent="0">
              <a:buNone/>
            </a:pPr>
            <a:r>
              <a:rPr lang="el-GR" sz="3600" b="1" dirty="0"/>
              <a:t>🎯 Στόχος: συνεργαζόμαστε, συζητάμε και μαθαίνουμε μαζί</a:t>
            </a:r>
          </a:p>
          <a:p>
            <a:pPr marL="0" indent="0">
              <a:buNone/>
            </a:pPr>
            <a:endParaRPr lang="en-GB" sz="3600" b="1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454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01194E-DA4B-1F3B-8F0A-71425B47C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roup 127">
            <a:extLst>
              <a:ext uri="{FF2B5EF4-FFF2-40B4-BE49-F238E27FC236}">
                <a16:creationId xmlns:a16="http://schemas.microsoft.com/office/drawing/2014/main" id="{D6BA167A-D3C3-4EE8-8B5E-136792087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29" name="Freeform 6">
              <a:extLst>
                <a:ext uri="{FF2B5EF4-FFF2-40B4-BE49-F238E27FC236}">
                  <a16:creationId xmlns:a16="http://schemas.microsoft.com/office/drawing/2014/main" id="{810CA83B-630E-45DB-ADCB-F0260428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0" name="Freeform 7">
              <a:extLst>
                <a:ext uri="{FF2B5EF4-FFF2-40B4-BE49-F238E27FC236}">
                  <a16:creationId xmlns:a16="http://schemas.microsoft.com/office/drawing/2014/main" id="{7A57B554-6973-429A-818B-524C03DA47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1" name="Freeform 9">
              <a:extLst>
                <a:ext uri="{FF2B5EF4-FFF2-40B4-BE49-F238E27FC236}">
                  <a16:creationId xmlns:a16="http://schemas.microsoft.com/office/drawing/2014/main" id="{89ED2DB2-F3BB-4B5E-84E6-CC259E394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2" name="Freeform 10">
              <a:extLst>
                <a:ext uri="{FF2B5EF4-FFF2-40B4-BE49-F238E27FC236}">
                  <a16:creationId xmlns:a16="http://schemas.microsoft.com/office/drawing/2014/main" id="{93816493-5723-43CF-95A9-2CDEC9B11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3" name="Freeform 11">
              <a:extLst>
                <a:ext uri="{FF2B5EF4-FFF2-40B4-BE49-F238E27FC236}">
                  <a16:creationId xmlns:a16="http://schemas.microsoft.com/office/drawing/2014/main" id="{A9964935-0316-4743-BD2E-35B86AF48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4" name="Freeform 12">
              <a:extLst>
                <a:ext uri="{FF2B5EF4-FFF2-40B4-BE49-F238E27FC236}">
                  <a16:creationId xmlns:a16="http://schemas.microsoft.com/office/drawing/2014/main" id="{2B20A700-1547-48D5-AA6F-C1473539C7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424EB265-F02F-4B59-A508-C6EB995F2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2C998072-124D-48E2-A6E2-8F1E8ED83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36718" y="0"/>
            <a:ext cx="2611581" cy="6858000"/>
            <a:chOff x="2836718" y="0"/>
            <a:chExt cx="2611581" cy="6858000"/>
          </a:xfrm>
        </p:grpSpPr>
        <p:sp useBgFill="1">
          <p:nvSpPr>
            <p:cNvPr id="139" name="Rectangle 19">
              <a:extLst>
                <a:ext uri="{FF2B5EF4-FFF2-40B4-BE49-F238E27FC236}">
                  <a16:creationId xmlns:a16="http://schemas.microsoft.com/office/drawing/2014/main" id="{1E14E093-754E-4506-A8D6-FCE1C15C82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0"/>
              <a:ext cx="2611581" cy="2554287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2554287">
                  <a:moveTo>
                    <a:pt x="675409" y="0"/>
                  </a:moveTo>
                  <a:lnTo>
                    <a:pt x="2611581" y="0"/>
                  </a:lnTo>
                  <a:lnTo>
                    <a:pt x="2611581" y="2554287"/>
                  </a:lnTo>
                  <a:lnTo>
                    <a:pt x="0" y="2554287"/>
                  </a:lnTo>
                  <a:lnTo>
                    <a:pt x="675409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40" name="Rectangle 20">
              <a:extLst>
                <a:ext uri="{FF2B5EF4-FFF2-40B4-BE49-F238E27FC236}">
                  <a16:creationId xmlns:a16="http://schemas.microsoft.com/office/drawing/2014/main" id="{CF21968D-4653-4795-8719-23625D73D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2554287"/>
              <a:ext cx="2611581" cy="4303713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4303713">
                  <a:moveTo>
                    <a:pt x="0" y="0"/>
                  </a:moveTo>
                  <a:lnTo>
                    <a:pt x="2611581" y="0"/>
                  </a:lnTo>
                  <a:lnTo>
                    <a:pt x="2611581" y="4303713"/>
                  </a:lnTo>
                  <a:lnTo>
                    <a:pt x="2171701" y="363869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C1932C4-6593-4E91-A419-A6DD5ACF2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40843" y="0"/>
            <a:ext cx="5014912" cy="6862763"/>
            <a:chOff x="2928938" y="-4763"/>
            <a:chExt cx="5014912" cy="6862763"/>
          </a:xfrm>
        </p:grpSpPr>
        <p:sp>
          <p:nvSpPr>
            <p:cNvPr id="143" name="Freeform 6">
              <a:extLst>
                <a:ext uri="{FF2B5EF4-FFF2-40B4-BE49-F238E27FC236}">
                  <a16:creationId xmlns:a16="http://schemas.microsoft.com/office/drawing/2014/main" id="{7760625D-64B1-4CBD-9E72-3A2E98F98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4" name="Freeform 7">
              <a:extLst>
                <a:ext uri="{FF2B5EF4-FFF2-40B4-BE49-F238E27FC236}">
                  <a16:creationId xmlns:a16="http://schemas.microsoft.com/office/drawing/2014/main" id="{E71E0260-05A5-45ED-8B56-77316E5A9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5" name="Freeform 9">
              <a:extLst>
                <a:ext uri="{FF2B5EF4-FFF2-40B4-BE49-F238E27FC236}">
                  <a16:creationId xmlns:a16="http://schemas.microsoft.com/office/drawing/2014/main" id="{AD29CF5D-216F-4967-90BD-0A39F6072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6" name="Freeform 10">
              <a:extLst>
                <a:ext uri="{FF2B5EF4-FFF2-40B4-BE49-F238E27FC236}">
                  <a16:creationId xmlns:a16="http://schemas.microsoft.com/office/drawing/2014/main" id="{00059C3C-E45F-452B-B06F-6713C5456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7" name="Freeform 11">
              <a:extLst>
                <a:ext uri="{FF2B5EF4-FFF2-40B4-BE49-F238E27FC236}">
                  <a16:creationId xmlns:a16="http://schemas.microsoft.com/office/drawing/2014/main" id="{7B5AA5D5-8081-4AD6-9962-4DE4EBAA4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8" name="Freeform 12">
              <a:extLst>
                <a:ext uri="{FF2B5EF4-FFF2-40B4-BE49-F238E27FC236}">
                  <a16:creationId xmlns:a16="http://schemas.microsoft.com/office/drawing/2014/main" id="{A7DDA84B-1C5A-4E35-A4E5-A9948B088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D1F8733-0B87-6443-330E-3E10E1BA42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7" y="3429000"/>
            <a:ext cx="12124623" cy="4514850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DBDE4AD1-EE0B-2C42-D446-9277CE8D234C}"/>
              </a:ext>
            </a:extLst>
          </p:cNvPr>
          <p:cNvSpPr txBox="1">
            <a:spLocks/>
          </p:cNvSpPr>
          <p:nvPr/>
        </p:nvSpPr>
        <p:spPr>
          <a:xfrm>
            <a:off x="5699918" y="193639"/>
            <a:ext cx="6144690" cy="4460748"/>
          </a:xfrm>
          <a:custGeom>
            <a:avLst/>
            <a:gdLst>
              <a:gd name="csX0" fmla="*/ 0 w 6144690"/>
              <a:gd name="csY0" fmla="*/ 0 h 4460748"/>
              <a:gd name="csX1" fmla="*/ 374267 w 6144690"/>
              <a:gd name="csY1" fmla="*/ 0 h 4460748"/>
              <a:gd name="csX2" fmla="*/ 1055769 w 6144690"/>
              <a:gd name="csY2" fmla="*/ 0 h 4460748"/>
              <a:gd name="csX3" fmla="*/ 1491484 w 6144690"/>
              <a:gd name="csY3" fmla="*/ 0 h 4460748"/>
              <a:gd name="csX4" fmla="*/ 1865751 w 6144690"/>
              <a:gd name="csY4" fmla="*/ 0 h 4460748"/>
              <a:gd name="csX5" fmla="*/ 2485806 w 6144690"/>
              <a:gd name="csY5" fmla="*/ 0 h 4460748"/>
              <a:gd name="csX6" fmla="*/ 3044415 w 6144690"/>
              <a:gd name="csY6" fmla="*/ 0 h 4460748"/>
              <a:gd name="csX7" fmla="*/ 3725917 w 6144690"/>
              <a:gd name="csY7" fmla="*/ 0 h 4460748"/>
              <a:gd name="csX8" fmla="*/ 4223078 w 6144690"/>
              <a:gd name="csY8" fmla="*/ 0 h 4460748"/>
              <a:gd name="csX9" fmla="*/ 4904580 w 6144690"/>
              <a:gd name="csY9" fmla="*/ 0 h 4460748"/>
              <a:gd name="csX10" fmla="*/ 5401741 w 6144690"/>
              <a:gd name="csY10" fmla="*/ 0 h 4460748"/>
              <a:gd name="csX11" fmla="*/ 6144690 w 6144690"/>
              <a:gd name="csY11" fmla="*/ 0 h 4460748"/>
              <a:gd name="csX12" fmla="*/ 6144690 w 6144690"/>
              <a:gd name="csY12" fmla="*/ 468379 h 4460748"/>
              <a:gd name="csX13" fmla="*/ 6144690 w 6144690"/>
              <a:gd name="csY13" fmla="*/ 892150 h 4460748"/>
              <a:gd name="csX14" fmla="*/ 6144690 w 6144690"/>
              <a:gd name="csY14" fmla="*/ 1315921 h 4460748"/>
              <a:gd name="csX15" fmla="*/ 6144690 w 6144690"/>
              <a:gd name="csY15" fmla="*/ 1784299 h 4460748"/>
              <a:gd name="csX16" fmla="*/ 6144690 w 6144690"/>
              <a:gd name="csY16" fmla="*/ 2297285 h 4460748"/>
              <a:gd name="csX17" fmla="*/ 6144690 w 6144690"/>
              <a:gd name="csY17" fmla="*/ 2899486 h 4460748"/>
              <a:gd name="csX18" fmla="*/ 6144690 w 6144690"/>
              <a:gd name="csY18" fmla="*/ 3457080 h 4460748"/>
              <a:gd name="csX19" fmla="*/ 6144690 w 6144690"/>
              <a:gd name="csY19" fmla="*/ 4460748 h 4460748"/>
              <a:gd name="csX20" fmla="*/ 5524635 w 6144690"/>
              <a:gd name="csY20" fmla="*/ 4460748 h 4460748"/>
              <a:gd name="csX21" fmla="*/ 4843133 w 6144690"/>
              <a:gd name="csY21" fmla="*/ 4460748 h 4460748"/>
              <a:gd name="csX22" fmla="*/ 4345972 w 6144690"/>
              <a:gd name="csY22" fmla="*/ 4460748 h 4460748"/>
              <a:gd name="csX23" fmla="*/ 3664470 w 6144690"/>
              <a:gd name="csY23" fmla="*/ 4460748 h 4460748"/>
              <a:gd name="csX24" fmla="*/ 3167308 w 6144690"/>
              <a:gd name="csY24" fmla="*/ 4460748 h 4460748"/>
              <a:gd name="csX25" fmla="*/ 2547253 w 6144690"/>
              <a:gd name="csY25" fmla="*/ 4460748 h 4460748"/>
              <a:gd name="csX26" fmla="*/ 2172986 w 6144690"/>
              <a:gd name="csY26" fmla="*/ 4460748 h 4460748"/>
              <a:gd name="csX27" fmla="*/ 1737271 w 6144690"/>
              <a:gd name="csY27" fmla="*/ 4460748 h 4460748"/>
              <a:gd name="csX28" fmla="*/ 1178663 w 6144690"/>
              <a:gd name="csY28" fmla="*/ 4460748 h 4460748"/>
              <a:gd name="csX29" fmla="*/ 620055 w 6144690"/>
              <a:gd name="csY29" fmla="*/ 4460748 h 4460748"/>
              <a:gd name="csX30" fmla="*/ 0 w 6144690"/>
              <a:gd name="csY30" fmla="*/ 4460748 h 4460748"/>
              <a:gd name="csX31" fmla="*/ 0 w 6144690"/>
              <a:gd name="csY31" fmla="*/ 3903155 h 4460748"/>
              <a:gd name="csX32" fmla="*/ 0 w 6144690"/>
              <a:gd name="csY32" fmla="*/ 3390168 h 4460748"/>
              <a:gd name="csX33" fmla="*/ 0 w 6144690"/>
              <a:gd name="csY33" fmla="*/ 2832575 h 4460748"/>
              <a:gd name="csX34" fmla="*/ 0 w 6144690"/>
              <a:gd name="csY34" fmla="*/ 2319589 h 4460748"/>
              <a:gd name="csX35" fmla="*/ 0 w 6144690"/>
              <a:gd name="csY35" fmla="*/ 1851210 h 4460748"/>
              <a:gd name="csX36" fmla="*/ 0 w 6144690"/>
              <a:gd name="csY36" fmla="*/ 1382832 h 4460748"/>
              <a:gd name="csX37" fmla="*/ 0 w 6144690"/>
              <a:gd name="csY37" fmla="*/ 736023 h 4460748"/>
              <a:gd name="csX38" fmla="*/ 0 w 6144690"/>
              <a:gd name="csY38" fmla="*/ 0 h 44607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6144690" h="4460748" fill="none" extrusionOk="0">
                <a:moveTo>
                  <a:pt x="0" y="0"/>
                </a:moveTo>
                <a:cubicBezTo>
                  <a:pt x="85078" y="-26227"/>
                  <a:pt x="202454" y="476"/>
                  <a:pt x="374267" y="0"/>
                </a:cubicBezTo>
                <a:cubicBezTo>
                  <a:pt x="546080" y="-476"/>
                  <a:pt x="735536" y="62871"/>
                  <a:pt x="1055769" y="0"/>
                </a:cubicBezTo>
                <a:cubicBezTo>
                  <a:pt x="1376002" y="-62871"/>
                  <a:pt x="1348082" y="42026"/>
                  <a:pt x="1491484" y="0"/>
                </a:cubicBezTo>
                <a:cubicBezTo>
                  <a:pt x="1634887" y="-42026"/>
                  <a:pt x="1774479" y="14189"/>
                  <a:pt x="1865751" y="0"/>
                </a:cubicBezTo>
                <a:cubicBezTo>
                  <a:pt x="1957023" y="-14189"/>
                  <a:pt x="2315371" y="57138"/>
                  <a:pt x="2485806" y="0"/>
                </a:cubicBezTo>
                <a:cubicBezTo>
                  <a:pt x="2656242" y="-57138"/>
                  <a:pt x="2833758" y="66046"/>
                  <a:pt x="3044415" y="0"/>
                </a:cubicBezTo>
                <a:cubicBezTo>
                  <a:pt x="3255072" y="-66046"/>
                  <a:pt x="3468443" y="80015"/>
                  <a:pt x="3725917" y="0"/>
                </a:cubicBezTo>
                <a:cubicBezTo>
                  <a:pt x="3983391" y="-80015"/>
                  <a:pt x="4006734" y="30695"/>
                  <a:pt x="4223078" y="0"/>
                </a:cubicBezTo>
                <a:cubicBezTo>
                  <a:pt x="4439422" y="-30695"/>
                  <a:pt x="4649627" y="44599"/>
                  <a:pt x="4904580" y="0"/>
                </a:cubicBezTo>
                <a:cubicBezTo>
                  <a:pt x="5159533" y="-44599"/>
                  <a:pt x="5228788" y="24365"/>
                  <a:pt x="5401741" y="0"/>
                </a:cubicBezTo>
                <a:cubicBezTo>
                  <a:pt x="5574694" y="-24365"/>
                  <a:pt x="5905685" y="10750"/>
                  <a:pt x="6144690" y="0"/>
                </a:cubicBezTo>
                <a:cubicBezTo>
                  <a:pt x="6159503" y="165233"/>
                  <a:pt x="6116431" y="288657"/>
                  <a:pt x="6144690" y="468379"/>
                </a:cubicBezTo>
                <a:cubicBezTo>
                  <a:pt x="6172949" y="648101"/>
                  <a:pt x="6124048" y="781559"/>
                  <a:pt x="6144690" y="892150"/>
                </a:cubicBezTo>
                <a:cubicBezTo>
                  <a:pt x="6165332" y="1002741"/>
                  <a:pt x="6112521" y="1222930"/>
                  <a:pt x="6144690" y="1315921"/>
                </a:cubicBezTo>
                <a:cubicBezTo>
                  <a:pt x="6176859" y="1408912"/>
                  <a:pt x="6102419" y="1672135"/>
                  <a:pt x="6144690" y="1784299"/>
                </a:cubicBezTo>
                <a:cubicBezTo>
                  <a:pt x="6186961" y="1896463"/>
                  <a:pt x="6104604" y="2063345"/>
                  <a:pt x="6144690" y="2297285"/>
                </a:cubicBezTo>
                <a:cubicBezTo>
                  <a:pt x="6184776" y="2531225"/>
                  <a:pt x="6077543" y="2734696"/>
                  <a:pt x="6144690" y="2899486"/>
                </a:cubicBezTo>
                <a:cubicBezTo>
                  <a:pt x="6211837" y="3064276"/>
                  <a:pt x="6120260" y="3249323"/>
                  <a:pt x="6144690" y="3457080"/>
                </a:cubicBezTo>
                <a:cubicBezTo>
                  <a:pt x="6169120" y="3664837"/>
                  <a:pt x="6091908" y="4048208"/>
                  <a:pt x="6144690" y="4460748"/>
                </a:cubicBezTo>
                <a:cubicBezTo>
                  <a:pt x="5981903" y="4479434"/>
                  <a:pt x="5712526" y="4400984"/>
                  <a:pt x="5524635" y="4460748"/>
                </a:cubicBezTo>
                <a:cubicBezTo>
                  <a:pt x="5336744" y="4520512"/>
                  <a:pt x="5053587" y="4423396"/>
                  <a:pt x="4843133" y="4460748"/>
                </a:cubicBezTo>
                <a:cubicBezTo>
                  <a:pt x="4632679" y="4498100"/>
                  <a:pt x="4543304" y="4449423"/>
                  <a:pt x="4345972" y="4460748"/>
                </a:cubicBezTo>
                <a:cubicBezTo>
                  <a:pt x="4148640" y="4472073"/>
                  <a:pt x="3935221" y="4407935"/>
                  <a:pt x="3664470" y="4460748"/>
                </a:cubicBezTo>
                <a:cubicBezTo>
                  <a:pt x="3393719" y="4513561"/>
                  <a:pt x="3358218" y="4411071"/>
                  <a:pt x="3167308" y="4460748"/>
                </a:cubicBezTo>
                <a:cubicBezTo>
                  <a:pt x="2976398" y="4510425"/>
                  <a:pt x="2721722" y="4456947"/>
                  <a:pt x="2547253" y="4460748"/>
                </a:cubicBezTo>
                <a:cubicBezTo>
                  <a:pt x="2372785" y="4464549"/>
                  <a:pt x="2258120" y="4432256"/>
                  <a:pt x="2172986" y="4460748"/>
                </a:cubicBezTo>
                <a:cubicBezTo>
                  <a:pt x="2087852" y="4489240"/>
                  <a:pt x="1931024" y="4429961"/>
                  <a:pt x="1737271" y="4460748"/>
                </a:cubicBezTo>
                <a:cubicBezTo>
                  <a:pt x="1543519" y="4491535"/>
                  <a:pt x="1352659" y="4420673"/>
                  <a:pt x="1178663" y="4460748"/>
                </a:cubicBezTo>
                <a:cubicBezTo>
                  <a:pt x="1004667" y="4500823"/>
                  <a:pt x="777660" y="4393759"/>
                  <a:pt x="620055" y="4460748"/>
                </a:cubicBezTo>
                <a:cubicBezTo>
                  <a:pt x="462450" y="4527737"/>
                  <a:pt x="290174" y="4390382"/>
                  <a:pt x="0" y="4460748"/>
                </a:cubicBezTo>
                <a:cubicBezTo>
                  <a:pt x="-26109" y="4308997"/>
                  <a:pt x="12110" y="4093576"/>
                  <a:pt x="0" y="3903155"/>
                </a:cubicBezTo>
                <a:cubicBezTo>
                  <a:pt x="-12110" y="3712734"/>
                  <a:pt x="2078" y="3543766"/>
                  <a:pt x="0" y="3390168"/>
                </a:cubicBezTo>
                <a:cubicBezTo>
                  <a:pt x="-2078" y="3236570"/>
                  <a:pt x="14821" y="2956944"/>
                  <a:pt x="0" y="2832575"/>
                </a:cubicBezTo>
                <a:cubicBezTo>
                  <a:pt x="-14821" y="2708206"/>
                  <a:pt x="58948" y="2472831"/>
                  <a:pt x="0" y="2319589"/>
                </a:cubicBezTo>
                <a:cubicBezTo>
                  <a:pt x="-58948" y="2166347"/>
                  <a:pt x="35975" y="2039538"/>
                  <a:pt x="0" y="1851210"/>
                </a:cubicBezTo>
                <a:cubicBezTo>
                  <a:pt x="-35975" y="1662882"/>
                  <a:pt x="7010" y="1492851"/>
                  <a:pt x="0" y="1382832"/>
                </a:cubicBezTo>
                <a:cubicBezTo>
                  <a:pt x="-7010" y="1272813"/>
                  <a:pt x="12899" y="1026660"/>
                  <a:pt x="0" y="736023"/>
                </a:cubicBezTo>
                <a:cubicBezTo>
                  <a:pt x="-12899" y="445386"/>
                  <a:pt x="47435" y="260067"/>
                  <a:pt x="0" y="0"/>
                </a:cubicBezTo>
                <a:close/>
              </a:path>
              <a:path w="6144690" h="4460748" stroke="0" extrusionOk="0">
                <a:moveTo>
                  <a:pt x="0" y="0"/>
                </a:moveTo>
                <a:cubicBezTo>
                  <a:pt x="155821" y="-983"/>
                  <a:pt x="215797" y="2916"/>
                  <a:pt x="374267" y="0"/>
                </a:cubicBezTo>
                <a:cubicBezTo>
                  <a:pt x="532737" y="-2916"/>
                  <a:pt x="657022" y="21923"/>
                  <a:pt x="809982" y="0"/>
                </a:cubicBezTo>
                <a:cubicBezTo>
                  <a:pt x="962943" y="-21923"/>
                  <a:pt x="1009110" y="11804"/>
                  <a:pt x="1184249" y="0"/>
                </a:cubicBezTo>
                <a:cubicBezTo>
                  <a:pt x="1359388" y="-11804"/>
                  <a:pt x="1541061" y="16792"/>
                  <a:pt x="1804304" y="0"/>
                </a:cubicBezTo>
                <a:cubicBezTo>
                  <a:pt x="2067548" y="-16792"/>
                  <a:pt x="2052689" y="24843"/>
                  <a:pt x="2178572" y="0"/>
                </a:cubicBezTo>
                <a:cubicBezTo>
                  <a:pt x="2304455" y="-24843"/>
                  <a:pt x="2524363" y="3202"/>
                  <a:pt x="2675733" y="0"/>
                </a:cubicBezTo>
                <a:cubicBezTo>
                  <a:pt x="2827103" y="-3202"/>
                  <a:pt x="2882056" y="35523"/>
                  <a:pt x="3050001" y="0"/>
                </a:cubicBezTo>
                <a:cubicBezTo>
                  <a:pt x="3217946" y="-35523"/>
                  <a:pt x="3384793" y="31470"/>
                  <a:pt x="3608609" y="0"/>
                </a:cubicBezTo>
                <a:cubicBezTo>
                  <a:pt x="3832425" y="-31470"/>
                  <a:pt x="4056807" y="181"/>
                  <a:pt x="4228664" y="0"/>
                </a:cubicBezTo>
                <a:cubicBezTo>
                  <a:pt x="4400522" y="-181"/>
                  <a:pt x="4590007" y="6423"/>
                  <a:pt x="4848719" y="0"/>
                </a:cubicBezTo>
                <a:cubicBezTo>
                  <a:pt x="5107431" y="-6423"/>
                  <a:pt x="5144939" y="17269"/>
                  <a:pt x="5284433" y="0"/>
                </a:cubicBezTo>
                <a:cubicBezTo>
                  <a:pt x="5423927" y="-17269"/>
                  <a:pt x="5946509" y="36453"/>
                  <a:pt x="6144690" y="0"/>
                </a:cubicBezTo>
                <a:cubicBezTo>
                  <a:pt x="6194489" y="230386"/>
                  <a:pt x="6091309" y="371279"/>
                  <a:pt x="6144690" y="557594"/>
                </a:cubicBezTo>
                <a:cubicBezTo>
                  <a:pt x="6198071" y="743909"/>
                  <a:pt x="6134760" y="888150"/>
                  <a:pt x="6144690" y="1115187"/>
                </a:cubicBezTo>
                <a:cubicBezTo>
                  <a:pt x="6154620" y="1342224"/>
                  <a:pt x="6092850" y="1483406"/>
                  <a:pt x="6144690" y="1672781"/>
                </a:cubicBezTo>
                <a:cubicBezTo>
                  <a:pt x="6196530" y="1862156"/>
                  <a:pt x="6097754" y="2055629"/>
                  <a:pt x="6144690" y="2319589"/>
                </a:cubicBezTo>
                <a:cubicBezTo>
                  <a:pt x="6191626" y="2583549"/>
                  <a:pt x="6119166" y="2690072"/>
                  <a:pt x="6144690" y="2787968"/>
                </a:cubicBezTo>
                <a:cubicBezTo>
                  <a:pt x="6170214" y="2885864"/>
                  <a:pt x="6127882" y="3084092"/>
                  <a:pt x="6144690" y="3345561"/>
                </a:cubicBezTo>
                <a:cubicBezTo>
                  <a:pt x="6161498" y="3607030"/>
                  <a:pt x="6086796" y="3762828"/>
                  <a:pt x="6144690" y="3903155"/>
                </a:cubicBezTo>
                <a:cubicBezTo>
                  <a:pt x="6202584" y="4043482"/>
                  <a:pt x="6092840" y="4302806"/>
                  <a:pt x="6144690" y="4460748"/>
                </a:cubicBezTo>
                <a:cubicBezTo>
                  <a:pt x="6012754" y="4462464"/>
                  <a:pt x="5953525" y="4426953"/>
                  <a:pt x="5770423" y="4460748"/>
                </a:cubicBezTo>
                <a:cubicBezTo>
                  <a:pt x="5587321" y="4494543"/>
                  <a:pt x="5562126" y="4428214"/>
                  <a:pt x="5396155" y="4460748"/>
                </a:cubicBezTo>
                <a:cubicBezTo>
                  <a:pt x="5230184" y="4493282"/>
                  <a:pt x="5056379" y="4416973"/>
                  <a:pt x="4898994" y="4460748"/>
                </a:cubicBezTo>
                <a:cubicBezTo>
                  <a:pt x="4741609" y="4504523"/>
                  <a:pt x="4620553" y="4424350"/>
                  <a:pt x="4463279" y="4460748"/>
                </a:cubicBezTo>
                <a:cubicBezTo>
                  <a:pt x="4306005" y="4497146"/>
                  <a:pt x="4172687" y="4427783"/>
                  <a:pt x="3966118" y="4460748"/>
                </a:cubicBezTo>
                <a:cubicBezTo>
                  <a:pt x="3759549" y="4493713"/>
                  <a:pt x="3642636" y="4457293"/>
                  <a:pt x="3530404" y="4460748"/>
                </a:cubicBezTo>
                <a:cubicBezTo>
                  <a:pt x="3418172" y="4464203"/>
                  <a:pt x="3232857" y="4402014"/>
                  <a:pt x="2971796" y="4460748"/>
                </a:cubicBezTo>
                <a:cubicBezTo>
                  <a:pt x="2710735" y="4519482"/>
                  <a:pt x="2714364" y="4431214"/>
                  <a:pt x="2474634" y="4460748"/>
                </a:cubicBezTo>
                <a:cubicBezTo>
                  <a:pt x="2234904" y="4490282"/>
                  <a:pt x="2130555" y="4443911"/>
                  <a:pt x="1916026" y="4460748"/>
                </a:cubicBezTo>
                <a:cubicBezTo>
                  <a:pt x="1701497" y="4477585"/>
                  <a:pt x="1578716" y="4421483"/>
                  <a:pt x="1418865" y="4460748"/>
                </a:cubicBezTo>
                <a:cubicBezTo>
                  <a:pt x="1259014" y="4500013"/>
                  <a:pt x="982379" y="4415393"/>
                  <a:pt x="737363" y="4460748"/>
                </a:cubicBezTo>
                <a:cubicBezTo>
                  <a:pt x="492347" y="4506103"/>
                  <a:pt x="293042" y="4438776"/>
                  <a:pt x="0" y="4460748"/>
                </a:cubicBezTo>
                <a:cubicBezTo>
                  <a:pt x="-42379" y="4208940"/>
                  <a:pt x="40220" y="4106049"/>
                  <a:pt x="0" y="3947762"/>
                </a:cubicBezTo>
                <a:cubicBezTo>
                  <a:pt x="-40220" y="3789475"/>
                  <a:pt x="48921" y="3545379"/>
                  <a:pt x="0" y="3300954"/>
                </a:cubicBezTo>
                <a:cubicBezTo>
                  <a:pt x="-48921" y="3056529"/>
                  <a:pt x="49583" y="2871560"/>
                  <a:pt x="0" y="2743360"/>
                </a:cubicBezTo>
                <a:cubicBezTo>
                  <a:pt x="-49583" y="2615160"/>
                  <a:pt x="37494" y="2380781"/>
                  <a:pt x="0" y="2274981"/>
                </a:cubicBezTo>
                <a:cubicBezTo>
                  <a:pt x="-37494" y="2169181"/>
                  <a:pt x="48180" y="1959641"/>
                  <a:pt x="0" y="1851210"/>
                </a:cubicBezTo>
                <a:cubicBezTo>
                  <a:pt x="-48180" y="1742779"/>
                  <a:pt x="16228" y="1446225"/>
                  <a:pt x="0" y="1293617"/>
                </a:cubicBezTo>
                <a:cubicBezTo>
                  <a:pt x="-16228" y="1141009"/>
                  <a:pt x="28794" y="909308"/>
                  <a:pt x="0" y="646808"/>
                </a:cubicBezTo>
                <a:cubicBezTo>
                  <a:pt x="-28794" y="384308"/>
                  <a:pt x="46798" y="318442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5331304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l-GR" b="1" dirty="0"/>
              <a:t>Δραστηριότητες</a:t>
            </a:r>
            <a:r>
              <a:rPr lang="en-US" b="1" dirty="0"/>
              <a:t> </a:t>
            </a:r>
            <a:r>
              <a:rPr lang="en-US" b="1" dirty="0" err="1"/>
              <a:t>Εμ</a:t>
            </a:r>
            <a:r>
              <a:rPr lang="en-US" b="1" dirty="0"/>
              <a:t>πέδωσης</a:t>
            </a:r>
            <a:endParaRPr lang="el-GR" b="1" dirty="0"/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l-GR" sz="2800" b="1" i="1" dirty="0">
                <a:solidFill>
                  <a:srgbClr val="FF0000"/>
                </a:solidFill>
              </a:rPr>
              <a:t>σε συνεργασία</a:t>
            </a:r>
            <a:br>
              <a:rPr lang="en-US" sz="4300" b="1" dirty="0"/>
            </a:br>
            <a:r>
              <a:rPr lang="en-US" b="1" dirty="0"/>
              <a:t>Φύλλο εργασίας: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>
                  <a:srgbClr val="FF0000"/>
                </a:solidFill>
              </a:rPr>
              <a:t>ασκ.1-11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l-GR" b="1" dirty="0"/>
              <a:t>Αρχείο:</a:t>
            </a:r>
            <a:r>
              <a:rPr lang="en-GB" b="1" dirty="0"/>
              <a:t> </a:t>
            </a:r>
            <a:r>
              <a:rPr lang="el-GR" b="1" dirty="0">
                <a:solidFill>
                  <a:srgbClr val="FF0000"/>
                </a:solidFill>
              </a:rPr>
              <a:t>εργαστήριο.</a:t>
            </a:r>
            <a:r>
              <a:rPr lang="en-GB" b="1" dirty="0">
                <a:solidFill>
                  <a:srgbClr val="FF0000"/>
                </a:solidFill>
              </a:rPr>
              <a:t>pptx</a:t>
            </a:r>
            <a:endParaRPr lang="en-US" b="1" dirty="0">
              <a:solidFill>
                <a:srgbClr val="FF0000"/>
              </a:solidFill>
            </a:endParaRPr>
          </a:p>
          <a:p>
            <a:pPr algn="r">
              <a:lnSpc>
                <a:spcPct val="90000"/>
              </a:lnSpc>
              <a:spcAft>
                <a:spcPts val="600"/>
              </a:spcAft>
            </a:pPr>
            <a:endParaRPr lang="en-US" sz="5100" b="1" dirty="0"/>
          </a:p>
        </p:txBody>
      </p:sp>
    </p:spTree>
    <p:extLst>
      <p:ext uri="{BB962C8B-B14F-4D97-AF65-F5344CB8AC3E}">
        <p14:creationId xmlns:p14="http://schemas.microsoft.com/office/powerpoint/2010/main" val="2890118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40019-0E46-7C0C-5EB8-FE9BB78A5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3352" y="402275"/>
            <a:ext cx="9799692" cy="1320760"/>
          </a:xfrm>
          <a:custGeom>
            <a:avLst/>
            <a:gdLst>
              <a:gd name="csX0" fmla="*/ 0 w 9799692"/>
              <a:gd name="csY0" fmla="*/ 0 h 1320760"/>
              <a:gd name="csX1" fmla="*/ 772446 w 9799692"/>
              <a:gd name="csY1" fmla="*/ 0 h 1320760"/>
              <a:gd name="csX2" fmla="*/ 1544893 w 9799692"/>
              <a:gd name="csY2" fmla="*/ 0 h 1320760"/>
              <a:gd name="csX3" fmla="*/ 1925351 w 9799692"/>
              <a:gd name="csY3" fmla="*/ 0 h 1320760"/>
              <a:gd name="csX4" fmla="*/ 2501804 w 9799692"/>
              <a:gd name="csY4" fmla="*/ 0 h 1320760"/>
              <a:gd name="csX5" fmla="*/ 2784265 w 9799692"/>
              <a:gd name="csY5" fmla="*/ 0 h 1320760"/>
              <a:gd name="csX6" fmla="*/ 3458715 w 9799692"/>
              <a:gd name="csY6" fmla="*/ 0 h 1320760"/>
              <a:gd name="csX7" fmla="*/ 4133164 w 9799692"/>
              <a:gd name="csY7" fmla="*/ 0 h 1320760"/>
              <a:gd name="csX8" fmla="*/ 4709617 w 9799692"/>
              <a:gd name="csY8" fmla="*/ 0 h 1320760"/>
              <a:gd name="csX9" fmla="*/ 5482063 w 9799692"/>
              <a:gd name="csY9" fmla="*/ 0 h 1320760"/>
              <a:gd name="csX10" fmla="*/ 5960519 w 9799692"/>
              <a:gd name="csY10" fmla="*/ 0 h 1320760"/>
              <a:gd name="csX11" fmla="*/ 6732965 w 9799692"/>
              <a:gd name="csY11" fmla="*/ 0 h 1320760"/>
              <a:gd name="csX12" fmla="*/ 7407414 w 9799692"/>
              <a:gd name="csY12" fmla="*/ 0 h 1320760"/>
              <a:gd name="csX13" fmla="*/ 7983867 w 9799692"/>
              <a:gd name="csY13" fmla="*/ 0 h 1320760"/>
              <a:gd name="csX14" fmla="*/ 8756313 w 9799692"/>
              <a:gd name="csY14" fmla="*/ 0 h 1320760"/>
              <a:gd name="csX15" fmla="*/ 9799692 w 9799692"/>
              <a:gd name="csY15" fmla="*/ 0 h 1320760"/>
              <a:gd name="csX16" fmla="*/ 9799692 w 9799692"/>
              <a:gd name="csY16" fmla="*/ 413838 h 1320760"/>
              <a:gd name="csX17" fmla="*/ 9799692 w 9799692"/>
              <a:gd name="csY17" fmla="*/ 827676 h 1320760"/>
              <a:gd name="csX18" fmla="*/ 9799692 w 9799692"/>
              <a:gd name="csY18" fmla="*/ 1320760 h 1320760"/>
              <a:gd name="csX19" fmla="*/ 9321236 w 9799692"/>
              <a:gd name="csY19" fmla="*/ 1320760 h 1320760"/>
              <a:gd name="csX20" fmla="*/ 8646787 w 9799692"/>
              <a:gd name="csY20" fmla="*/ 1320760 h 1320760"/>
              <a:gd name="csX21" fmla="*/ 8364325 w 9799692"/>
              <a:gd name="csY21" fmla="*/ 1320760 h 1320760"/>
              <a:gd name="csX22" fmla="*/ 7787873 w 9799692"/>
              <a:gd name="csY22" fmla="*/ 1320760 h 1320760"/>
              <a:gd name="csX23" fmla="*/ 7113423 w 9799692"/>
              <a:gd name="csY23" fmla="*/ 1320760 h 1320760"/>
              <a:gd name="csX24" fmla="*/ 6634968 w 9799692"/>
              <a:gd name="csY24" fmla="*/ 1320760 h 1320760"/>
              <a:gd name="csX25" fmla="*/ 6254509 w 9799692"/>
              <a:gd name="csY25" fmla="*/ 1320760 h 1320760"/>
              <a:gd name="csX26" fmla="*/ 5874051 w 9799692"/>
              <a:gd name="csY26" fmla="*/ 1320760 h 1320760"/>
              <a:gd name="csX27" fmla="*/ 5101604 w 9799692"/>
              <a:gd name="csY27" fmla="*/ 1320760 h 1320760"/>
              <a:gd name="csX28" fmla="*/ 4819143 w 9799692"/>
              <a:gd name="csY28" fmla="*/ 1320760 h 1320760"/>
              <a:gd name="csX29" fmla="*/ 4340687 w 9799692"/>
              <a:gd name="csY29" fmla="*/ 1320760 h 1320760"/>
              <a:gd name="csX30" fmla="*/ 3960228 w 9799692"/>
              <a:gd name="csY30" fmla="*/ 1320760 h 1320760"/>
              <a:gd name="csX31" fmla="*/ 3285779 w 9799692"/>
              <a:gd name="csY31" fmla="*/ 1320760 h 1320760"/>
              <a:gd name="csX32" fmla="*/ 2905320 w 9799692"/>
              <a:gd name="csY32" fmla="*/ 1320760 h 1320760"/>
              <a:gd name="csX33" fmla="*/ 2132874 w 9799692"/>
              <a:gd name="csY33" fmla="*/ 1320760 h 1320760"/>
              <a:gd name="csX34" fmla="*/ 1850412 w 9799692"/>
              <a:gd name="csY34" fmla="*/ 1320760 h 1320760"/>
              <a:gd name="csX35" fmla="*/ 1469954 w 9799692"/>
              <a:gd name="csY35" fmla="*/ 1320760 h 1320760"/>
              <a:gd name="csX36" fmla="*/ 893501 w 9799692"/>
              <a:gd name="csY36" fmla="*/ 1320760 h 1320760"/>
              <a:gd name="csX37" fmla="*/ 611040 w 9799692"/>
              <a:gd name="csY37" fmla="*/ 1320760 h 1320760"/>
              <a:gd name="csX38" fmla="*/ 0 w 9799692"/>
              <a:gd name="csY38" fmla="*/ 1320760 h 1320760"/>
              <a:gd name="csX39" fmla="*/ 0 w 9799692"/>
              <a:gd name="csY39" fmla="*/ 906922 h 1320760"/>
              <a:gd name="csX40" fmla="*/ 0 w 9799692"/>
              <a:gd name="csY40" fmla="*/ 466669 h 1320760"/>
              <a:gd name="csX41" fmla="*/ 0 w 9799692"/>
              <a:gd name="csY41" fmla="*/ 0 h 13207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9799692" h="1320760" fill="none" extrusionOk="0">
                <a:moveTo>
                  <a:pt x="0" y="0"/>
                </a:moveTo>
                <a:cubicBezTo>
                  <a:pt x="194730" y="-36231"/>
                  <a:pt x="547264" y="18549"/>
                  <a:pt x="772446" y="0"/>
                </a:cubicBezTo>
                <a:cubicBezTo>
                  <a:pt x="997628" y="-18549"/>
                  <a:pt x="1265970" y="13122"/>
                  <a:pt x="1544893" y="0"/>
                </a:cubicBezTo>
                <a:cubicBezTo>
                  <a:pt x="1823816" y="-13122"/>
                  <a:pt x="1775726" y="1005"/>
                  <a:pt x="1925351" y="0"/>
                </a:cubicBezTo>
                <a:cubicBezTo>
                  <a:pt x="2074976" y="-1005"/>
                  <a:pt x="2302633" y="16877"/>
                  <a:pt x="2501804" y="0"/>
                </a:cubicBezTo>
                <a:cubicBezTo>
                  <a:pt x="2700975" y="-16877"/>
                  <a:pt x="2688195" y="5157"/>
                  <a:pt x="2784265" y="0"/>
                </a:cubicBezTo>
                <a:cubicBezTo>
                  <a:pt x="2880335" y="-5157"/>
                  <a:pt x="3258322" y="43009"/>
                  <a:pt x="3458715" y="0"/>
                </a:cubicBezTo>
                <a:cubicBezTo>
                  <a:pt x="3659108" y="-43009"/>
                  <a:pt x="3952665" y="19165"/>
                  <a:pt x="4133164" y="0"/>
                </a:cubicBezTo>
                <a:cubicBezTo>
                  <a:pt x="4313663" y="-19165"/>
                  <a:pt x="4579608" y="26772"/>
                  <a:pt x="4709617" y="0"/>
                </a:cubicBezTo>
                <a:cubicBezTo>
                  <a:pt x="4839626" y="-26772"/>
                  <a:pt x="5274982" y="6402"/>
                  <a:pt x="5482063" y="0"/>
                </a:cubicBezTo>
                <a:cubicBezTo>
                  <a:pt x="5689144" y="-6402"/>
                  <a:pt x="5764630" y="23922"/>
                  <a:pt x="5960519" y="0"/>
                </a:cubicBezTo>
                <a:cubicBezTo>
                  <a:pt x="6156408" y="-23922"/>
                  <a:pt x="6472594" y="4131"/>
                  <a:pt x="6732965" y="0"/>
                </a:cubicBezTo>
                <a:cubicBezTo>
                  <a:pt x="6993336" y="-4131"/>
                  <a:pt x="7213738" y="66656"/>
                  <a:pt x="7407414" y="0"/>
                </a:cubicBezTo>
                <a:cubicBezTo>
                  <a:pt x="7601090" y="-66656"/>
                  <a:pt x="7716767" y="34059"/>
                  <a:pt x="7983867" y="0"/>
                </a:cubicBezTo>
                <a:cubicBezTo>
                  <a:pt x="8250967" y="-34059"/>
                  <a:pt x="8600686" y="60909"/>
                  <a:pt x="8756313" y="0"/>
                </a:cubicBezTo>
                <a:cubicBezTo>
                  <a:pt x="8911940" y="-60909"/>
                  <a:pt x="9432480" y="59512"/>
                  <a:pt x="9799692" y="0"/>
                </a:cubicBezTo>
                <a:cubicBezTo>
                  <a:pt x="9815530" y="87236"/>
                  <a:pt x="9772478" y="284515"/>
                  <a:pt x="9799692" y="413838"/>
                </a:cubicBezTo>
                <a:cubicBezTo>
                  <a:pt x="9826906" y="543161"/>
                  <a:pt x="9796759" y="639577"/>
                  <a:pt x="9799692" y="827676"/>
                </a:cubicBezTo>
                <a:cubicBezTo>
                  <a:pt x="9802625" y="1015775"/>
                  <a:pt x="9745152" y="1143101"/>
                  <a:pt x="9799692" y="1320760"/>
                </a:cubicBezTo>
                <a:cubicBezTo>
                  <a:pt x="9596822" y="1325490"/>
                  <a:pt x="9527598" y="1297017"/>
                  <a:pt x="9321236" y="1320760"/>
                </a:cubicBezTo>
                <a:cubicBezTo>
                  <a:pt x="9114874" y="1344503"/>
                  <a:pt x="8813853" y="1279989"/>
                  <a:pt x="8646787" y="1320760"/>
                </a:cubicBezTo>
                <a:cubicBezTo>
                  <a:pt x="8479721" y="1361531"/>
                  <a:pt x="8498940" y="1307951"/>
                  <a:pt x="8364325" y="1320760"/>
                </a:cubicBezTo>
                <a:cubicBezTo>
                  <a:pt x="8229710" y="1333569"/>
                  <a:pt x="7928382" y="1278045"/>
                  <a:pt x="7787873" y="1320760"/>
                </a:cubicBezTo>
                <a:cubicBezTo>
                  <a:pt x="7647364" y="1363475"/>
                  <a:pt x="7343961" y="1297686"/>
                  <a:pt x="7113423" y="1320760"/>
                </a:cubicBezTo>
                <a:cubicBezTo>
                  <a:pt x="6882885" y="1343834"/>
                  <a:pt x="6828734" y="1285319"/>
                  <a:pt x="6634968" y="1320760"/>
                </a:cubicBezTo>
                <a:cubicBezTo>
                  <a:pt x="6441203" y="1356201"/>
                  <a:pt x="6419102" y="1279643"/>
                  <a:pt x="6254509" y="1320760"/>
                </a:cubicBezTo>
                <a:cubicBezTo>
                  <a:pt x="6089916" y="1361877"/>
                  <a:pt x="6013191" y="1291370"/>
                  <a:pt x="5874051" y="1320760"/>
                </a:cubicBezTo>
                <a:cubicBezTo>
                  <a:pt x="5734911" y="1350150"/>
                  <a:pt x="5408079" y="1317108"/>
                  <a:pt x="5101604" y="1320760"/>
                </a:cubicBezTo>
                <a:cubicBezTo>
                  <a:pt x="4795129" y="1324412"/>
                  <a:pt x="4949038" y="1293698"/>
                  <a:pt x="4819143" y="1320760"/>
                </a:cubicBezTo>
                <a:cubicBezTo>
                  <a:pt x="4689248" y="1347822"/>
                  <a:pt x="4564663" y="1289134"/>
                  <a:pt x="4340687" y="1320760"/>
                </a:cubicBezTo>
                <a:cubicBezTo>
                  <a:pt x="4116711" y="1352386"/>
                  <a:pt x="4112187" y="1313588"/>
                  <a:pt x="3960228" y="1320760"/>
                </a:cubicBezTo>
                <a:cubicBezTo>
                  <a:pt x="3808269" y="1327932"/>
                  <a:pt x="3449164" y="1278481"/>
                  <a:pt x="3285779" y="1320760"/>
                </a:cubicBezTo>
                <a:cubicBezTo>
                  <a:pt x="3122394" y="1363039"/>
                  <a:pt x="3092938" y="1314516"/>
                  <a:pt x="2905320" y="1320760"/>
                </a:cubicBezTo>
                <a:cubicBezTo>
                  <a:pt x="2717702" y="1327004"/>
                  <a:pt x="2360286" y="1242059"/>
                  <a:pt x="2132874" y="1320760"/>
                </a:cubicBezTo>
                <a:cubicBezTo>
                  <a:pt x="1905462" y="1399461"/>
                  <a:pt x="1939982" y="1290643"/>
                  <a:pt x="1850412" y="1320760"/>
                </a:cubicBezTo>
                <a:cubicBezTo>
                  <a:pt x="1760842" y="1350877"/>
                  <a:pt x="1624579" y="1292436"/>
                  <a:pt x="1469954" y="1320760"/>
                </a:cubicBezTo>
                <a:cubicBezTo>
                  <a:pt x="1315329" y="1349084"/>
                  <a:pt x="1020528" y="1280554"/>
                  <a:pt x="893501" y="1320760"/>
                </a:cubicBezTo>
                <a:cubicBezTo>
                  <a:pt x="766474" y="1360966"/>
                  <a:pt x="682990" y="1295848"/>
                  <a:pt x="611040" y="1320760"/>
                </a:cubicBezTo>
                <a:cubicBezTo>
                  <a:pt x="539090" y="1345672"/>
                  <a:pt x="183422" y="1258876"/>
                  <a:pt x="0" y="1320760"/>
                </a:cubicBezTo>
                <a:cubicBezTo>
                  <a:pt x="-38741" y="1120382"/>
                  <a:pt x="235" y="998376"/>
                  <a:pt x="0" y="906922"/>
                </a:cubicBezTo>
                <a:cubicBezTo>
                  <a:pt x="-235" y="815468"/>
                  <a:pt x="26611" y="650192"/>
                  <a:pt x="0" y="466669"/>
                </a:cubicBezTo>
                <a:cubicBezTo>
                  <a:pt x="-26611" y="283146"/>
                  <a:pt x="28703" y="179475"/>
                  <a:pt x="0" y="0"/>
                </a:cubicBezTo>
                <a:close/>
              </a:path>
              <a:path w="9799692" h="1320760" stroke="0" extrusionOk="0">
                <a:moveTo>
                  <a:pt x="0" y="0"/>
                </a:moveTo>
                <a:cubicBezTo>
                  <a:pt x="265351" y="-32778"/>
                  <a:pt x="606600" y="10322"/>
                  <a:pt x="772446" y="0"/>
                </a:cubicBezTo>
                <a:cubicBezTo>
                  <a:pt x="938292" y="-10322"/>
                  <a:pt x="1133611" y="47856"/>
                  <a:pt x="1348899" y="0"/>
                </a:cubicBezTo>
                <a:cubicBezTo>
                  <a:pt x="1564187" y="-47856"/>
                  <a:pt x="1772354" y="55109"/>
                  <a:pt x="1925351" y="0"/>
                </a:cubicBezTo>
                <a:cubicBezTo>
                  <a:pt x="2078348" y="-55109"/>
                  <a:pt x="2215082" y="46650"/>
                  <a:pt x="2403807" y="0"/>
                </a:cubicBezTo>
                <a:cubicBezTo>
                  <a:pt x="2592532" y="-46650"/>
                  <a:pt x="2641911" y="3509"/>
                  <a:pt x="2784265" y="0"/>
                </a:cubicBezTo>
                <a:cubicBezTo>
                  <a:pt x="2926619" y="-3509"/>
                  <a:pt x="3283746" y="16800"/>
                  <a:pt x="3458715" y="0"/>
                </a:cubicBezTo>
                <a:cubicBezTo>
                  <a:pt x="3633684" y="-16800"/>
                  <a:pt x="3832493" y="35732"/>
                  <a:pt x="4133164" y="0"/>
                </a:cubicBezTo>
                <a:cubicBezTo>
                  <a:pt x="4433835" y="-35732"/>
                  <a:pt x="4340203" y="29056"/>
                  <a:pt x="4415626" y="0"/>
                </a:cubicBezTo>
                <a:cubicBezTo>
                  <a:pt x="4491049" y="-29056"/>
                  <a:pt x="4844447" y="39622"/>
                  <a:pt x="5188072" y="0"/>
                </a:cubicBezTo>
                <a:cubicBezTo>
                  <a:pt x="5531697" y="-39622"/>
                  <a:pt x="5349485" y="10165"/>
                  <a:pt x="5470534" y="0"/>
                </a:cubicBezTo>
                <a:cubicBezTo>
                  <a:pt x="5591583" y="-10165"/>
                  <a:pt x="5885558" y="19225"/>
                  <a:pt x="6242980" y="0"/>
                </a:cubicBezTo>
                <a:cubicBezTo>
                  <a:pt x="6600402" y="-19225"/>
                  <a:pt x="6738761" y="44966"/>
                  <a:pt x="7015427" y="0"/>
                </a:cubicBezTo>
                <a:cubicBezTo>
                  <a:pt x="7292093" y="-44966"/>
                  <a:pt x="7316616" y="21255"/>
                  <a:pt x="7591879" y="0"/>
                </a:cubicBezTo>
                <a:cubicBezTo>
                  <a:pt x="7867142" y="-21255"/>
                  <a:pt x="7790284" y="44658"/>
                  <a:pt x="7972338" y="0"/>
                </a:cubicBezTo>
                <a:cubicBezTo>
                  <a:pt x="8154392" y="-44658"/>
                  <a:pt x="8224826" y="23649"/>
                  <a:pt x="8450793" y="0"/>
                </a:cubicBezTo>
                <a:cubicBezTo>
                  <a:pt x="8676761" y="-23649"/>
                  <a:pt x="8789330" y="44750"/>
                  <a:pt x="8929249" y="0"/>
                </a:cubicBezTo>
                <a:cubicBezTo>
                  <a:pt x="9069168" y="-44750"/>
                  <a:pt x="9449464" y="95672"/>
                  <a:pt x="9799692" y="0"/>
                </a:cubicBezTo>
                <a:cubicBezTo>
                  <a:pt x="9826179" y="164660"/>
                  <a:pt x="9772181" y="259298"/>
                  <a:pt x="9799692" y="453461"/>
                </a:cubicBezTo>
                <a:cubicBezTo>
                  <a:pt x="9827203" y="647624"/>
                  <a:pt x="9782102" y="770844"/>
                  <a:pt x="9799692" y="854091"/>
                </a:cubicBezTo>
                <a:cubicBezTo>
                  <a:pt x="9817282" y="937338"/>
                  <a:pt x="9776437" y="1155656"/>
                  <a:pt x="9799692" y="1320760"/>
                </a:cubicBezTo>
                <a:cubicBezTo>
                  <a:pt x="9583164" y="1359546"/>
                  <a:pt x="9448051" y="1274438"/>
                  <a:pt x="9223240" y="1320760"/>
                </a:cubicBezTo>
                <a:cubicBezTo>
                  <a:pt x="8998429" y="1367082"/>
                  <a:pt x="8880341" y="1313089"/>
                  <a:pt x="8548790" y="1320760"/>
                </a:cubicBezTo>
                <a:cubicBezTo>
                  <a:pt x="8217239" y="1328431"/>
                  <a:pt x="8153823" y="1306011"/>
                  <a:pt x="7972338" y="1320760"/>
                </a:cubicBezTo>
                <a:cubicBezTo>
                  <a:pt x="7790853" y="1335509"/>
                  <a:pt x="7485429" y="1240780"/>
                  <a:pt x="7297888" y="1320760"/>
                </a:cubicBezTo>
                <a:cubicBezTo>
                  <a:pt x="7110347" y="1400740"/>
                  <a:pt x="7003916" y="1320086"/>
                  <a:pt x="6917430" y="1320760"/>
                </a:cubicBezTo>
                <a:cubicBezTo>
                  <a:pt x="6830944" y="1321434"/>
                  <a:pt x="6565704" y="1314103"/>
                  <a:pt x="6438974" y="1320760"/>
                </a:cubicBezTo>
                <a:cubicBezTo>
                  <a:pt x="6312244" y="1327417"/>
                  <a:pt x="6174949" y="1306223"/>
                  <a:pt x="6058515" y="1320760"/>
                </a:cubicBezTo>
                <a:cubicBezTo>
                  <a:pt x="5942081" y="1335297"/>
                  <a:pt x="5846454" y="1285537"/>
                  <a:pt x="5678057" y="1320760"/>
                </a:cubicBezTo>
                <a:cubicBezTo>
                  <a:pt x="5509660" y="1355983"/>
                  <a:pt x="5411042" y="1307123"/>
                  <a:pt x="5199601" y="1320760"/>
                </a:cubicBezTo>
                <a:cubicBezTo>
                  <a:pt x="4988160" y="1334397"/>
                  <a:pt x="4831335" y="1295633"/>
                  <a:pt x="4623149" y="1320760"/>
                </a:cubicBezTo>
                <a:cubicBezTo>
                  <a:pt x="4414963" y="1345887"/>
                  <a:pt x="4472003" y="1305842"/>
                  <a:pt x="4340687" y="1320760"/>
                </a:cubicBezTo>
                <a:cubicBezTo>
                  <a:pt x="4209371" y="1335678"/>
                  <a:pt x="4076582" y="1302743"/>
                  <a:pt x="3960228" y="1320760"/>
                </a:cubicBezTo>
                <a:cubicBezTo>
                  <a:pt x="3843874" y="1338777"/>
                  <a:pt x="3780855" y="1291742"/>
                  <a:pt x="3677767" y="1320760"/>
                </a:cubicBezTo>
                <a:cubicBezTo>
                  <a:pt x="3574679" y="1349778"/>
                  <a:pt x="3185339" y="1314519"/>
                  <a:pt x="3003317" y="1320760"/>
                </a:cubicBezTo>
                <a:cubicBezTo>
                  <a:pt x="2821295" y="1327001"/>
                  <a:pt x="2768086" y="1309095"/>
                  <a:pt x="2622859" y="1320760"/>
                </a:cubicBezTo>
                <a:cubicBezTo>
                  <a:pt x="2477632" y="1332425"/>
                  <a:pt x="2266294" y="1278549"/>
                  <a:pt x="2046406" y="1320760"/>
                </a:cubicBezTo>
                <a:cubicBezTo>
                  <a:pt x="1826518" y="1362971"/>
                  <a:pt x="1506040" y="1293211"/>
                  <a:pt x="1273960" y="1320760"/>
                </a:cubicBezTo>
                <a:cubicBezTo>
                  <a:pt x="1041880" y="1348309"/>
                  <a:pt x="1077230" y="1292263"/>
                  <a:pt x="991498" y="1320760"/>
                </a:cubicBezTo>
                <a:cubicBezTo>
                  <a:pt x="905766" y="1349257"/>
                  <a:pt x="659807" y="1283215"/>
                  <a:pt x="513043" y="1320760"/>
                </a:cubicBezTo>
                <a:cubicBezTo>
                  <a:pt x="366280" y="1358305"/>
                  <a:pt x="214460" y="1310700"/>
                  <a:pt x="0" y="1320760"/>
                </a:cubicBezTo>
                <a:cubicBezTo>
                  <a:pt x="-40544" y="1114521"/>
                  <a:pt x="3930" y="1064555"/>
                  <a:pt x="0" y="906922"/>
                </a:cubicBezTo>
                <a:cubicBezTo>
                  <a:pt x="-3930" y="749289"/>
                  <a:pt x="49492" y="572667"/>
                  <a:pt x="0" y="440253"/>
                </a:cubicBezTo>
                <a:cubicBezTo>
                  <a:pt x="-49492" y="307839"/>
                  <a:pt x="4738" y="103258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144939115">
                  <ask:type>
                    <ask:lineSketchScribble/>
                  </ask:type>
                </ask:lineSketchStyleProps>
              </a:ext>
            </a:extLst>
          </a:ln>
        </p:spPr>
        <p:txBody>
          <a:bodyPr>
            <a:noAutofit/>
          </a:bodyPr>
          <a:lstStyle/>
          <a:p>
            <a:r>
              <a:rPr lang="el-GR" sz="3200" b="1" dirty="0"/>
              <a:t>Οδηγίες για την Πλατφόρμα Τεχνητής Νοημοσύνης </a:t>
            </a:r>
            <a:r>
              <a:rPr lang="en-GB" sz="3200" b="1" dirty="0" err="1"/>
              <a:t>SchoolAI</a:t>
            </a:r>
            <a:endParaRPr lang="en-CY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D69D2-9385-66E6-60C2-875601659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3352" y="2218968"/>
            <a:ext cx="9799692" cy="4392488"/>
          </a:xfrm>
          <a:ln w="12700">
            <a:solidFill>
              <a:schemeClr val="tx1"/>
            </a:solidFill>
          </a:ln>
        </p:spPr>
        <p:txBody>
          <a:bodyPr vert="horz" lIns="121899" tIns="60949" rIns="121899" bIns="60949" rtlCol="0" anchor="t">
            <a:normAutofit/>
          </a:bodyPr>
          <a:lstStyle/>
          <a:p>
            <a:pPr marL="0" indent="0">
              <a:buNone/>
            </a:pPr>
            <a:r>
              <a:rPr lang="el-GR" sz="2800" b="1" dirty="0"/>
              <a:t>Σε αυτό το στάδιο </a:t>
            </a:r>
            <a:r>
              <a:rPr lang="el-GR" sz="2800" dirty="0"/>
              <a:t>μπορείτε να χρησιμοποιήσετε την πλατφόρμα τεχνητής νοημοσύνης </a:t>
            </a:r>
            <a:r>
              <a:rPr lang="el-GR" sz="2800" b="1" dirty="0" err="1"/>
              <a:t>SchoolAI</a:t>
            </a:r>
            <a:r>
              <a:rPr lang="el-GR" sz="2800" dirty="0"/>
              <a:t> για βοήθεια και καθοδήγηση.</a:t>
            </a:r>
          </a:p>
          <a:p>
            <a:pPr marL="0" indent="0">
              <a:buNone/>
            </a:pPr>
            <a:r>
              <a:rPr lang="el-GR" sz="2800" dirty="0"/>
              <a:t>👉 Πατάτε στον ακόλουθο σύνδεσμο για να συνδεθείτε στο </a:t>
            </a:r>
            <a:r>
              <a:rPr lang="el-GR" sz="2800" b="1" dirty="0" err="1"/>
              <a:t>SchoolAI</a:t>
            </a:r>
            <a:r>
              <a:rPr lang="el-GR" sz="2800" dirty="0"/>
              <a:t>:</a:t>
            </a:r>
            <a:endParaRPr lang="en-GB" sz="2800" dirty="0"/>
          </a:p>
          <a:p>
            <a:pPr marL="0" indent="0">
              <a:buNone/>
            </a:pPr>
            <a:r>
              <a:rPr lang="en-GB" u="sng" dirty="0">
                <a:hlinkClick r:id="rId2"/>
              </a:rPr>
              <a:t>https</a:t>
            </a:r>
            <a:r>
              <a:rPr lang="el-GR" u="sng" dirty="0">
                <a:hlinkClick r:id="rId2"/>
              </a:rPr>
              <a:t>://</a:t>
            </a:r>
            <a:r>
              <a:rPr lang="en-GB" u="sng" dirty="0">
                <a:hlinkClick r:id="rId2"/>
              </a:rPr>
              <a:t>student</a:t>
            </a:r>
            <a:r>
              <a:rPr lang="el-GR" u="sng" dirty="0">
                <a:hlinkClick r:id="rId2"/>
              </a:rPr>
              <a:t>.</a:t>
            </a:r>
            <a:r>
              <a:rPr lang="en-GB" u="sng" dirty="0" err="1">
                <a:hlinkClick r:id="rId2"/>
              </a:rPr>
              <a:t>schoolai</a:t>
            </a:r>
            <a:r>
              <a:rPr lang="el-GR" u="sng" dirty="0">
                <a:hlinkClick r:id="rId2"/>
              </a:rPr>
              <a:t>.</a:t>
            </a:r>
            <a:r>
              <a:rPr lang="en-GB" u="sng" dirty="0">
                <a:hlinkClick r:id="rId2"/>
              </a:rPr>
              <a:t>com</a:t>
            </a:r>
            <a:r>
              <a:rPr lang="el-GR" u="sng" dirty="0">
                <a:hlinkClick r:id="rId2"/>
              </a:rPr>
              <a:t>/</a:t>
            </a:r>
            <a:r>
              <a:rPr lang="en-GB" u="sng" dirty="0">
                <a:hlinkClick r:id="rId2"/>
              </a:rPr>
              <a:t>dot</a:t>
            </a:r>
            <a:r>
              <a:rPr lang="el-GR" u="sng" dirty="0">
                <a:hlinkClick r:id="rId2"/>
              </a:rPr>
              <a:t>/</a:t>
            </a:r>
            <a:r>
              <a:rPr lang="en-GB" u="sng" dirty="0">
                <a:hlinkClick r:id="rId2"/>
              </a:rPr>
              <a:t>spaces</a:t>
            </a:r>
            <a:r>
              <a:rPr lang="el-GR" u="sng" dirty="0">
                <a:hlinkClick r:id="rId2"/>
              </a:rPr>
              <a:t>/</a:t>
            </a:r>
            <a:r>
              <a:rPr lang="en-GB" u="sng" dirty="0">
                <a:hlinkClick r:id="rId2"/>
              </a:rPr>
              <a:t>join</a:t>
            </a:r>
            <a:r>
              <a:rPr lang="el-GR" u="sng" dirty="0">
                <a:hlinkClick r:id="rId2"/>
              </a:rPr>
              <a:t>?</a:t>
            </a:r>
            <a:r>
              <a:rPr lang="en-GB" u="sng" dirty="0">
                <a:hlinkClick r:id="rId2"/>
              </a:rPr>
              <a:t>code</a:t>
            </a:r>
            <a:r>
              <a:rPr lang="el-GR" u="sng" dirty="0">
                <a:hlinkClick r:id="rId2"/>
              </a:rPr>
              <a:t>=</a:t>
            </a:r>
            <a:r>
              <a:rPr lang="en-GB" u="sng" dirty="0">
                <a:hlinkClick r:id="rId2"/>
              </a:rPr>
              <a:t>AWSM</a:t>
            </a:r>
            <a:r>
              <a:rPr lang="el-GR" u="sng" dirty="0">
                <a:hlinkClick r:id="rId2"/>
              </a:rPr>
              <a:t>-</a:t>
            </a:r>
            <a:r>
              <a:rPr lang="en-GB" u="sng" dirty="0">
                <a:hlinkClick r:id="rId2"/>
              </a:rPr>
              <a:t>RGGL</a:t>
            </a:r>
            <a:endParaRPr lang="en-GB" dirty="0"/>
          </a:p>
          <a:p>
            <a:pPr marL="0" indent="0">
              <a:buNone/>
            </a:pPr>
            <a:endParaRPr lang="en-GB" sz="2800" b="1" dirty="0"/>
          </a:p>
          <a:p>
            <a:pPr marL="0" indent="0">
              <a:buNone/>
            </a:pPr>
            <a:r>
              <a:rPr lang="el-GR" sz="2800" b="1" dirty="0"/>
              <a:t>Κωδικός σύνδεσης:</a:t>
            </a:r>
            <a:r>
              <a:rPr lang="en-GB" sz="2800" dirty="0">
                <a:hlinkClick r:id="rId3"/>
              </a:rPr>
              <a:t> </a:t>
            </a:r>
            <a:r>
              <a:rPr lang="en-GB" sz="2800" u="sng" dirty="0">
                <a:hlinkClick r:id="rId2"/>
              </a:rPr>
              <a:t>AWSM</a:t>
            </a:r>
            <a:r>
              <a:rPr lang="el-GR" sz="2800" u="sng" dirty="0">
                <a:hlinkClick r:id="rId2"/>
              </a:rPr>
              <a:t>-</a:t>
            </a:r>
            <a:r>
              <a:rPr lang="en-GB" sz="2800" u="sng" dirty="0">
                <a:hlinkClick r:id="rId2"/>
              </a:rPr>
              <a:t>RGGL</a:t>
            </a:r>
            <a:endParaRPr lang="el-GR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E18DA-056D-7F67-D1F7-FF1266553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5249" y="5141651"/>
            <a:ext cx="1623399" cy="16233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0760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D6BA167A-D3C3-4EE8-8B5E-136792087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810CA83B-630E-45DB-ADCB-F0260428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7A57B554-6973-429A-818B-524C03DA47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Freeform 9">
              <a:extLst>
                <a:ext uri="{FF2B5EF4-FFF2-40B4-BE49-F238E27FC236}">
                  <a16:creationId xmlns:a16="http://schemas.microsoft.com/office/drawing/2014/main" id="{89ED2DB2-F3BB-4B5E-84E6-CC259E394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93816493-5723-43CF-95A9-2CDEC9B11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A9964935-0316-4743-BD2E-35B86AF48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Freeform 12">
              <a:extLst>
                <a:ext uri="{FF2B5EF4-FFF2-40B4-BE49-F238E27FC236}">
                  <a16:creationId xmlns:a16="http://schemas.microsoft.com/office/drawing/2014/main" id="{2B20A700-1547-48D5-AA6F-C1473539C7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24EB265-F02F-4B59-A508-C6EB995F2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372C68-99DE-917B-D53C-55699039E8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3" r="18616" b="9091"/>
          <a:stretch>
            <a:fillRect/>
          </a:stretch>
        </p:blipFill>
        <p:spPr>
          <a:xfrm>
            <a:off x="20" y="10"/>
            <a:ext cx="5448280" cy="6857990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2C998072-124D-48E2-A6E2-8F1E8ED83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36718" y="0"/>
            <a:ext cx="2611581" cy="6858000"/>
            <a:chOff x="2836718" y="0"/>
            <a:chExt cx="2611581" cy="6858000"/>
          </a:xfrm>
        </p:grpSpPr>
        <p:sp useBgFill="1">
          <p:nvSpPr>
            <p:cNvPr id="46" name="Rectangle 19">
              <a:extLst>
                <a:ext uri="{FF2B5EF4-FFF2-40B4-BE49-F238E27FC236}">
                  <a16:creationId xmlns:a16="http://schemas.microsoft.com/office/drawing/2014/main" id="{1E14E093-754E-4506-A8D6-FCE1C15C82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0"/>
              <a:ext cx="2611581" cy="2554287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2554287">
                  <a:moveTo>
                    <a:pt x="675409" y="0"/>
                  </a:moveTo>
                  <a:lnTo>
                    <a:pt x="2611581" y="0"/>
                  </a:lnTo>
                  <a:lnTo>
                    <a:pt x="2611581" y="2554287"/>
                  </a:lnTo>
                  <a:lnTo>
                    <a:pt x="0" y="2554287"/>
                  </a:lnTo>
                  <a:lnTo>
                    <a:pt x="675409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47" name="Rectangle 20">
              <a:extLst>
                <a:ext uri="{FF2B5EF4-FFF2-40B4-BE49-F238E27FC236}">
                  <a16:creationId xmlns:a16="http://schemas.microsoft.com/office/drawing/2014/main" id="{CF21968D-4653-4795-8719-23625D73D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2554287"/>
              <a:ext cx="2611581" cy="4303713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4303713">
                  <a:moveTo>
                    <a:pt x="0" y="0"/>
                  </a:moveTo>
                  <a:lnTo>
                    <a:pt x="2611581" y="0"/>
                  </a:lnTo>
                  <a:lnTo>
                    <a:pt x="2611581" y="4303713"/>
                  </a:lnTo>
                  <a:lnTo>
                    <a:pt x="2171701" y="363869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C1932C4-6593-4E91-A419-A6DD5ACF2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40843" y="0"/>
            <a:ext cx="5014912" cy="6862763"/>
            <a:chOff x="2928938" y="-4763"/>
            <a:chExt cx="5014912" cy="6862763"/>
          </a:xfrm>
        </p:grpSpPr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7760625D-64B1-4CBD-9E72-3A2E98F98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id="{E71E0260-05A5-45ED-8B56-77316E5A9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Freeform 9">
              <a:extLst>
                <a:ext uri="{FF2B5EF4-FFF2-40B4-BE49-F238E27FC236}">
                  <a16:creationId xmlns:a16="http://schemas.microsoft.com/office/drawing/2014/main" id="{AD29CF5D-216F-4967-90BD-0A39F6072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Freeform 10">
              <a:extLst>
                <a:ext uri="{FF2B5EF4-FFF2-40B4-BE49-F238E27FC236}">
                  <a16:creationId xmlns:a16="http://schemas.microsoft.com/office/drawing/2014/main" id="{00059C3C-E45F-452B-B06F-6713C5456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Freeform 11">
              <a:extLst>
                <a:ext uri="{FF2B5EF4-FFF2-40B4-BE49-F238E27FC236}">
                  <a16:creationId xmlns:a16="http://schemas.microsoft.com/office/drawing/2014/main" id="{7B5AA5D5-8081-4AD6-9962-4DE4EBAA4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A7DDA84B-1C5A-4E35-A4E5-A9948B088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AA14B32-79C5-EA2D-0A12-13754C5BFC6E}"/>
              </a:ext>
            </a:extLst>
          </p:cNvPr>
          <p:cNvSpPr txBox="1">
            <a:spLocks/>
          </p:cNvSpPr>
          <p:nvPr/>
        </p:nvSpPr>
        <p:spPr>
          <a:xfrm>
            <a:off x="6043251" y="619591"/>
            <a:ext cx="5553796" cy="4275137"/>
          </a:xfrm>
          <a:custGeom>
            <a:avLst/>
            <a:gdLst>
              <a:gd name="csX0" fmla="*/ 0 w 5553796"/>
              <a:gd name="csY0" fmla="*/ 0 h 4275137"/>
              <a:gd name="csX1" fmla="*/ 666456 w 5553796"/>
              <a:gd name="csY1" fmla="*/ 0 h 4275137"/>
              <a:gd name="csX2" fmla="*/ 1221835 w 5553796"/>
              <a:gd name="csY2" fmla="*/ 0 h 4275137"/>
              <a:gd name="csX3" fmla="*/ 1777215 w 5553796"/>
              <a:gd name="csY3" fmla="*/ 0 h 4275137"/>
              <a:gd name="csX4" fmla="*/ 2443670 w 5553796"/>
              <a:gd name="csY4" fmla="*/ 0 h 4275137"/>
              <a:gd name="csX5" fmla="*/ 2887974 w 5553796"/>
              <a:gd name="csY5" fmla="*/ 0 h 4275137"/>
              <a:gd name="csX6" fmla="*/ 3276740 w 5553796"/>
              <a:gd name="csY6" fmla="*/ 0 h 4275137"/>
              <a:gd name="csX7" fmla="*/ 3887657 w 5553796"/>
              <a:gd name="csY7" fmla="*/ 0 h 4275137"/>
              <a:gd name="csX8" fmla="*/ 4443037 w 5553796"/>
              <a:gd name="csY8" fmla="*/ 0 h 4275137"/>
              <a:gd name="csX9" fmla="*/ 5553796 w 5553796"/>
              <a:gd name="csY9" fmla="*/ 0 h 4275137"/>
              <a:gd name="csX10" fmla="*/ 5553796 w 5553796"/>
              <a:gd name="csY10" fmla="*/ 491641 h 4275137"/>
              <a:gd name="csX11" fmla="*/ 5553796 w 5553796"/>
              <a:gd name="csY11" fmla="*/ 1026033 h 4275137"/>
              <a:gd name="csX12" fmla="*/ 5553796 w 5553796"/>
              <a:gd name="csY12" fmla="*/ 1645928 h 4275137"/>
              <a:gd name="csX13" fmla="*/ 5553796 w 5553796"/>
              <a:gd name="csY13" fmla="*/ 2180320 h 4275137"/>
              <a:gd name="csX14" fmla="*/ 5553796 w 5553796"/>
              <a:gd name="csY14" fmla="*/ 2671961 h 4275137"/>
              <a:gd name="csX15" fmla="*/ 5553796 w 5553796"/>
              <a:gd name="csY15" fmla="*/ 3078099 h 4275137"/>
              <a:gd name="csX16" fmla="*/ 5553796 w 5553796"/>
              <a:gd name="csY16" fmla="*/ 3484237 h 4275137"/>
              <a:gd name="csX17" fmla="*/ 5553796 w 5553796"/>
              <a:gd name="csY17" fmla="*/ 4275137 h 4275137"/>
              <a:gd name="csX18" fmla="*/ 5053954 w 5553796"/>
              <a:gd name="csY18" fmla="*/ 4275137 h 4275137"/>
              <a:gd name="csX19" fmla="*/ 4443037 w 5553796"/>
              <a:gd name="csY19" fmla="*/ 4275137 h 4275137"/>
              <a:gd name="csX20" fmla="*/ 3832119 w 5553796"/>
              <a:gd name="csY20" fmla="*/ 4275137 h 4275137"/>
              <a:gd name="csX21" fmla="*/ 3332278 w 5553796"/>
              <a:gd name="csY21" fmla="*/ 4275137 h 4275137"/>
              <a:gd name="csX22" fmla="*/ 2832436 w 5553796"/>
              <a:gd name="csY22" fmla="*/ 4275137 h 4275137"/>
              <a:gd name="csX23" fmla="*/ 2165980 w 5553796"/>
              <a:gd name="csY23" fmla="*/ 4275137 h 4275137"/>
              <a:gd name="csX24" fmla="*/ 1666139 w 5553796"/>
              <a:gd name="csY24" fmla="*/ 4275137 h 4275137"/>
              <a:gd name="csX25" fmla="*/ 999683 w 5553796"/>
              <a:gd name="csY25" fmla="*/ 4275137 h 4275137"/>
              <a:gd name="csX26" fmla="*/ 499842 w 5553796"/>
              <a:gd name="csY26" fmla="*/ 4275137 h 4275137"/>
              <a:gd name="csX27" fmla="*/ 0 w 5553796"/>
              <a:gd name="csY27" fmla="*/ 4275137 h 4275137"/>
              <a:gd name="csX28" fmla="*/ 0 w 5553796"/>
              <a:gd name="csY28" fmla="*/ 3868999 h 4275137"/>
              <a:gd name="csX29" fmla="*/ 0 w 5553796"/>
              <a:gd name="csY29" fmla="*/ 3334607 h 4275137"/>
              <a:gd name="csX30" fmla="*/ 0 w 5553796"/>
              <a:gd name="csY30" fmla="*/ 2842966 h 4275137"/>
              <a:gd name="csX31" fmla="*/ 0 w 5553796"/>
              <a:gd name="csY31" fmla="*/ 2308574 h 4275137"/>
              <a:gd name="csX32" fmla="*/ 0 w 5553796"/>
              <a:gd name="csY32" fmla="*/ 1902436 h 4275137"/>
              <a:gd name="csX33" fmla="*/ 0 w 5553796"/>
              <a:gd name="csY33" fmla="*/ 1325292 h 4275137"/>
              <a:gd name="csX34" fmla="*/ 0 w 5553796"/>
              <a:gd name="csY34" fmla="*/ 833652 h 4275137"/>
              <a:gd name="csX35" fmla="*/ 0 w 5553796"/>
              <a:gd name="csY35" fmla="*/ 0 h 42751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5553796" h="4275137" fill="none" extrusionOk="0">
                <a:moveTo>
                  <a:pt x="0" y="0"/>
                </a:moveTo>
                <a:cubicBezTo>
                  <a:pt x="148001" y="-60273"/>
                  <a:pt x="527968" y="26559"/>
                  <a:pt x="666456" y="0"/>
                </a:cubicBezTo>
                <a:cubicBezTo>
                  <a:pt x="804944" y="-26559"/>
                  <a:pt x="1082226" y="24619"/>
                  <a:pt x="1221835" y="0"/>
                </a:cubicBezTo>
                <a:cubicBezTo>
                  <a:pt x="1361444" y="-24619"/>
                  <a:pt x="1553723" y="47898"/>
                  <a:pt x="1777215" y="0"/>
                </a:cubicBezTo>
                <a:cubicBezTo>
                  <a:pt x="2000707" y="-47898"/>
                  <a:pt x="2180104" y="59245"/>
                  <a:pt x="2443670" y="0"/>
                </a:cubicBezTo>
                <a:cubicBezTo>
                  <a:pt x="2707237" y="-59245"/>
                  <a:pt x="2699633" y="1278"/>
                  <a:pt x="2887974" y="0"/>
                </a:cubicBezTo>
                <a:cubicBezTo>
                  <a:pt x="3076315" y="-1278"/>
                  <a:pt x="3185884" y="40973"/>
                  <a:pt x="3276740" y="0"/>
                </a:cubicBezTo>
                <a:cubicBezTo>
                  <a:pt x="3367596" y="-40973"/>
                  <a:pt x="3696247" y="58512"/>
                  <a:pt x="3887657" y="0"/>
                </a:cubicBezTo>
                <a:cubicBezTo>
                  <a:pt x="4079067" y="-58512"/>
                  <a:pt x="4250549" y="58717"/>
                  <a:pt x="4443037" y="0"/>
                </a:cubicBezTo>
                <a:cubicBezTo>
                  <a:pt x="4635525" y="-58717"/>
                  <a:pt x="5210842" y="69013"/>
                  <a:pt x="5553796" y="0"/>
                </a:cubicBezTo>
                <a:cubicBezTo>
                  <a:pt x="5585676" y="135277"/>
                  <a:pt x="5511698" y="283600"/>
                  <a:pt x="5553796" y="491641"/>
                </a:cubicBezTo>
                <a:cubicBezTo>
                  <a:pt x="5595894" y="699682"/>
                  <a:pt x="5514333" y="783360"/>
                  <a:pt x="5553796" y="1026033"/>
                </a:cubicBezTo>
                <a:cubicBezTo>
                  <a:pt x="5593259" y="1268706"/>
                  <a:pt x="5548241" y="1412543"/>
                  <a:pt x="5553796" y="1645928"/>
                </a:cubicBezTo>
                <a:cubicBezTo>
                  <a:pt x="5559351" y="1879314"/>
                  <a:pt x="5521261" y="1989591"/>
                  <a:pt x="5553796" y="2180320"/>
                </a:cubicBezTo>
                <a:cubicBezTo>
                  <a:pt x="5586331" y="2371049"/>
                  <a:pt x="5544289" y="2448740"/>
                  <a:pt x="5553796" y="2671961"/>
                </a:cubicBezTo>
                <a:cubicBezTo>
                  <a:pt x="5563303" y="2895182"/>
                  <a:pt x="5508950" y="2907178"/>
                  <a:pt x="5553796" y="3078099"/>
                </a:cubicBezTo>
                <a:cubicBezTo>
                  <a:pt x="5598642" y="3249020"/>
                  <a:pt x="5551637" y="3337261"/>
                  <a:pt x="5553796" y="3484237"/>
                </a:cubicBezTo>
                <a:cubicBezTo>
                  <a:pt x="5555955" y="3631213"/>
                  <a:pt x="5528749" y="4040848"/>
                  <a:pt x="5553796" y="4275137"/>
                </a:cubicBezTo>
                <a:cubicBezTo>
                  <a:pt x="5323000" y="4311000"/>
                  <a:pt x="5281943" y="4246285"/>
                  <a:pt x="5053954" y="4275137"/>
                </a:cubicBezTo>
                <a:cubicBezTo>
                  <a:pt x="4825965" y="4303989"/>
                  <a:pt x="4567363" y="4240344"/>
                  <a:pt x="4443037" y="4275137"/>
                </a:cubicBezTo>
                <a:cubicBezTo>
                  <a:pt x="4318711" y="4309930"/>
                  <a:pt x="4121119" y="4247365"/>
                  <a:pt x="3832119" y="4275137"/>
                </a:cubicBezTo>
                <a:cubicBezTo>
                  <a:pt x="3543119" y="4302909"/>
                  <a:pt x="3542959" y="4218517"/>
                  <a:pt x="3332278" y="4275137"/>
                </a:cubicBezTo>
                <a:cubicBezTo>
                  <a:pt x="3121597" y="4331757"/>
                  <a:pt x="2968068" y="4250066"/>
                  <a:pt x="2832436" y="4275137"/>
                </a:cubicBezTo>
                <a:cubicBezTo>
                  <a:pt x="2696804" y="4300208"/>
                  <a:pt x="2327643" y="4261152"/>
                  <a:pt x="2165980" y="4275137"/>
                </a:cubicBezTo>
                <a:cubicBezTo>
                  <a:pt x="2004317" y="4289122"/>
                  <a:pt x="1896767" y="4267289"/>
                  <a:pt x="1666139" y="4275137"/>
                </a:cubicBezTo>
                <a:cubicBezTo>
                  <a:pt x="1435511" y="4282985"/>
                  <a:pt x="1133679" y="4213665"/>
                  <a:pt x="999683" y="4275137"/>
                </a:cubicBezTo>
                <a:cubicBezTo>
                  <a:pt x="865687" y="4336609"/>
                  <a:pt x="613441" y="4256581"/>
                  <a:pt x="499842" y="4275137"/>
                </a:cubicBezTo>
                <a:cubicBezTo>
                  <a:pt x="386243" y="4293693"/>
                  <a:pt x="227545" y="4264137"/>
                  <a:pt x="0" y="4275137"/>
                </a:cubicBezTo>
                <a:cubicBezTo>
                  <a:pt x="-33973" y="4154186"/>
                  <a:pt x="286" y="4040460"/>
                  <a:pt x="0" y="3868999"/>
                </a:cubicBezTo>
                <a:cubicBezTo>
                  <a:pt x="-286" y="3697538"/>
                  <a:pt x="47064" y="3563312"/>
                  <a:pt x="0" y="3334607"/>
                </a:cubicBezTo>
                <a:cubicBezTo>
                  <a:pt x="-47064" y="3105902"/>
                  <a:pt x="41889" y="2965403"/>
                  <a:pt x="0" y="2842966"/>
                </a:cubicBezTo>
                <a:cubicBezTo>
                  <a:pt x="-41889" y="2720529"/>
                  <a:pt x="32826" y="2458410"/>
                  <a:pt x="0" y="2308574"/>
                </a:cubicBezTo>
                <a:cubicBezTo>
                  <a:pt x="-32826" y="2158738"/>
                  <a:pt x="24662" y="2032785"/>
                  <a:pt x="0" y="1902436"/>
                </a:cubicBezTo>
                <a:cubicBezTo>
                  <a:pt x="-24662" y="1772087"/>
                  <a:pt x="30446" y="1457707"/>
                  <a:pt x="0" y="1325292"/>
                </a:cubicBezTo>
                <a:cubicBezTo>
                  <a:pt x="-30446" y="1192877"/>
                  <a:pt x="49607" y="1002942"/>
                  <a:pt x="0" y="833652"/>
                </a:cubicBezTo>
                <a:cubicBezTo>
                  <a:pt x="-49607" y="664362"/>
                  <a:pt x="14492" y="270074"/>
                  <a:pt x="0" y="0"/>
                </a:cubicBezTo>
                <a:close/>
              </a:path>
              <a:path w="5553796" h="4275137" stroke="0" extrusionOk="0">
                <a:moveTo>
                  <a:pt x="0" y="0"/>
                </a:moveTo>
                <a:cubicBezTo>
                  <a:pt x="116931" y="-29960"/>
                  <a:pt x="219352" y="25400"/>
                  <a:pt x="388766" y="0"/>
                </a:cubicBezTo>
                <a:cubicBezTo>
                  <a:pt x="558180" y="-25400"/>
                  <a:pt x="667608" y="3617"/>
                  <a:pt x="833069" y="0"/>
                </a:cubicBezTo>
                <a:cubicBezTo>
                  <a:pt x="998530" y="-3617"/>
                  <a:pt x="1097946" y="44885"/>
                  <a:pt x="1221835" y="0"/>
                </a:cubicBezTo>
                <a:cubicBezTo>
                  <a:pt x="1345724" y="-44885"/>
                  <a:pt x="1530448" y="59819"/>
                  <a:pt x="1832753" y="0"/>
                </a:cubicBezTo>
                <a:cubicBezTo>
                  <a:pt x="2135058" y="-59819"/>
                  <a:pt x="2117420" y="26263"/>
                  <a:pt x="2221518" y="0"/>
                </a:cubicBezTo>
                <a:cubicBezTo>
                  <a:pt x="2325616" y="-26263"/>
                  <a:pt x="2555253" y="54515"/>
                  <a:pt x="2721360" y="0"/>
                </a:cubicBezTo>
                <a:cubicBezTo>
                  <a:pt x="2887467" y="-54515"/>
                  <a:pt x="2972319" y="12421"/>
                  <a:pt x="3110126" y="0"/>
                </a:cubicBezTo>
                <a:cubicBezTo>
                  <a:pt x="3247933" y="-12421"/>
                  <a:pt x="3433819" y="50058"/>
                  <a:pt x="3665505" y="0"/>
                </a:cubicBezTo>
                <a:cubicBezTo>
                  <a:pt x="3897191" y="-50058"/>
                  <a:pt x="3975352" y="21170"/>
                  <a:pt x="4276423" y="0"/>
                </a:cubicBezTo>
                <a:cubicBezTo>
                  <a:pt x="4577494" y="-21170"/>
                  <a:pt x="4622429" y="27943"/>
                  <a:pt x="4887340" y="0"/>
                </a:cubicBezTo>
                <a:cubicBezTo>
                  <a:pt x="5152251" y="-27943"/>
                  <a:pt x="5312325" y="52829"/>
                  <a:pt x="5553796" y="0"/>
                </a:cubicBezTo>
                <a:cubicBezTo>
                  <a:pt x="5578194" y="144456"/>
                  <a:pt x="5480992" y="371341"/>
                  <a:pt x="5553796" y="619895"/>
                </a:cubicBezTo>
                <a:cubicBezTo>
                  <a:pt x="5626600" y="868449"/>
                  <a:pt x="5522615" y="955362"/>
                  <a:pt x="5553796" y="1068784"/>
                </a:cubicBezTo>
                <a:cubicBezTo>
                  <a:pt x="5584977" y="1182206"/>
                  <a:pt x="5509822" y="1397231"/>
                  <a:pt x="5553796" y="1603176"/>
                </a:cubicBezTo>
                <a:cubicBezTo>
                  <a:pt x="5597770" y="1809121"/>
                  <a:pt x="5503416" y="1906434"/>
                  <a:pt x="5553796" y="2137569"/>
                </a:cubicBezTo>
                <a:cubicBezTo>
                  <a:pt x="5604176" y="2368704"/>
                  <a:pt x="5536542" y="2481216"/>
                  <a:pt x="5553796" y="2757463"/>
                </a:cubicBezTo>
                <a:cubicBezTo>
                  <a:pt x="5571050" y="3033710"/>
                  <a:pt x="5516022" y="3000831"/>
                  <a:pt x="5553796" y="3206353"/>
                </a:cubicBezTo>
                <a:cubicBezTo>
                  <a:pt x="5591570" y="3411875"/>
                  <a:pt x="5516617" y="3613391"/>
                  <a:pt x="5553796" y="3740745"/>
                </a:cubicBezTo>
                <a:cubicBezTo>
                  <a:pt x="5590975" y="3868099"/>
                  <a:pt x="5539714" y="4058641"/>
                  <a:pt x="5553796" y="4275137"/>
                </a:cubicBezTo>
                <a:cubicBezTo>
                  <a:pt x="5432777" y="4301318"/>
                  <a:pt x="5300645" y="4262073"/>
                  <a:pt x="5165030" y="4275137"/>
                </a:cubicBezTo>
                <a:cubicBezTo>
                  <a:pt x="5029415" y="4288201"/>
                  <a:pt x="4899164" y="4255196"/>
                  <a:pt x="4720727" y="4275137"/>
                </a:cubicBezTo>
                <a:cubicBezTo>
                  <a:pt x="4542290" y="4295078"/>
                  <a:pt x="4507334" y="4270388"/>
                  <a:pt x="4331961" y="4275137"/>
                </a:cubicBezTo>
                <a:cubicBezTo>
                  <a:pt x="4156588" y="4279886"/>
                  <a:pt x="3942430" y="4246684"/>
                  <a:pt x="3832119" y="4275137"/>
                </a:cubicBezTo>
                <a:cubicBezTo>
                  <a:pt x="3721808" y="4303590"/>
                  <a:pt x="3480280" y="4230693"/>
                  <a:pt x="3387816" y="4275137"/>
                </a:cubicBezTo>
                <a:cubicBezTo>
                  <a:pt x="3295352" y="4319581"/>
                  <a:pt x="3059209" y="4242663"/>
                  <a:pt x="2887974" y="4275137"/>
                </a:cubicBezTo>
                <a:cubicBezTo>
                  <a:pt x="2716739" y="4307611"/>
                  <a:pt x="2652215" y="4238830"/>
                  <a:pt x="2443670" y="4275137"/>
                </a:cubicBezTo>
                <a:cubicBezTo>
                  <a:pt x="2235125" y="4311444"/>
                  <a:pt x="2146668" y="4252763"/>
                  <a:pt x="1888291" y="4275137"/>
                </a:cubicBezTo>
                <a:cubicBezTo>
                  <a:pt x="1629914" y="4297511"/>
                  <a:pt x="1542672" y="4234721"/>
                  <a:pt x="1388449" y="4275137"/>
                </a:cubicBezTo>
                <a:cubicBezTo>
                  <a:pt x="1234226" y="4315553"/>
                  <a:pt x="1066233" y="4213548"/>
                  <a:pt x="833069" y="4275137"/>
                </a:cubicBezTo>
                <a:cubicBezTo>
                  <a:pt x="599905" y="4336726"/>
                  <a:pt x="171982" y="4227833"/>
                  <a:pt x="0" y="4275137"/>
                </a:cubicBezTo>
                <a:cubicBezTo>
                  <a:pt x="-27264" y="4010164"/>
                  <a:pt x="14454" y="3934858"/>
                  <a:pt x="0" y="3655242"/>
                </a:cubicBezTo>
                <a:cubicBezTo>
                  <a:pt x="-14454" y="3375626"/>
                  <a:pt x="59476" y="3262579"/>
                  <a:pt x="0" y="3120850"/>
                </a:cubicBezTo>
                <a:cubicBezTo>
                  <a:pt x="-59476" y="2979121"/>
                  <a:pt x="6117" y="2729154"/>
                  <a:pt x="0" y="2629209"/>
                </a:cubicBezTo>
                <a:cubicBezTo>
                  <a:pt x="-6117" y="2529264"/>
                  <a:pt x="2492" y="2173126"/>
                  <a:pt x="0" y="2009314"/>
                </a:cubicBezTo>
                <a:cubicBezTo>
                  <a:pt x="-2492" y="1845503"/>
                  <a:pt x="46909" y="1642298"/>
                  <a:pt x="0" y="1474922"/>
                </a:cubicBezTo>
                <a:cubicBezTo>
                  <a:pt x="-46909" y="1307546"/>
                  <a:pt x="43317" y="1157690"/>
                  <a:pt x="0" y="1026033"/>
                </a:cubicBezTo>
                <a:cubicBezTo>
                  <a:pt x="-43317" y="894376"/>
                  <a:pt x="23658" y="726652"/>
                  <a:pt x="0" y="619895"/>
                </a:cubicBezTo>
                <a:cubicBezTo>
                  <a:pt x="-23658" y="513138"/>
                  <a:pt x="65266" y="309475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5331304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l-GR" b="1" dirty="0"/>
              <a:t>Δραστηριότητες</a:t>
            </a:r>
            <a:r>
              <a:rPr lang="en-US" b="1" dirty="0"/>
              <a:t> </a:t>
            </a:r>
            <a:r>
              <a:rPr lang="el-GR" b="1" dirty="0"/>
              <a:t>Αξιολόγησης</a:t>
            </a:r>
            <a:endParaRPr lang="en-GB" b="1" dirty="0"/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l-GR" sz="2800" b="1" i="1" dirty="0">
                <a:solidFill>
                  <a:srgbClr val="FF0000"/>
                </a:solidFill>
              </a:rPr>
              <a:t>Ατομική εργασία</a:t>
            </a:r>
            <a:br>
              <a:rPr lang="en-US" b="1" dirty="0"/>
            </a:br>
            <a:r>
              <a:rPr lang="en-US" b="1" dirty="0"/>
              <a:t>Φύλλο εργασίας: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>
                  <a:srgbClr val="FF0000"/>
                </a:solidFill>
              </a:rPr>
              <a:t>ασκ.1</a:t>
            </a:r>
            <a:r>
              <a:rPr lang="el-GR" b="1" dirty="0">
                <a:solidFill>
                  <a:srgbClr val="FF0000"/>
                </a:solidFill>
              </a:rPr>
              <a:t>2</a:t>
            </a:r>
            <a:r>
              <a:rPr lang="en-US" b="1" dirty="0">
                <a:solidFill>
                  <a:srgbClr val="FF0000"/>
                </a:solidFill>
              </a:rPr>
              <a:t>-</a:t>
            </a:r>
            <a:r>
              <a:rPr lang="el-GR" b="1" dirty="0">
                <a:solidFill>
                  <a:srgbClr val="FF0000"/>
                </a:solidFill>
              </a:rPr>
              <a:t>20</a:t>
            </a:r>
            <a:endParaRPr lang="en-US" b="1" dirty="0">
              <a:solidFill>
                <a:srgbClr val="FF0000"/>
              </a:solidFill>
            </a:endParaRP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l-GR" b="1" dirty="0"/>
              <a:t>Αρχείο:</a:t>
            </a:r>
            <a:r>
              <a:rPr lang="en-GB" b="1" dirty="0"/>
              <a:t> </a:t>
            </a:r>
            <a:r>
              <a:rPr lang="el-GR" b="1" dirty="0">
                <a:solidFill>
                  <a:srgbClr val="FF0000"/>
                </a:solidFill>
              </a:rPr>
              <a:t>καιρός.</a:t>
            </a:r>
            <a:r>
              <a:rPr lang="en-GB" b="1" dirty="0">
                <a:solidFill>
                  <a:srgbClr val="FF0000"/>
                </a:solidFill>
              </a:rPr>
              <a:t>pptx</a:t>
            </a:r>
            <a:endParaRPr lang="en-US" b="1" dirty="0">
              <a:solidFill>
                <a:srgbClr val="FF0000"/>
              </a:solidFill>
            </a:endParaRPr>
          </a:p>
          <a:p>
            <a:pPr algn="r">
              <a:lnSpc>
                <a:spcPct val="90000"/>
              </a:lnSpc>
              <a:spcAft>
                <a:spcPts val="600"/>
              </a:spcAft>
            </a:pPr>
            <a:endParaRPr lang="en-US" sz="5100" b="1" dirty="0"/>
          </a:p>
        </p:txBody>
      </p:sp>
    </p:spTree>
    <p:extLst>
      <p:ext uri="{BB962C8B-B14F-4D97-AF65-F5344CB8AC3E}">
        <p14:creationId xmlns:p14="http://schemas.microsoft.com/office/powerpoint/2010/main" val="48818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9535F-E9B7-EC45-4E8B-B766AA28A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D6BA167A-D3C3-4EE8-8B5E-136792087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810CA83B-630E-45DB-ADCB-F02604285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7A57B554-6973-429A-818B-524C03DA47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Freeform 9">
              <a:extLst>
                <a:ext uri="{FF2B5EF4-FFF2-40B4-BE49-F238E27FC236}">
                  <a16:creationId xmlns:a16="http://schemas.microsoft.com/office/drawing/2014/main" id="{89ED2DB2-F3BB-4B5E-84E6-CC259E394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93816493-5723-43CF-95A9-2CDEC9B11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A9964935-0316-4743-BD2E-35B86AF48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Freeform 12">
              <a:extLst>
                <a:ext uri="{FF2B5EF4-FFF2-40B4-BE49-F238E27FC236}">
                  <a16:creationId xmlns:a16="http://schemas.microsoft.com/office/drawing/2014/main" id="{2B20A700-1547-48D5-AA6F-C1473539C7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24EB265-F02F-4B59-A508-C6EB995F2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5CE058-F876-7D79-0470-B0FD139A9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20" r="7356" b="9089"/>
          <a:stretch>
            <a:fillRect/>
          </a:stretch>
        </p:blipFill>
        <p:spPr>
          <a:xfrm>
            <a:off x="20" y="10"/>
            <a:ext cx="5448280" cy="6857990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2C998072-124D-48E2-A6E2-8F1E8ED83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36718" y="0"/>
            <a:ext cx="2611581" cy="6858000"/>
            <a:chOff x="2836718" y="0"/>
            <a:chExt cx="2611581" cy="6858000"/>
          </a:xfrm>
        </p:grpSpPr>
        <p:sp useBgFill="1">
          <p:nvSpPr>
            <p:cNvPr id="46" name="Rectangle 19">
              <a:extLst>
                <a:ext uri="{FF2B5EF4-FFF2-40B4-BE49-F238E27FC236}">
                  <a16:creationId xmlns:a16="http://schemas.microsoft.com/office/drawing/2014/main" id="{1E14E093-754E-4506-A8D6-FCE1C15C82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0"/>
              <a:ext cx="2611581" cy="2554287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2554287">
                  <a:moveTo>
                    <a:pt x="675409" y="0"/>
                  </a:moveTo>
                  <a:lnTo>
                    <a:pt x="2611581" y="0"/>
                  </a:lnTo>
                  <a:lnTo>
                    <a:pt x="2611581" y="2554287"/>
                  </a:lnTo>
                  <a:lnTo>
                    <a:pt x="0" y="2554287"/>
                  </a:lnTo>
                  <a:lnTo>
                    <a:pt x="675409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47" name="Rectangle 20">
              <a:extLst>
                <a:ext uri="{FF2B5EF4-FFF2-40B4-BE49-F238E27FC236}">
                  <a16:creationId xmlns:a16="http://schemas.microsoft.com/office/drawing/2014/main" id="{CF21968D-4653-4795-8719-23625D73D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36718" y="2554287"/>
              <a:ext cx="2611581" cy="4303713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1581" h="4303713">
                  <a:moveTo>
                    <a:pt x="0" y="0"/>
                  </a:moveTo>
                  <a:lnTo>
                    <a:pt x="2611581" y="0"/>
                  </a:lnTo>
                  <a:lnTo>
                    <a:pt x="2611581" y="4303713"/>
                  </a:lnTo>
                  <a:lnTo>
                    <a:pt x="2171701" y="363869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C1932C4-6593-4E91-A419-A6DD5ACF2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940843" y="0"/>
            <a:ext cx="5014912" cy="6862763"/>
            <a:chOff x="2928938" y="-4763"/>
            <a:chExt cx="5014912" cy="6862763"/>
          </a:xfrm>
        </p:grpSpPr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7760625D-64B1-4CBD-9E72-3A2E98F98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id="{E71E0260-05A5-45ED-8B56-77316E5A9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Freeform 9">
              <a:extLst>
                <a:ext uri="{FF2B5EF4-FFF2-40B4-BE49-F238E27FC236}">
                  <a16:creationId xmlns:a16="http://schemas.microsoft.com/office/drawing/2014/main" id="{AD29CF5D-216F-4967-90BD-0A39F6072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Freeform 10">
              <a:extLst>
                <a:ext uri="{FF2B5EF4-FFF2-40B4-BE49-F238E27FC236}">
                  <a16:creationId xmlns:a16="http://schemas.microsoft.com/office/drawing/2014/main" id="{00059C3C-E45F-452B-B06F-6713C5456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Freeform 11">
              <a:extLst>
                <a:ext uri="{FF2B5EF4-FFF2-40B4-BE49-F238E27FC236}">
                  <a16:creationId xmlns:a16="http://schemas.microsoft.com/office/drawing/2014/main" id="{7B5AA5D5-8081-4AD6-9962-4DE4EBAA4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A7DDA84B-1C5A-4E35-A4E5-A9948B088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5F230A-5B76-7521-1736-54A43024B791}"/>
              </a:ext>
            </a:extLst>
          </p:cNvPr>
          <p:cNvSpPr txBox="1">
            <a:spLocks/>
          </p:cNvSpPr>
          <p:nvPr/>
        </p:nvSpPr>
        <p:spPr>
          <a:xfrm>
            <a:off x="6273005" y="759441"/>
            <a:ext cx="5553796" cy="4275138"/>
          </a:xfrm>
          <a:custGeom>
            <a:avLst/>
            <a:gdLst>
              <a:gd name="csX0" fmla="*/ 0 w 5553796"/>
              <a:gd name="csY0" fmla="*/ 0 h 4275138"/>
              <a:gd name="csX1" fmla="*/ 666456 w 5553796"/>
              <a:gd name="csY1" fmla="*/ 0 h 4275138"/>
              <a:gd name="csX2" fmla="*/ 1221835 w 5553796"/>
              <a:gd name="csY2" fmla="*/ 0 h 4275138"/>
              <a:gd name="csX3" fmla="*/ 1777215 w 5553796"/>
              <a:gd name="csY3" fmla="*/ 0 h 4275138"/>
              <a:gd name="csX4" fmla="*/ 2443670 w 5553796"/>
              <a:gd name="csY4" fmla="*/ 0 h 4275138"/>
              <a:gd name="csX5" fmla="*/ 2887974 w 5553796"/>
              <a:gd name="csY5" fmla="*/ 0 h 4275138"/>
              <a:gd name="csX6" fmla="*/ 3276740 w 5553796"/>
              <a:gd name="csY6" fmla="*/ 0 h 4275138"/>
              <a:gd name="csX7" fmla="*/ 3887657 w 5553796"/>
              <a:gd name="csY7" fmla="*/ 0 h 4275138"/>
              <a:gd name="csX8" fmla="*/ 4443037 w 5553796"/>
              <a:gd name="csY8" fmla="*/ 0 h 4275138"/>
              <a:gd name="csX9" fmla="*/ 5553796 w 5553796"/>
              <a:gd name="csY9" fmla="*/ 0 h 4275138"/>
              <a:gd name="csX10" fmla="*/ 5553796 w 5553796"/>
              <a:gd name="csY10" fmla="*/ 491641 h 4275138"/>
              <a:gd name="csX11" fmla="*/ 5553796 w 5553796"/>
              <a:gd name="csY11" fmla="*/ 1026033 h 4275138"/>
              <a:gd name="csX12" fmla="*/ 5553796 w 5553796"/>
              <a:gd name="csY12" fmla="*/ 1645928 h 4275138"/>
              <a:gd name="csX13" fmla="*/ 5553796 w 5553796"/>
              <a:gd name="csY13" fmla="*/ 2180320 h 4275138"/>
              <a:gd name="csX14" fmla="*/ 5553796 w 5553796"/>
              <a:gd name="csY14" fmla="*/ 2671961 h 4275138"/>
              <a:gd name="csX15" fmla="*/ 5553796 w 5553796"/>
              <a:gd name="csY15" fmla="*/ 3078099 h 4275138"/>
              <a:gd name="csX16" fmla="*/ 5553796 w 5553796"/>
              <a:gd name="csY16" fmla="*/ 3484237 h 4275138"/>
              <a:gd name="csX17" fmla="*/ 5553796 w 5553796"/>
              <a:gd name="csY17" fmla="*/ 4275138 h 4275138"/>
              <a:gd name="csX18" fmla="*/ 5053954 w 5553796"/>
              <a:gd name="csY18" fmla="*/ 4275138 h 4275138"/>
              <a:gd name="csX19" fmla="*/ 4443037 w 5553796"/>
              <a:gd name="csY19" fmla="*/ 4275138 h 4275138"/>
              <a:gd name="csX20" fmla="*/ 3832119 w 5553796"/>
              <a:gd name="csY20" fmla="*/ 4275138 h 4275138"/>
              <a:gd name="csX21" fmla="*/ 3332278 w 5553796"/>
              <a:gd name="csY21" fmla="*/ 4275138 h 4275138"/>
              <a:gd name="csX22" fmla="*/ 2832436 w 5553796"/>
              <a:gd name="csY22" fmla="*/ 4275138 h 4275138"/>
              <a:gd name="csX23" fmla="*/ 2165980 w 5553796"/>
              <a:gd name="csY23" fmla="*/ 4275138 h 4275138"/>
              <a:gd name="csX24" fmla="*/ 1666139 w 5553796"/>
              <a:gd name="csY24" fmla="*/ 4275138 h 4275138"/>
              <a:gd name="csX25" fmla="*/ 999683 w 5553796"/>
              <a:gd name="csY25" fmla="*/ 4275138 h 4275138"/>
              <a:gd name="csX26" fmla="*/ 499842 w 5553796"/>
              <a:gd name="csY26" fmla="*/ 4275138 h 4275138"/>
              <a:gd name="csX27" fmla="*/ 0 w 5553796"/>
              <a:gd name="csY27" fmla="*/ 4275138 h 4275138"/>
              <a:gd name="csX28" fmla="*/ 0 w 5553796"/>
              <a:gd name="csY28" fmla="*/ 3869000 h 4275138"/>
              <a:gd name="csX29" fmla="*/ 0 w 5553796"/>
              <a:gd name="csY29" fmla="*/ 3334608 h 4275138"/>
              <a:gd name="csX30" fmla="*/ 0 w 5553796"/>
              <a:gd name="csY30" fmla="*/ 2842967 h 4275138"/>
              <a:gd name="csX31" fmla="*/ 0 w 5553796"/>
              <a:gd name="csY31" fmla="*/ 2308575 h 4275138"/>
              <a:gd name="csX32" fmla="*/ 0 w 5553796"/>
              <a:gd name="csY32" fmla="*/ 1902436 h 4275138"/>
              <a:gd name="csX33" fmla="*/ 0 w 5553796"/>
              <a:gd name="csY33" fmla="*/ 1325293 h 4275138"/>
              <a:gd name="csX34" fmla="*/ 0 w 5553796"/>
              <a:gd name="csY34" fmla="*/ 833652 h 4275138"/>
              <a:gd name="csX35" fmla="*/ 0 w 5553796"/>
              <a:gd name="csY35" fmla="*/ 0 h 42751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5553796" h="4275138" fill="none" extrusionOk="0">
                <a:moveTo>
                  <a:pt x="0" y="0"/>
                </a:moveTo>
                <a:cubicBezTo>
                  <a:pt x="148001" y="-60273"/>
                  <a:pt x="527968" y="26559"/>
                  <a:pt x="666456" y="0"/>
                </a:cubicBezTo>
                <a:cubicBezTo>
                  <a:pt x="804944" y="-26559"/>
                  <a:pt x="1082226" y="24619"/>
                  <a:pt x="1221835" y="0"/>
                </a:cubicBezTo>
                <a:cubicBezTo>
                  <a:pt x="1361444" y="-24619"/>
                  <a:pt x="1553723" y="47898"/>
                  <a:pt x="1777215" y="0"/>
                </a:cubicBezTo>
                <a:cubicBezTo>
                  <a:pt x="2000707" y="-47898"/>
                  <a:pt x="2180104" y="59245"/>
                  <a:pt x="2443670" y="0"/>
                </a:cubicBezTo>
                <a:cubicBezTo>
                  <a:pt x="2707237" y="-59245"/>
                  <a:pt x="2699633" y="1278"/>
                  <a:pt x="2887974" y="0"/>
                </a:cubicBezTo>
                <a:cubicBezTo>
                  <a:pt x="3076315" y="-1278"/>
                  <a:pt x="3185884" y="40973"/>
                  <a:pt x="3276740" y="0"/>
                </a:cubicBezTo>
                <a:cubicBezTo>
                  <a:pt x="3367596" y="-40973"/>
                  <a:pt x="3696247" y="58512"/>
                  <a:pt x="3887657" y="0"/>
                </a:cubicBezTo>
                <a:cubicBezTo>
                  <a:pt x="4079067" y="-58512"/>
                  <a:pt x="4250549" y="58717"/>
                  <a:pt x="4443037" y="0"/>
                </a:cubicBezTo>
                <a:cubicBezTo>
                  <a:pt x="4635525" y="-58717"/>
                  <a:pt x="5210842" y="69013"/>
                  <a:pt x="5553796" y="0"/>
                </a:cubicBezTo>
                <a:cubicBezTo>
                  <a:pt x="5585676" y="135277"/>
                  <a:pt x="5511698" y="283600"/>
                  <a:pt x="5553796" y="491641"/>
                </a:cubicBezTo>
                <a:cubicBezTo>
                  <a:pt x="5595894" y="699682"/>
                  <a:pt x="5514333" y="783360"/>
                  <a:pt x="5553796" y="1026033"/>
                </a:cubicBezTo>
                <a:cubicBezTo>
                  <a:pt x="5593259" y="1268706"/>
                  <a:pt x="5548241" y="1412543"/>
                  <a:pt x="5553796" y="1645928"/>
                </a:cubicBezTo>
                <a:cubicBezTo>
                  <a:pt x="5559351" y="1879314"/>
                  <a:pt x="5521261" y="1989591"/>
                  <a:pt x="5553796" y="2180320"/>
                </a:cubicBezTo>
                <a:cubicBezTo>
                  <a:pt x="5586331" y="2371049"/>
                  <a:pt x="5544289" y="2448740"/>
                  <a:pt x="5553796" y="2671961"/>
                </a:cubicBezTo>
                <a:cubicBezTo>
                  <a:pt x="5563303" y="2895182"/>
                  <a:pt x="5508950" y="2907178"/>
                  <a:pt x="5553796" y="3078099"/>
                </a:cubicBezTo>
                <a:cubicBezTo>
                  <a:pt x="5598642" y="3249020"/>
                  <a:pt x="5551637" y="3337261"/>
                  <a:pt x="5553796" y="3484237"/>
                </a:cubicBezTo>
                <a:cubicBezTo>
                  <a:pt x="5555955" y="3631213"/>
                  <a:pt x="5529112" y="4037308"/>
                  <a:pt x="5553796" y="4275138"/>
                </a:cubicBezTo>
                <a:cubicBezTo>
                  <a:pt x="5323000" y="4311001"/>
                  <a:pt x="5281943" y="4246286"/>
                  <a:pt x="5053954" y="4275138"/>
                </a:cubicBezTo>
                <a:cubicBezTo>
                  <a:pt x="4825965" y="4303990"/>
                  <a:pt x="4567363" y="4240345"/>
                  <a:pt x="4443037" y="4275138"/>
                </a:cubicBezTo>
                <a:cubicBezTo>
                  <a:pt x="4318711" y="4309931"/>
                  <a:pt x="4121119" y="4247366"/>
                  <a:pt x="3832119" y="4275138"/>
                </a:cubicBezTo>
                <a:cubicBezTo>
                  <a:pt x="3543119" y="4302910"/>
                  <a:pt x="3542959" y="4218518"/>
                  <a:pt x="3332278" y="4275138"/>
                </a:cubicBezTo>
                <a:cubicBezTo>
                  <a:pt x="3121597" y="4331758"/>
                  <a:pt x="2968068" y="4250067"/>
                  <a:pt x="2832436" y="4275138"/>
                </a:cubicBezTo>
                <a:cubicBezTo>
                  <a:pt x="2696804" y="4300209"/>
                  <a:pt x="2327643" y="4261153"/>
                  <a:pt x="2165980" y="4275138"/>
                </a:cubicBezTo>
                <a:cubicBezTo>
                  <a:pt x="2004317" y="4289123"/>
                  <a:pt x="1896767" y="4267290"/>
                  <a:pt x="1666139" y="4275138"/>
                </a:cubicBezTo>
                <a:cubicBezTo>
                  <a:pt x="1435511" y="4282986"/>
                  <a:pt x="1133679" y="4213666"/>
                  <a:pt x="999683" y="4275138"/>
                </a:cubicBezTo>
                <a:cubicBezTo>
                  <a:pt x="865687" y="4336610"/>
                  <a:pt x="613441" y="4256582"/>
                  <a:pt x="499842" y="4275138"/>
                </a:cubicBezTo>
                <a:cubicBezTo>
                  <a:pt x="386243" y="4293694"/>
                  <a:pt x="227545" y="4264138"/>
                  <a:pt x="0" y="4275138"/>
                </a:cubicBezTo>
                <a:cubicBezTo>
                  <a:pt x="-33973" y="4154187"/>
                  <a:pt x="286" y="4040461"/>
                  <a:pt x="0" y="3869000"/>
                </a:cubicBezTo>
                <a:cubicBezTo>
                  <a:pt x="-286" y="3697539"/>
                  <a:pt x="47064" y="3563313"/>
                  <a:pt x="0" y="3334608"/>
                </a:cubicBezTo>
                <a:cubicBezTo>
                  <a:pt x="-47064" y="3105903"/>
                  <a:pt x="41889" y="2965404"/>
                  <a:pt x="0" y="2842967"/>
                </a:cubicBezTo>
                <a:cubicBezTo>
                  <a:pt x="-41889" y="2720530"/>
                  <a:pt x="32826" y="2458411"/>
                  <a:pt x="0" y="2308575"/>
                </a:cubicBezTo>
                <a:cubicBezTo>
                  <a:pt x="-32826" y="2158739"/>
                  <a:pt x="24319" y="2036873"/>
                  <a:pt x="0" y="1902436"/>
                </a:cubicBezTo>
                <a:cubicBezTo>
                  <a:pt x="-24319" y="1767999"/>
                  <a:pt x="31530" y="1450661"/>
                  <a:pt x="0" y="1325293"/>
                </a:cubicBezTo>
                <a:cubicBezTo>
                  <a:pt x="-31530" y="1199925"/>
                  <a:pt x="40876" y="1003201"/>
                  <a:pt x="0" y="833652"/>
                </a:cubicBezTo>
                <a:cubicBezTo>
                  <a:pt x="-40876" y="664103"/>
                  <a:pt x="14492" y="270074"/>
                  <a:pt x="0" y="0"/>
                </a:cubicBezTo>
                <a:close/>
              </a:path>
              <a:path w="5553796" h="4275138" stroke="0" extrusionOk="0">
                <a:moveTo>
                  <a:pt x="0" y="0"/>
                </a:moveTo>
                <a:cubicBezTo>
                  <a:pt x="116931" y="-29960"/>
                  <a:pt x="219352" y="25400"/>
                  <a:pt x="388766" y="0"/>
                </a:cubicBezTo>
                <a:cubicBezTo>
                  <a:pt x="558180" y="-25400"/>
                  <a:pt x="667608" y="3617"/>
                  <a:pt x="833069" y="0"/>
                </a:cubicBezTo>
                <a:cubicBezTo>
                  <a:pt x="998530" y="-3617"/>
                  <a:pt x="1097946" y="44885"/>
                  <a:pt x="1221835" y="0"/>
                </a:cubicBezTo>
                <a:cubicBezTo>
                  <a:pt x="1345724" y="-44885"/>
                  <a:pt x="1530448" y="59819"/>
                  <a:pt x="1832753" y="0"/>
                </a:cubicBezTo>
                <a:cubicBezTo>
                  <a:pt x="2135058" y="-59819"/>
                  <a:pt x="2117420" y="26263"/>
                  <a:pt x="2221518" y="0"/>
                </a:cubicBezTo>
                <a:cubicBezTo>
                  <a:pt x="2325616" y="-26263"/>
                  <a:pt x="2555253" y="54515"/>
                  <a:pt x="2721360" y="0"/>
                </a:cubicBezTo>
                <a:cubicBezTo>
                  <a:pt x="2887467" y="-54515"/>
                  <a:pt x="2972319" y="12421"/>
                  <a:pt x="3110126" y="0"/>
                </a:cubicBezTo>
                <a:cubicBezTo>
                  <a:pt x="3247933" y="-12421"/>
                  <a:pt x="3433819" y="50058"/>
                  <a:pt x="3665505" y="0"/>
                </a:cubicBezTo>
                <a:cubicBezTo>
                  <a:pt x="3897191" y="-50058"/>
                  <a:pt x="3975352" y="21170"/>
                  <a:pt x="4276423" y="0"/>
                </a:cubicBezTo>
                <a:cubicBezTo>
                  <a:pt x="4577494" y="-21170"/>
                  <a:pt x="4622429" y="27943"/>
                  <a:pt x="4887340" y="0"/>
                </a:cubicBezTo>
                <a:cubicBezTo>
                  <a:pt x="5152251" y="-27943"/>
                  <a:pt x="5312325" y="52829"/>
                  <a:pt x="5553796" y="0"/>
                </a:cubicBezTo>
                <a:cubicBezTo>
                  <a:pt x="5578194" y="144456"/>
                  <a:pt x="5480992" y="371341"/>
                  <a:pt x="5553796" y="619895"/>
                </a:cubicBezTo>
                <a:cubicBezTo>
                  <a:pt x="5626600" y="868449"/>
                  <a:pt x="5526660" y="946145"/>
                  <a:pt x="5553796" y="1068785"/>
                </a:cubicBezTo>
                <a:cubicBezTo>
                  <a:pt x="5580932" y="1191425"/>
                  <a:pt x="5509822" y="1397232"/>
                  <a:pt x="5553796" y="1603177"/>
                </a:cubicBezTo>
                <a:cubicBezTo>
                  <a:pt x="5597770" y="1809122"/>
                  <a:pt x="5500590" y="1907658"/>
                  <a:pt x="5553796" y="2137569"/>
                </a:cubicBezTo>
                <a:cubicBezTo>
                  <a:pt x="5607002" y="2367480"/>
                  <a:pt x="5543056" y="2477851"/>
                  <a:pt x="5553796" y="2757464"/>
                </a:cubicBezTo>
                <a:cubicBezTo>
                  <a:pt x="5564536" y="3037078"/>
                  <a:pt x="5516022" y="3000832"/>
                  <a:pt x="5553796" y="3206354"/>
                </a:cubicBezTo>
                <a:cubicBezTo>
                  <a:pt x="5591570" y="3411876"/>
                  <a:pt x="5516617" y="3613392"/>
                  <a:pt x="5553796" y="3740746"/>
                </a:cubicBezTo>
                <a:cubicBezTo>
                  <a:pt x="5590975" y="3868100"/>
                  <a:pt x="5539714" y="4058642"/>
                  <a:pt x="5553796" y="4275138"/>
                </a:cubicBezTo>
                <a:cubicBezTo>
                  <a:pt x="5432777" y="4301319"/>
                  <a:pt x="5300645" y="4262074"/>
                  <a:pt x="5165030" y="4275138"/>
                </a:cubicBezTo>
                <a:cubicBezTo>
                  <a:pt x="5029415" y="4288202"/>
                  <a:pt x="4899164" y="4255197"/>
                  <a:pt x="4720727" y="4275138"/>
                </a:cubicBezTo>
                <a:cubicBezTo>
                  <a:pt x="4542290" y="4295079"/>
                  <a:pt x="4507334" y="4270389"/>
                  <a:pt x="4331961" y="4275138"/>
                </a:cubicBezTo>
                <a:cubicBezTo>
                  <a:pt x="4156588" y="4279887"/>
                  <a:pt x="3942430" y="4246685"/>
                  <a:pt x="3832119" y="4275138"/>
                </a:cubicBezTo>
                <a:cubicBezTo>
                  <a:pt x="3721808" y="4303591"/>
                  <a:pt x="3480280" y="4230694"/>
                  <a:pt x="3387816" y="4275138"/>
                </a:cubicBezTo>
                <a:cubicBezTo>
                  <a:pt x="3295352" y="4319582"/>
                  <a:pt x="3059209" y="4242664"/>
                  <a:pt x="2887974" y="4275138"/>
                </a:cubicBezTo>
                <a:cubicBezTo>
                  <a:pt x="2716739" y="4307612"/>
                  <a:pt x="2652215" y="4238831"/>
                  <a:pt x="2443670" y="4275138"/>
                </a:cubicBezTo>
                <a:cubicBezTo>
                  <a:pt x="2235125" y="4311445"/>
                  <a:pt x="2146668" y="4252764"/>
                  <a:pt x="1888291" y="4275138"/>
                </a:cubicBezTo>
                <a:cubicBezTo>
                  <a:pt x="1629914" y="4297512"/>
                  <a:pt x="1542672" y="4234722"/>
                  <a:pt x="1388449" y="4275138"/>
                </a:cubicBezTo>
                <a:cubicBezTo>
                  <a:pt x="1234226" y="4315554"/>
                  <a:pt x="1066233" y="4213549"/>
                  <a:pt x="833069" y="4275138"/>
                </a:cubicBezTo>
                <a:cubicBezTo>
                  <a:pt x="599905" y="4336727"/>
                  <a:pt x="171982" y="4227834"/>
                  <a:pt x="0" y="4275138"/>
                </a:cubicBezTo>
                <a:cubicBezTo>
                  <a:pt x="-27264" y="4010165"/>
                  <a:pt x="14454" y="3934859"/>
                  <a:pt x="0" y="3655243"/>
                </a:cubicBezTo>
                <a:cubicBezTo>
                  <a:pt x="-14454" y="3375627"/>
                  <a:pt x="59476" y="3262580"/>
                  <a:pt x="0" y="3120851"/>
                </a:cubicBezTo>
                <a:cubicBezTo>
                  <a:pt x="-59476" y="2979122"/>
                  <a:pt x="6117" y="2729155"/>
                  <a:pt x="0" y="2629210"/>
                </a:cubicBezTo>
                <a:cubicBezTo>
                  <a:pt x="-6117" y="2529265"/>
                  <a:pt x="2492" y="2173127"/>
                  <a:pt x="0" y="2009315"/>
                </a:cubicBezTo>
                <a:cubicBezTo>
                  <a:pt x="-2492" y="1845504"/>
                  <a:pt x="46909" y="1642299"/>
                  <a:pt x="0" y="1474923"/>
                </a:cubicBezTo>
                <a:cubicBezTo>
                  <a:pt x="-46909" y="1307547"/>
                  <a:pt x="39547" y="1164257"/>
                  <a:pt x="0" y="1026033"/>
                </a:cubicBezTo>
                <a:cubicBezTo>
                  <a:pt x="-39547" y="887809"/>
                  <a:pt x="23658" y="726652"/>
                  <a:pt x="0" y="619895"/>
                </a:cubicBezTo>
                <a:cubicBezTo>
                  <a:pt x="-23658" y="513138"/>
                  <a:pt x="65266" y="309475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5331304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l-GR" b="1" dirty="0"/>
              <a:t>Επιπρόσθετες Δραστηριότητες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l-GR" sz="2800" b="1" i="1" dirty="0">
                <a:solidFill>
                  <a:srgbClr val="FF0000"/>
                </a:solidFill>
              </a:rPr>
              <a:t>Ατομική εργασία</a:t>
            </a:r>
            <a:br>
              <a:rPr lang="en-US" sz="2800" b="1" i="1" dirty="0">
                <a:solidFill>
                  <a:srgbClr val="FF0000"/>
                </a:solidFill>
              </a:rPr>
            </a:br>
            <a:r>
              <a:rPr lang="en-US" b="1" dirty="0"/>
              <a:t>Φύλλο εργασίας: 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>
                  <a:srgbClr val="FF0000"/>
                </a:solidFill>
              </a:rPr>
              <a:t>ασκ.21-</a:t>
            </a:r>
            <a:r>
              <a:rPr lang="en-GB" b="1" dirty="0">
                <a:solidFill>
                  <a:srgbClr val="FF0000"/>
                </a:solidFill>
              </a:rPr>
              <a:t>30</a:t>
            </a:r>
            <a:endParaRPr lang="en-US" b="1" dirty="0">
              <a:solidFill>
                <a:srgbClr val="FF0000"/>
              </a:solidFill>
            </a:endParaRP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l-GR" b="1" dirty="0"/>
              <a:t>Αρχείο:</a:t>
            </a:r>
            <a:r>
              <a:rPr lang="en-GB" b="1" dirty="0"/>
              <a:t> </a:t>
            </a:r>
            <a:r>
              <a:rPr lang="en-GB" b="1" dirty="0">
                <a:solidFill>
                  <a:srgbClr val="FF0000"/>
                </a:solidFill>
              </a:rPr>
              <a:t>festival</a:t>
            </a:r>
            <a:r>
              <a:rPr lang="el-GR" b="1" dirty="0">
                <a:solidFill>
                  <a:srgbClr val="FF0000"/>
                </a:solidFill>
              </a:rPr>
              <a:t>.</a:t>
            </a:r>
            <a:r>
              <a:rPr lang="en-GB" b="1" dirty="0">
                <a:solidFill>
                  <a:srgbClr val="FF0000"/>
                </a:solidFill>
              </a:rPr>
              <a:t>pptx</a:t>
            </a:r>
            <a:endParaRPr lang="en-US" b="1" dirty="0">
              <a:solidFill>
                <a:srgbClr val="FF0000"/>
              </a:solidFill>
            </a:endParaRPr>
          </a:p>
          <a:p>
            <a:pPr algn="r">
              <a:lnSpc>
                <a:spcPct val="90000"/>
              </a:lnSpc>
              <a:spcAft>
                <a:spcPts val="600"/>
              </a:spcAft>
            </a:pPr>
            <a:endParaRPr lang="en-US" sz="5100" b="1" dirty="0"/>
          </a:p>
        </p:txBody>
      </p:sp>
    </p:spTree>
    <p:extLst>
      <p:ext uri="{BB962C8B-B14F-4D97-AF65-F5344CB8AC3E}">
        <p14:creationId xmlns:p14="http://schemas.microsoft.com/office/powerpoint/2010/main" val="1066459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0A4A5B7-54AB-E130-69F4-0700CC7A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161" y="212464"/>
            <a:ext cx="10018713" cy="1229061"/>
          </a:xfrm>
          <a:custGeom>
            <a:avLst/>
            <a:gdLst>
              <a:gd name="csX0" fmla="*/ 0 w 10018713"/>
              <a:gd name="csY0" fmla="*/ 0 h 1229061"/>
              <a:gd name="csX1" fmla="*/ 589336 w 10018713"/>
              <a:gd name="csY1" fmla="*/ 0 h 1229061"/>
              <a:gd name="csX2" fmla="*/ 978298 w 10018713"/>
              <a:gd name="csY2" fmla="*/ 0 h 1229061"/>
              <a:gd name="csX3" fmla="*/ 1267073 w 10018713"/>
              <a:gd name="csY3" fmla="*/ 0 h 1229061"/>
              <a:gd name="csX4" fmla="*/ 1956596 w 10018713"/>
              <a:gd name="csY4" fmla="*/ 0 h 1229061"/>
              <a:gd name="csX5" fmla="*/ 2746306 w 10018713"/>
              <a:gd name="csY5" fmla="*/ 0 h 1229061"/>
              <a:gd name="csX6" fmla="*/ 3335642 w 10018713"/>
              <a:gd name="csY6" fmla="*/ 0 h 1229061"/>
              <a:gd name="csX7" fmla="*/ 3924978 w 10018713"/>
              <a:gd name="csY7" fmla="*/ 0 h 1229061"/>
              <a:gd name="csX8" fmla="*/ 4714688 w 10018713"/>
              <a:gd name="csY8" fmla="*/ 0 h 1229061"/>
              <a:gd name="csX9" fmla="*/ 5304025 w 10018713"/>
              <a:gd name="csY9" fmla="*/ 0 h 1229061"/>
              <a:gd name="csX10" fmla="*/ 6093735 w 10018713"/>
              <a:gd name="csY10" fmla="*/ 0 h 1229061"/>
              <a:gd name="csX11" fmla="*/ 6382510 w 10018713"/>
              <a:gd name="csY11" fmla="*/ 0 h 1229061"/>
              <a:gd name="csX12" fmla="*/ 6971846 w 10018713"/>
              <a:gd name="csY12" fmla="*/ 0 h 1229061"/>
              <a:gd name="csX13" fmla="*/ 7661369 w 10018713"/>
              <a:gd name="csY13" fmla="*/ 0 h 1229061"/>
              <a:gd name="csX14" fmla="*/ 8050331 w 10018713"/>
              <a:gd name="csY14" fmla="*/ 0 h 1229061"/>
              <a:gd name="csX15" fmla="*/ 8439292 w 10018713"/>
              <a:gd name="csY15" fmla="*/ 0 h 1229061"/>
              <a:gd name="csX16" fmla="*/ 9028628 w 10018713"/>
              <a:gd name="csY16" fmla="*/ 0 h 1229061"/>
              <a:gd name="csX17" fmla="*/ 10018713 w 10018713"/>
              <a:gd name="csY17" fmla="*/ 0 h 1229061"/>
              <a:gd name="csX18" fmla="*/ 10018713 w 10018713"/>
              <a:gd name="csY18" fmla="*/ 385106 h 1229061"/>
              <a:gd name="csX19" fmla="*/ 10018713 w 10018713"/>
              <a:gd name="csY19" fmla="*/ 819374 h 1229061"/>
              <a:gd name="csX20" fmla="*/ 10018713 w 10018713"/>
              <a:gd name="csY20" fmla="*/ 1229061 h 1229061"/>
              <a:gd name="csX21" fmla="*/ 9329190 w 10018713"/>
              <a:gd name="csY21" fmla="*/ 1229061 h 1229061"/>
              <a:gd name="csX22" fmla="*/ 8840041 w 10018713"/>
              <a:gd name="csY22" fmla="*/ 1229061 h 1229061"/>
              <a:gd name="csX23" fmla="*/ 8250705 w 10018713"/>
              <a:gd name="csY23" fmla="*/ 1229061 h 1229061"/>
              <a:gd name="csX24" fmla="*/ 7460995 w 10018713"/>
              <a:gd name="csY24" fmla="*/ 1229061 h 1229061"/>
              <a:gd name="csX25" fmla="*/ 6871658 w 10018713"/>
              <a:gd name="csY25" fmla="*/ 1229061 h 1229061"/>
              <a:gd name="csX26" fmla="*/ 6081948 w 10018713"/>
              <a:gd name="csY26" fmla="*/ 1229061 h 1229061"/>
              <a:gd name="csX27" fmla="*/ 5492612 w 10018713"/>
              <a:gd name="csY27" fmla="*/ 1229061 h 1229061"/>
              <a:gd name="csX28" fmla="*/ 5203837 w 10018713"/>
              <a:gd name="csY28" fmla="*/ 1229061 h 1229061"/>
              <a:gd name="csX29" fmla="*/ 4714688 w 10018713"/>
              <a:gd name="csY29" fmla="*/ 1229061 h 1229061"/>
              <a:gd name="csX30" fmla="*/ 4125352 w 10018713"/>
              <a:gd name="csY30" fmla="*/ 1229061 h 1229061"/>
              <a:gd name="csX31" fmla="*/ 3335642 w 10018713"/>
              <a:gd name="csY31" fmla="*/ 1229061 h 1229061"/>
              <a:gd name="csX32" fmla="*/ 2946680 w 10018713"/>
              <a:gd name="csY32" fmla="*/ 1229061 h 1229061"/>
              <a:gd name="csX33" fmla="*/ 2457531 w 10018713"/>
              <a:gd name="csY33" fmla="*/ 1229061 h 1229061"/>
              <a:gd name="csX34" fmla="*/ 2068570 w 10018713"/>
              <a:gd name="csY34" fmla="*/ 1229061 h 1229061"/>
              <a:gd name="csX35" fmla="*/ 1379046 w 10018713"/>
              <a:gd name="csY35" fmla="*/ 1229061 h 1229061"/>
              <a:gd name="csX36" fmla="*/ 1090272 w 10018713"/>
              <a:gd name="csY36" fmla="*/ 1229061 h 1229061"/>
              <a:gd name="csX37" fmla="*/ 0 w 10018713"/>
              <a:gd name="csY37" fmla="*/ 1229061 h 1229061"/>
              <a:gd name="csX38" fmla="*/ 0 w 10018713"/>
              <a:gd name="csY38" fmla="*/ 807083 h 1229061"/>
              <a:gd name="csX39" fmla="*/ 0 w 10018713"/>
              <a:gd name="csY39" fmla="*/ 397396 h 1229061"/>
              <a:gd name="csX40" fmla="*/ 0 w 10018713"/>
              <a:gd name="csY40" fmla="*/ 0 h 12290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10018713" h="1229061" fill="none" extrusionOk="0">
                <a:moveTo>
                  <a:pt x="0" y="0"/>
                </a:moveTo>
                <a:cubicBezTo>
                  <a:pt x="190110" y="-20381"/>
                  <a:pt x="358643" y="63755"/>
                  <a:pt x="589336" y="0"/>
                </a:cubicBezTo>
                <a:cubicBezTo>
                  <a:pt x="820029" y="-63755"/>
                  <a:pt x="815946" y="38143"/>
                  <a:pt x="978298" y="0"/>
                </a:cubicBezTo>
                <a:cubicBezTo>
                  <a:pt x="1140650" y="-38143"/>
                  <a:pt x="1208522" y="4812"/>
                  <a:pt x="1267073" y="0"/>
                </a:cubicBezTo>
                <a:cubicBezTo>
                  <a:pt x="1325625" y="-4812"/>
                  <a:pt x="1712440" y="63947"/>
                  <a:pt x="1956596" y="0"/>
                </a:cubicBezTo>
                <a:cubicBezTo>
                  <a:pt x="2200752" y="-63947"/>
                  <a:pt x="2522206" y="55725"/>
                  <a:pt x="2746306" y="0"/>
                </a:cubicBezTo>
                <a:cubicBezTo>
                  <a:pt x="2970406" y="-55725"/>
                  <a:pt x="3201117" y="64021"/>
                  <a:pt x="3335642" y="0"/>
                </a:cubicBezTo>
                <a:cubicBezTo>
                  <a:pt x="3470167" y="-64021"/>
                  <a:pt x="3734980" y="37674"/>
                  <a:pt x="3924978" y="0"/>
                </a:cubicBezTo>
                <a:cubicBezTo>
                  <a:pt x="4114976" y="-37674"/>
                  <a:pt x="4358153" y="21549"/>
                  <a:pt x="4714688" y="0"/>
                </a:cubicBezTo>
                <a:cubicBezTo>
                  <a:pt x="5071223" y="-21549"/>
                  <a:pt x="5158139" y="36382"/>
                  <a:pt x="5304025" y="0"/>
                </a:cubicBezTo>
                <a:cubicBezTo>
                  <a:pt x="5449911" y="-36382"/>
                  <a:pt x="5928951" y="15461"/>
                  <a:pt x="6093735" y="0"/>
                </a:cubicBezTo>
                <a:cubicBezTo>
                  <a:pt x="6258519" y="-15461"/>
                  <a:pt x="6252411" y="14517"/>
                  <a:pt x="6382510" y="0"/>
                </a:cubicBezTo>
                <a:cubicBezTo>
                  <a:pt x="6512609" y="-14517"/>
                  <a:pt x="6712705" y="45564"/>
                  <a:pt x="6971846" y="0"/>
                </a:cubicBezTo>
                <a:cubicBezTo>
                  <a:pt x="7230987" y="-45564"/>
                  <a:pt x="7333850" y="62830"/>
                  <a:pt x="7661369" y="0"/>
                </a:cubicBezTo>
                <a:cubicBezTo>
                  <a:pt x="7988888" y="-62830"/>
                  <a:pt x="7969909" y="17894"/>
                  <a:pt x="8050331" y="0"/>
                </a:cubicBezTo>
                <a:cubicBezTo>
                  <a:pt x="8130753" y="-17894"/>
                  <a:pt x="8345176" y="4720"/>
                  <a:pt x="8439292" y="0"/>
                </a:cubicBezTo>
                <a:cubicBezTo>
                  <a:pt x="8533408" y="-4720"/>
                  <a:pt x="8865026" y="69321"/>
                  <a:pt x="9028628" y="0"/>
                </a:cubicBezTo>
                <a:cubicBezTo>
                  <a:pt x="9192230" y="-69321"/>
                  <a:pt x="9722391" y="117104"/>
                  <a:pt x="10018713" y="0"/>
                </a:cubicBezTo>
                <a:cubicBezTo>
                  <a:pt x="10027113" y="93891"/>
                  <a:pt x="9998338" y="249188"/>
                  <a:pt x="10018713" y="385106"/>
                </a:cubicBezTo>
                <a:cubicBezTo>
                  <a:pt x="10039088" y="521024"/>
                  <a:pt x="9985528" y="688196"/>
                  <a:pt x="10018713" y="819374"/>
                </a:cubicBezTo>
                <a:cubicBezTo>
                  <a:pt x="10051898" y="950552"/>
                  <a:pt x="9987346" y="1044303"/>
                  <a:pt x="10018713" y="1229061"/>
                </a:cubicBezTo>
                <a:cubicBezTo>
                  <a:pt x="9832771" y="1263259"/>
                  <a:pt x="9501601" y="1191320"/>
                  <a:pt x="9329190" y="1229061"/>
                </a:cubicBezTo>
                <a:cubicBezTo>
                  <a:pt x="9156779" y="1266802"/>
                  <a:pt x="8939606" y="1205610"/>
                  <a:pt x="8840041" y="1229061"/>
                </a:cubicBezTo>
                <a:cubicBezTo>
                  <a:pt x="8740476" y="1252512"/>
                  <a:pt x="8443730" y="1179072"/>
                  <a:pt x="8250705" y="1229061"/>
                </a:cubicBezTo>
                <a:cubicBezTo>
                  <a:pt x="8057680" y="1279050"/>
                  <a:pt x="7798127" y="1174833"/>
                  <a:pt x="7460995" y="1229061"/>
                </a:cubicBezTo>
                <a:cubicBezTo>
                  <a:pt x="7123863" y="1283289"/>
                  <a:pt x="7156063" y="1198415"/>
                  <a:pt x="6871658" y="1229061"/>
                </a:cubicBezTo>
                <a:cubicBezTo>
                  <a:pt x="6587253" y="1259707"/>
                  <a:pt x="6286128" y="1161726"/>
                  <a:pt x="6081948" y="1229061"/>
                </a:cubicBezTo>
                <a:cubicBezTo>
                  <a:pt x="5877768" y="1296396"/>
                  <a:pt x="5696215" y="1173122"/>
                  <a:pt x="5492612" y="1229061"/>
                </a:cubicBezTo>
                <a:cubicBezTo>
                  <a:pt x="5289009" y="1285000"/>
                  <a:pt x="5312331" y="1218333"/>
                  <a:pt x="5203837" y="1229061"/>
                </a:cubicBezTo>
                <a:cubicBezTo>
                  <a:pt x="5095344" y="1239789"/>
                  <a:pt x="4816863" y="1192305"/>
                  <a:pt x="4714688" y="1229061"/>
                </a:cubicBezTo>
                <a:cubicBezTo>
                  <a:pt x="4612513" y="1265817"/>
                  <a:pt x="4296679" y="1193137"/>
                  <a:pt x="4125352" y="1229061"/>
                </a:cubicBezTo>
                <a:cubicBezTo>
                  <a:pt x="3954025" y="1264985"/>
                  <a:pt x="3682234" y="1146227"/>
                  <a:pt x="3335642" y="1229061"/>
                </a:cubicBezTo>
                <a:cubicBezTo>
                  <a:pt x="2989050" y="1311895"/>
                  <a:pt x="3057591" y="1217664"/>
                  <a:pt x="2946680" y="1229061"/>
                </a:cubicBezTo>
                <a:cubicBezTo>
                  <a:pt x="2835769" y="1240458"/>
                  <a:pt x="2675131" y="1215578"/>
                  <a:pt x="2457531" y="1229061"/>
                </a:cubicBezTo>
                <a:cubicBezTo>
                  <a:pt x="2239931" y="1242544"/>
                  <a:pt x="2231401" y="1207367"/>
                  <a:pt x="2068570" y="1229061"/>
                </a:cubicBezTo>
                <a:cubicBezTo>
                  <a:pt x="1905739" y="1250755"/>
                  <a:pt x="1567288" y="1228201"/>
                  <a:pt x="1379046" y="1229061"/>
                </a:cubicBezTo>
                <a:cubicBezTo>
                  <a:pt x="1190804" y="1229921"/>
                  <a:pt x="1195569" y="1216365"/>
                  <a:pt x="1090272" y="1229061"/>
                </a:cubicBezTo>
                <a:cubicBezTo>
                  <a:pt x="984975" y="1241757"/>
                  <a:pt x="475927" y="1195850"/>
                  <a:pt x="0" y="1229061"/>
                </a:cubicBezTo>
                <a:cubicBezTo>
                  <a:pt x="-16172" y="1032389"/>
                  <a:pt x="37119" y="1013037"/>
                  <a:pt x="0" y="807083"/>
                </a:cubicBezTo>
                <a:cubicBezTo>
                  <a:pt x="-37119" y="601129"/>
                  <a:pt x="33346" y="595038"/>
                  <a:pt x="0" y="397396"/>
                </a:cubicBezTo>
                <a:cubicBezTo>
                  <a:pt x="-33346" y="199754"/>
                  <a:pt x="996" y="116623"/>
                  <a:pt x="0" y="0"/>
                </a:cubicBezTo>
                <a:close/>
              </a:path>
              <a:path w="10018713" h="1229061" stroke="0" extrusionOk="0">
                <a:moveTo>
                  <a:pt x="0" y="0"/>
                </a:moveTo>
                <a:cubicBezTo>
                  <a:pt x="126267" y="-13165"/>
                  <a:pt x="293123" y="41519"/>
                  <a:pt x="489149" y="0"/>
                </a:cubicBezTo>
                <a:cubicBezTo>
                  <a:pt x="685175" y="-41519"/>
                  <a:pt x="757803" y="18096"/>
                  <a:pt x="878111" y="0"/>
                </a:cubicBezTo>
                <a:cubicBezTo>
                  <a:pt x="998419" y="-18096"/>
                  <a:pt x="1146583" y="37878"/>
                  <a:pt x="1267073" y="0"/>
                </a:cubicBezTo>
                <a:cubicBezTo>
                  <a:pt x="1387563" y="-37878"/>
                  <a:pt x="1489587" y="12650"/>
                  <a:pt x="1555847" y="0"/>
                </a:cubicBezTo>
                <a:cubicBezTo>
                  <a:pt x="1622107" y="-12650"/>
                  <a:pt x="1716904" y="22698"/>
                  <a:pt x="1844622" y="0"/>
                </a:cubicBezTo>
                <a:cubicBezTo>
                  <a:pt x="1972341" y="-22698"/>
                  <a:pt x="2162817" y="23201"/>
                  <a:pt x="2433958" y="0"/>
                </a:cubicBezTo>
                <a:cubicBezTo>
                  <a:pt x="2705099" y="-23201"/>
                  <a:pt x="2629755" y="40249"/>
                  <a:pt x="2822920" y="0"/>
                </a:cubicBezTo>
                <a:cubicBezTo>
                  <a:pt x="3016085" y="-40249"/>
                  <a:pt x="3019582" y="22329"/>
                  <a:pt x="3111694" y="0"/>
                </a:cubicBezTo>
                <a:cubicBezTo>
                  <a:pt x="3203806" y="-22329"/>
                  <a:pt x="3468549" y="46572"/>
                  <a:pt x="3600843" y="0"/>
                </a:cubicBezTo>
                <a:cubicBezTo>
                  <a:pt x="3733137" y="-46572"/>
                  <a:pt x="4047591" y="22095"/>
                  <a:pt x="4290367" y="0"/>
                </a:cubicBezTo>
                <a:cubicBezTo>
                  <a:pt x="4533143" y="-22095"/>
                  <a:pt x="4717144" y="29059"/>
                  <a:pt x="4979890" y="0"/>
                </a:cubicBezTo>
                <a:cubicBezTo>
                  <a:pt x="5242636" y="-29059"/>
                  <a:pt x="5213157" y="15902"/>
                  <a:pt x="5368851" y="0"/>
                </a:cubicBezTo>
                <a:cubicBezTo>
                  <a:pt x="5524545" y="-15902"/>
                  <a:pt x="5596507" y="22451"/>
                  <a:pt x="5757813" y="0"/>
                </a:cubicBezTo>
                <a:cubicBezTo>
                  <a:pt x="5919119" y="-22451"/>
                  <a:pt x="5955021" y="3239"/>
                  <a:pt x="6046588" y="0"/>
                </a:cubicBezTo>
                <a:cubicBezTo>
                  <a:pt x="6138155" y="-3239"/>
                  <a:pt x="6506521" y="32139"/>
                  <a:pt x="6836298" y="0"/>
                </a:cubicBezTo>
                <a:cubicBezTo>
                  <a:pt x="7166075" y="-32139"/>
                  <a:pt x="7330269" y="415"/>
                  <a:pt x="7525821" y="0"/>
                </a:cubicBezTo>
                <a:cubicBezTo>
                  <a:pt x="7721373" y="-415"/>
                  <a:pt x="8065530" y="38567"/>
                  <a:pt x="8215345" y="0"/>
                </a:cubicBezTo>
                <a:cubicBezTo>
                  <a:pt x="8365160" y="-38567"/>
                  <a:pt x="8712137" y="54094"/>
                  <a:pt x="9005055" y="0"/>
                </a:cubicBezTo>
                <a:cubicBezTo>
                  <a:pt x="9297973" y="-54094"/>
                  <a:pt x="9264782" y="25596"/>
                  <a:pt x="9394017" y="0"/>
                </a:cubicBezTo>
                <a:cubicBezTo>
                  <a:pt x="9523252" y="-25596"/>
                  <a:pt x="9886448" y="6931"/>
                  <a:pt x="10018713" y="0"/>
                </a:cubicBezTo>
                <a:cubicBezTo>
                  <a:pt x="10047523" y="127015"/>
                  <a:pt x="9973146" y="260822"/>
                  <a:pt x="10018713" y="385106"/>
                </a:cubicBezTo>
                <a:cubicBezTo>
                  <a:pt x="10064280" y="509390"/>
                  <a:pt x="9974499" y="675162"/>
                  <a:pt x="10018713" y="782502"/>
                </a:cubicBezTo>
                <a:cubicBezTo>
                  <a:pt x="10062927" y="889842"/>
                  <a:pt x="9974769" y="1134515"/>
                  <a:pt x="10018713" y="1229061"/>
                </a:cubicBezTo>
                <a:cubicBezTo>
                  <a:pt x="9817780" y="1241613"/>
                  <a:pt x="9572789" y="1206690"/>
                  <a:pt x="9329190" y="1229061"/>
                </a:cubicBezTo>
                <a:cubicBezTo>
                  <a:pt x="9085591" y="1251432"/>
                  <a:pt x="8983882" y="1159697"/>
                  <a:pt x="8739854" y="1229061"/>
                </a:cubicBezTo>
                <a:cubicBezTo>
                  <a:pt x="8495826" y="1298425"/>
                  <a:pt x="8518225" y="1184962"/>
                  <a:pt x="8350892" y="1229061"/>
                </a:cubicBezTo>
                <a:cubicBezTo>
                  <a:pt x="8183559" y="1273160"/>
                  <a:pt x="7955830" y="1211694"/>
                  <a:pt x="7761556" y="1229061"/>
                </a:cubicBezTo>
                <a:cubicBezTo>
                  <a:pt x="7567282" y="1246428"/>
                  <a:pt x="7451187" y="1200710"/>
                  <a:pt x="7372594" y="1229061"/>
                </a:cubicBezTo>
                <a:cubicBezTo>
                  <a:pt x="7294001" y="1257412"/>
                  <a:pt x="6955082" y="1195248"/>
                  <a:pt x="6683071" y="1229061"/>
                </a:cubicBezTo>
                <a:cubicBezTo>
                  <a:pt x="6411060" y="1262874"/>
                  <a:pt x="6258813" y="1158400"/>
                  <a:pt x="5993548" y="1229061"/>
                </a:cubicBezTo>
                <a:cubicBezTo>
                  <a:pt x="5728283" y="1299722"/>
                  <a:pt x="5769892" y="1195440"/>
                  <a:pt x="5704773" y="1229061"/>
                </a:cubicBezTo>
                <a:cubicBezTo>
                  <a:pt x="5639654" y="1262682"/>
                  <a:pt x="5405328" y="1206350"/>
                  <a:pt x="5315811" y="1229061"/>
                </a:cubicBezTo>
                <a:cubicBezTo>
                  <a:pt x="5226294" y="1251772"/>
                  <a:pt x="4931533" y="1223200"/>
                  <a:pt x="4826662" y="1229061"/>
                </a:cubicBezTo>
                <a:cubicBezTo>
                  <a:pt x="4721791" y="1234922"/>
                  <a:pt x="4524631" y="1189392"/>
                  <a:pt x="4437701" y="1229061"/>
                </a:cubicBezTo>
                <a:cubicBezTo>
                  <a:pt x="4350771" y="1268730"/>
                  <a:pt x="4255177" y="1227648"/>
                  <a:pt x="4148926" y="1229061"/>
                </a:cubicBezTo>
                <a:cubicBezTo>
                  <a:pt x="4042675" y="1230474"/>
                  <a:pt x="3823863" y="1220895"/>
                  <a:pt x="3559590" y="1229061"/>
                </a:cubicBezTo>
                <a:cubicBezTo>
                  <a:pt x="3295317" y="1237227"/>
                  <a:pt x="2990466" y="1227201"/>
                  <a:pt x="2769879" y="1229061"/>
                </a:cubicBezTo>
                <a:cubicBezTo>
                  <a:pt x="2549292" y="1230921"/>
                  <a:pt x="2500746" y="1217417"/>
                  <a:pt x="2280731" y="1229061"/>
                </a:cubicBezTo>
                <a:cubicBezTo>
                  <a:pt x="2060716" y="1240705"/>
                  <a:pt x="2129682" y="1225074"/>
                  <a:pt x="1991956" y="1229061"/>
                </a:cubicBezTo>
                <a:cubicBezTo>
                  <a:pt x="1854230" y="1233048"/>
                  <a:pt x="1819684" y="1194437"/>
                  <a:pt x="1703181" y="1229061"/>
                </a:cubicBezTo>
                <a:cubicBezTo>
                  <a:pt x="1586678" y="1263685"/>
                  <a:pt x="1197242" y="1197512"/>
                  <a:pt x="913471" y="1229061"/>
                </a:cubicBezTo>
                <a:cubicBezTo>
                  <a:pt x="629700" y="1260610"/>
                  <a:pt x="257099" y="1178478"/>
                  <a:pt x="0" y="1229061"/>
                </a:cubicBezTo>
                <a:cubicBezTo>
                  <a:pt x="-34968" y="1123005"/>
                  <a:pt x="10041" y="1014828"/>
                  <a:pt x="0" y="807083"/>
                </a:cubicBezTo>
                <a:cubicBezTo>
                  <a:pt x="-10041" y="599338"/>
                  <a:pt x="6170" y="561945"/>
                  <a:pt x="0" y="421978"/>
                </a:cubicBezTo>
                <a:cubicBezTo>
                  <a:pt x="-6170" y="282011"/>
                  <a:pt x="13483" y="114657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33707145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/>
          <a:p>
            <a:pPr algn="l"/>
            <a:r>
              <a:rPr lang="el-GR" sz="6000" b="1" dirty="0"/>
              <a:t>Τώρα παίζουμε </a:t>
            </a:r>
            <a:r>
              <a:rPr lang="en-GB" sz="6000" b="1" dirty="0"/>
              <a:t>Kahoot!</a:t>
            </a:r>
          </a:p>
        </p:txBody>
      </p:sp>
      <p:pic>
        <p:nvPicPr>
          <p:cNvPr id="5" name="Content Placeholder 4" descr="A group of colorful squares with arrows&#10;&#10;AI-generated content may be incorrect.">
            <a:extLst>
              <a:ext uri="{FF2B5EF4-FFF2-40B4-BE49-F238E27FC236}">
                <a16:creationId xmlns:a16="http://schemas.microsoft.com/office/drawing/2014/main" id="{BD674AAB-2508-16AB-2D25-11C785F98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723" b="-1"/>
          <a:stretch>
            <a:fillRect/>
          </a:stretch>
        </p:blipFill>
        <p:spPr>
          <a:xfrm>
            <a:off x="7509400" y="3073998"/>
            <a:ext cx="3645877" cy="26973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7244EE-8374-3A4F-1C86-1922EC235B4C}"/>
              </a:ext>
            </a:extLst>
          </p:cNvPr>
          <p:cNvSpPr txBox="1"/>
          <p:nvPr/>
        </p:nvSpPr>
        <p:spPr>
          <a:xfrm>
            <a:off x="2111756" y="2016405"/>
            <a:ext cx="9043521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l-GR" sz="2400" b="1" dirty="0">
                <a:solidFill>
                  <a:srgbClr val="FF0000"/>
                </a:solidFill>
              </a:rPr>
              <a:t>Στόχος:</a:t>
            </a:r>
            <a:r>
              <a:rPr lang="el-GR" sz="2400" dirty="0">
                <a:solidFill>
                  <a:srgbClr val="FF0000"/>
                </a:solidFill>
              </a:rPr>
              <a:t> </a:t>
            </a:r>
            <a:r>
              <a:rPr lang="el-GR" sz="2400" dirty="0" err="1"/>
              <a:t>αυτοαξιολόγηση</a:t>
            </a:r>
            <a:r>
              <a:rPr lang="el-GR" sz="2400" dirty="0"/>
              <a:t> και έλεγχος κατανόησης των βασικών σημείων του μαθήματος.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7FA42B-CD7F-8CC8-76CA-6C57DF3D511D}"/>
              </a:ext>
            </a:extLst>
          </p:cNvPr>
          <p:cNvSpPr txBox="1"/>
          <p:nvPr/>
        </p:nvSpPr>
        <p:spPr>
          <a:xfrm>
            <a:off x="2111756" y="3073998"/>
            <a:ext cx="4993790" cy="269734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ctr">
              <a:buSzPct val="100000"/>
            </a:pPr>
            <a:r>
              <a:rPr lang="el-GR" sz="3200" b="1" u="sng" dirty="0"/>
              <a:t>ΟΔΗΓΙΕΣ:</a:t>
            </a:r>
          </a:p>
          <a:p>
            <a:pPr marL="342900" indent="-342900">
              <a:lnSpc>
                <a:spcPct val="20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ü"/>
            </a:pPr>
            <a:r>
              <a:rPr lang="el-GR" sz="2400" b="1" dirty="0">
                <a:solidFill>
                  <a:srgbClr val="C00000"/>
                </a:solidFill>
              </a:rPr>
              <a:t>Απαντάμε ατομικά</a:t>
            </a:r>
          </a:p>
          <a:p>
            <a:pPr marL="342900" indent="-342900">
              <a:lnSpc>
                <a:spcPct val="20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ü"/>
            </a:pPr>
            <a:r>
              <a:rPr lang="el-GR" sz="2400" b="1" dirty="0">
                <a:solidFill>
                  <a:srgbClr val="C00000"/>
                </a:solidFill>
              </a:rPr>
              <a:t>Βλέπουμε τα αποτελέσματα</a:t>
            </a:r>
          </a:p>
          <a:p>
            <a:pPr marL="342900" indent="-342900">
              <a:lnSpc>
                <a:spcPct val="20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ü"/>
            </a:pPr>
            <a:r>
              <a:rPr lang="el-GR" sz="2400" b="1" dirty="0">
                <a:solidFill>
                  <a:srgbClr val="C00000"/>
                </a:solidFill>
              </a:rPr>
              <a:t>Συζητάμε μαζί τις απαντήσεις</a:t>
            </a:r>
            <a:endParaRPr lang="en-GB" sz="2400" b="1" dirty="0">
              <a:solidFill>
                <a:srgbClr val="C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6B0B05-3761-692B-3BE7-8AE5DF62C5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360" y="339426"/>
            <a:ext cx="970957" cy="97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190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E7FEF-6AA0-0349-230F-674ED36DB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402" y="134471"/>
            <a:ext cx="10018713" cy="1752599"/>
          </a:xfrm>
          <a:custGeom>
            <a:avLst/>
            <a:gdLst>
              <a:gd name="csX0" fmla="*/ 0 w 10018713"/>
              <a:gd name="csY0" fmla="*/ 0 h 1752599"/>
              <a:gd name="csX1" fmla="*/ 789710 w 10018713"/>
              <a:gd name="csY1" fmla="*/ 0 h 1752599"/>
              <a:gd name="csX2" fmla="*/ 1379046 w 10018713"/>
              <a:gd name="csY2" fmla="*/ 0 h 1752599"/>
              <a:gd name="csX3" fmla="*/ 1667821 w 10018713"/>
              <a:gd name="csY3" fmla="*/ 0 h 1752599"/>
              <a:gd name="csX4" fmla="*/ 2056783 w 10018713"/>
              <a:gd name="csY4" fmla="*/ 0 h 1752599"/>
              <a:gd name="csX5" fmla="*/ 2646119 w 10018713"/>
              <a:gd name="csY5" fmla="*/ 0 h 1752599"/>
              <a:gd name="csX6" fmla="*/ 3435829 w 10018713"/>
              <a:gd name="csY6" fmla="*/ 0 h 1752599"/>
              <a:gd name="csX7" fmla="*/ 4125352 w 10018713"/>
              <a:gd name="csY7" fmla="*/ 0 h 1752599"/>
              <a:gd name="csX8" fmla="*/ 4915063 w 10018713"/>
              <a:gd name="csY8" fmla="*/ 0 h 1752599"/>
              <a:gd name="csX9" fmla="*/ 5304025 w 10018713"/>
              <a:gd name="csY9" fmla="*/ 0 h 1752599"/>
              <a:gd name="csX10" fmla="*/ 6093735 w 10018713"/>
              <a:gd name="csY10" fmla="*/ 0 h 1752599"/>
              <a:gd name="csX11" fmla="*/ 6382510 w 10018713"/>
              <a:gd name="csY11" fmla="*/ 0 h 1752599"/>
              <a:gd name="csX12" fmla="*/ 7072033 w 10018713"/>
              <a:gd name="csY12" fmla="*/ 0 h 1752599"/>
              <a:gd name="csX13" fmla="*/ 7861743 w 10018713"/>
              <a:gd name="csY13" fmla="*/ 0 h 1752599"/>
              <a:gd name="csX14" fmla="*/ 8551266 w 10018713"/>
              <a:gd name="csY14" fmla="*/ 0 h 1752599"/>
              <a:gd name="csX15" fmla="*/ 9240789 w 10018713"/>
              <a:gd name="csY15" fmla="*/ 0 h 1752599"/>
              <a:gd name="csX16" fmla="*/ 10018713 w 10018713"/>
              <a:gd name="csY16" fmla="*/ 0 h 1752599"/>
              <a:gd name="csX17" fmla="*/ 10018713 w 10018713"/>
              <a:gd name="csY17" fmla="*/ 566674 h 1752599"/>
              <a:gd name="csX18" fmla="*/ 10018713 w 10018713"/>
              <a:gd name="csY18" fmla="*/ 1168399 h 1752599"/>
              <a:gd name="csX19" fmla="*/ 10018713 w 10018713"/>
              <a:gd name="csY19" fmla="*/ 1752599 h 1752599"/>
              <a:gd name="csX20" fmla="*/ 9429377 w 10018713"/>
              <a:gd name="csY20" fmla="*/ 1752599 h 1752599"/>
              <a:gd name="csX21" fmla="*/ 8940228 w 10018713"/>
              <a:gd name="csY21" fmla="*/ 1752599 h 1752599"/>
              <a:gd name="csX22" fmla="*/ 8250705 w 10018713"/>
              <a:gd name="csY22" fmla="*/ 1752599 h 1752599"/>
              <a:gd name="csX23" fmla="*/ 7861743 w 10018713"/>
              <a:gd name="csY23" fmla="*/ 1752599 h 1752599"/>
              <a:gd name="csX24" fmla="*/ 7372594 w 10018713"/>
              <a:gd name="csY24" fmla="*/ 1752599 h 1752599"/>
              <a:gd name="csX25" fmla="*/ 6983632 w 10018713"/>
              <a:gd name="csY25" fmla="*/ 1752599 h 1752599"/>
              <a:gd name="csX26" fmla="*/ 6494483 w 10018713"/>
              <a:gd name="csY26" fmla="*/ 1752599 h 1752599"/>
              <a:gd name="csX27" fmla="*/ 5804960 w 10018713"/>
              <a:gd name="csY27" fmla="*/ 1752599 h 1752599"/>
              <a:gd name="csX28" fmla="*/ 5315811 w 10018713"/>
              <a:gd name="csY28" fmla="*/ 1752599 h 1752599"/>
              <a:gd name="csX29" fmla="*/ 4626288 w 10018713"/>
              <a:gd name="csY29" fmla="*/ 1752599 h 1752599"/>
              <a:gd name="csX30" fmla="*/ 3936765 w 10018713"/>
              <a:gd name="csY30" fmla="*/ 1752599 h 1752599"/>
              <a:gd name="csX31" fmla="*/ 3247242 w 10018713"/>
              <a:gd name="csY31" fmla="*/ 1752599 h 1752599"/>
              <a:gd name="csX32" fmla="*/ 2657906 w 10018713"/>
              <a:gd name="csY32" fmla="*/ 1752599 h 1752599"/>
              <a:gd name="csX33" fmla="*/ 2168757 w 10018713"/>
              <a:gd name="csY33" fmla="*/ 1752599 h 1752599"/>
              <a:gd name="csX34" fmla="*/ 1379046 w 10018713"/>
              <a:gd name="csY34" fmla="*/ 1752599 h 1752599"/>
              <a:gd name="csX35" fmla="*/ 589336 w 10018713"/>
              <a:gd name="csY35" fmla="*/ 1752599 h 1752599"/>
              <a:gd name="csX36" fmla="*/ 0 w 10018713"/>
              <a:gd name="csY36" fmla="*/ 1752599 h 1752599"/>
              <a:gd name="csX37" fmla="*/ 0 w 10018713"/>
              <a:gd name="csY37" fmla="*/ 1220977 h 1752599"/>
              <a:gd name="csX38" fmla="*/ 0 w 10018713"/>
              <a:gd name="csY38" fmla="*/ 654304 h 1752599"/>
              <a:gd name="csX39" fmla="*/ 0 w 10018713"/>
              <a:gd name="csY39" fmla="*/ 0 h 1752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0018713" h="1752599" fill="none" extrusionOk="0">
                <a:moveTo>
                  <a:pt x="0" y="0"/>
                </a:moveTo>
                <a:cubicBezTo>
                  <a:pt x="198025" y="-76513"/>
                  <a:pt x="510136" y="73577"/>
                  <a:pt x="789710" y="0"/>
                </a:cubicBezTo>
                <a:cubicBezTo>
                  <a:pt x="1069284" y="-73577"/>
                  <a:pt x="1161966" y="65568"/>
                  <a:pt x="1379046" y="0"/>
                </a:cubicBezTo>
                <a:cubicBezTo>
                  <a:pt x="1596126" y="-65568"/>
                  <a:pt x="1564093" y="12986"/>
                  <a:pt x="1667821" y="0"/>
                </a:cubicBezTo>
                <a:cubicBezTo>
                  <a:pt x="1771550" y="-12986"/>
                  <a:pt x="1976249" y="27752"/>
                  <a:pt x="2056783" y="0"/>
                </a:cubicBezTo>
                <a:cubicBezTo>
                  <a:pt x="2137317" y="-27752"/>
                  <a:pt x="2464642" y="3464"/>
                  <a:pt x="2646119" y="0"/>
                </a:cubicBezTo>
                <a:cubicBezTo>
                  <a:pt x="2827596" y="-3464"/>
                  <a:pt x="3091226" y="4258"/>
                  <a:pt x="3435829" y="0"/>
                </a:cubicBezTo>
                <a:cubicBezTo>
                  <a:pt x="3780432" y="-4258"/>
                  <a:pt x="3868141" y="32674"/>
                  <a:pt x="4125352" y="0"/>
                </a:cubicBezTo>
                <a:cubicBezTo>
                  <a:pt x="4382563" y="-32674"/>
                  <a:pt x="4529840" y="23650"/>
                  <a:pt x="4915063" y="0"/>
                </a:cubicBezTo>
                <a:cubicBezTo>
                  <a:pt x="5300286" y="-23650"/>
                  <a:pt x="5144518" y="15470"/>
                  <a:pt x="5304025" y="0"/>
                </a:cubicBezTo>
                <a:cubicBezTo>
                  <a:pt x="5463532" y="-15470"/>
                  <a:pt x="5711640" y="72613"/>
                  <a:pt x="6093735" y="0"/>
                </a:cubicBezTo>
                <a:cubicBezTo>
                  <a:pt x="6475830" y="-72613"/>
                  <a:pt x="6304006" y="15725"/>
                  <a:pt x="6382510" y="0"/>
                </a:cubicBezTo>
                <a:cubicBezTo>
                  <a:pt x="6461014" y="-15725"/>
                  <a:pt x="6746303" y="34621"/>
                  <a:pt x="7072033" y="0"/>
                </a:cubicBezTo>
                <a:cubicBezTo>
                  <a:pt x="7397763" y="-34621"/>
                  <a:pt x="7635483" y="11879"/>
                  <a:pt x="7861743" y="0"/>
                </a:cubicBezTo>
                <a:cubicBezTo>
                  <a:pt x="8088003" y="-11879"/>
                  <a:pt x="8398086" y="1622"/>
                  <a:pt x="8551266" y="0"/>
                </a:cubicBezTo>
                <a:cubicBezTo>
                  <a:pt x="8704446" y="-1622"/>
                  <a:pt x="9093965" y="8917"/>
                  <a:pt x="9240789" y="0"/>
                </a:cubicBezTo>
                <a:cubicBezTo>
                  <a:pt x="9387613" y="-8917"/>
                  <a:pt x="9749869" y="1535"/>
                  <a:pt x="10018713" y="0"/>
                </a:cubicBezTo>
                <a:cubicBezTo>
                  <a:pt x="10046265" y="130852"/>
                  <a:pt x="9955243" y="381927"/>
                  <a:pt x="10018713" y="566674"/>
                </a:cubicBezTo>
                <a:cubicBezTo>
                  <a:pt x="10082183" y="751421"/>
                  <a:pt x="9984053" y="949269"/>
                  <a:pt x="10018713" y="1168399"/>
                </a:cubicBezTo>
                <a:cubicBezTo>
                  <a:pt x="10053373" y="1387530"/>
                  <a:pt x="9965215" y="1596985"/>
                  <a:pt x="10018713" y="1752599"/>
                </a:cubicBezTo>
                <a:cubicBezTo>
                  <a:pt x="9801513" y="1801442"/>
                  <a:pt x="9707021" y="1683734"/>
                  <a:pt x="9429377" y="1752599"/>
                </a:cubicBezTo>
                <a:cubicBezTo>
                  <a:pt x="9151733" y="1821464"/>
                  <a:pt x="9154624" y="1699469"/>
                  <a:pt x="8940228" y="1752599"/>
                </a:cubicBezTo>
                <a:cubicBezTo>
                  <a:pt x="8725832" y="1805729"/>
                  <a:pt x="8537313" y="1696811"/>
                  <a:pt x="8250705" y="1752599"/>
                </a:cubicBezTo>
                <a:cubicBezTo>
                  <a:pt x="7964097" y="1808387"/>
                  <a:pt x="7955281" y="1738518"/>
                  <a:pt x="7861743" y="1752599"/>
                </a:cubicBezTo>
                <a:cubicBezTo>
                  <a:pt x="7768205" y="1766680"/>
                  <a:pt x="7539276" y="1745525"/>
                  <a:pt x="7372594" y="1752599"/>
                </a:cubicBezTo>
                <a:cubicBezTo>
                  <a:pt x="7205912" y="1759673"/>
                  <a:pt x="7067645" y="1734980"/>
                  <a:pt x="6983632" y="1752599"/>
                </a:cubicBezTo>
                <a:cubicBezTo>
                  <a:pt x="6899619" y="1770218"/>
                  <a:pt x="6682364" y="1724878"/>
                  <a:pt x="6494483" y="1752599"/>
                </a:cubicBezTo>
                <a:cubicBezTo>
                  <a:pt x="6306602" y="1780320"/>
                  <a:pt x="6116031" y="1697281"/>
                  <a:pt x="5804960" y="1752599"/>
                </a:cubicBezTo>
                <a:cubicBezTo>
                  <a:pt x="5493889" y="1807917"/>
                  <a:pt x="5504566" y="1729074"/>
                  <a:pt x="5315811" y="1752599"/>
                </a:cubicBezTo>
                <a:cubicBezTo>
                  <a:pt x="5127056" y="1776124"/>
                  <a:pt x="4942403" y="1679725"/>
                  <a:pt x="4626288" y="1752599"/>
                </a:cubicBezTo>
                <a:cubicBezTo>
                  <a:pt x="4310173" y="1825473"/>
                  <a:pt x="4181694" y="1703664"/>
                  <a:pt x="3936765" y="1752599"/>
                </a:cubicBezTo>
                <a:cubicBezTo>
                  <a:pt x="3691836" y="1801534"/>
                  <a:pt x="3533258" y="1675051"/>
                  <a:pt x="3247242" y="1752599"/>
                </a:cubicBezTo>
                <a:cubicBezTo>
                  <a:pt x="2961226" y="1830147"/>
                  <a:pt x="2815493" y="1685184"/>
                  <a:pt x="2657906" y="1752599"/>
                </a:cubicBezTo>
                <a:cubicBezTo>
                  <a:pt x="2500319" y="1820014"/>
                  <a:pt x="2361766" y="1718114"/>
                  <a:pt x="2168757" y="1752599"/>
                </a:cubicBezTo>
                <a:cubicBezTo>
                  <a:pt x="1975748" y="1787084"/>
                  <a:pt x="1577253" y="1683029"/>
                  <a:pt x="1379046" y="1752599"/>
                </a:cubicBezTo>
                <a:cubicBezTo>
                  <a:pt x="1180839" y="1822169"/>
                  <a:pt x="838691" y="1730700"/>
                  <a:pt x="589336" y="1752599"/>
                </a:cubicBezTo>
                <a:cubicBezTo>
                  <a:pt x="339981" y="1774498"/>
                  <a:pt x="204111" y="1700303"/>
                  <a:pt x="0" y="1752599"/>
                </a:cubicBezTo>
                <a:cubicBezTo>
                  <a:pt x="-45767" y="1497250"/>
                  <a:pt x="37973" y="1413349"/>
                  <a:pt x="0" y="1220977"/>
                </a:cubicBezTo>
                <a:cubicBezTo>
                  <a:pt x="-37973" y="1028605"/>
                  <a:pt x="12724" y="861796"/>
                  <a:pt x="0" y="654304"/>
                </a:cubicBezTo>
                <a:cubicBezTo>
                  <a:pt x="-12724" y="446812"/>
                  <a:pt x="28709" y="280414"/>
                  <a:pt x="0" y="0"/>
                </a:cubicBezTo>
                <a:close/>
              </a:path>
              <a:path w="10018713" h="1752599" stroke="0" extrusionOk="0">
                <a:moveTo>
                  <a:pt x="0" y="0"/>
                </a:moveTo>
                <a:cubicBezTo>
                  <a:pt x="188519" y="-12511"/>
                  <a:pt x="249408" y="19778"/>
                  <a:pt x="388962" y="0"/>
                </a:cubicBezTo>
                <a:cubicBezTo>
                  <a:pt x="528516" y="-19778"/>
                  <a:pt x="876693" y="77329"/>
                  <a:pt x="1178672" y="0"/>
                </a:cubicBezTo>
                <a:cubicBezTo>
                  <a:pt x="1480651" y="-77329"/>
                  <a:pt x="1480072" y="15421"/>
                  <a:pt x="1768008" y="0"/>
                </a:cubicBezTo>
                <a:cubicBezTo>
                  <a:pt x="2055944" y="-15421"/>
                  <a:pt x="2151533" y="21970"/>
                  <a:pt x="2457531" y="0"/>
                </a:cubicBezTo>
                <a:cubicBezTo>
                  <a:pt x="2763529" y="-21970"/>
                  <a:pt x="2806531" y="24096"/>
                  <a:pt x="2946680" y="0"/>
                </a:cubicBezTo>
                <a:cubicBezTo>
                  <a:pt x="3086829" y="-24096"/>
                  <a:pt x="3405790" y="51743"/>
                  <a:pt x="3536016" y="0"/>
                </a:cubicBezTo>
                <a:cubicBezTo>
                  <a:pt x="3666242" y="-51743"/>
                  <a:pt x="3734907" y="3819"/>
                  <a:pt x="3824791" y="0"/>
                </a:cubicBezTo>
                <a:cubicBezTo>
                  <a:pt x="3914676" y="-3819"/>
                  <a:pt x="4189011" y="50949"/>
                  <a:pt x="4313940" y="0"/>
                </a:cubicBezTo>
                <a:cubicBezTo>
                  <a:pt x="4438869" y="-50949"/>
                  <a:pt x="4893166" y="84280"/>
                  <a:pt x="5103650" y="0"/>
                </a:cubicBezTo>
                <a:cubicBezTo>
                  <a:pt x="5314134" y="-84280"/>
                  <a:pt x="5444281" y="30018"/>
                  <a:pt x="5592799" y="0"/>
                </a:cubicBezTo>
                <a:cubicBezTo>
                  <a:pt x="5741317" y="-30018"/>
                  <a:pt x="5849769" y="247"/>
                  <a:pt x="5981761" y="0"/>
                </a:cubicBezTo>
                <a:cubicBezTo>
                  <a:pt x="6113753" y="-247"/>
                  <a:pt x="6423970" y="51047"/>
                  <a:pt x="6671284" y="0"/>
                </a:cubicBezTo>
                <a:cubicBezTo>
                  <a:pt x="6918598" y="-51047"/>
                  <a:pt x="6903296" y="7707"/>
                  <a:pt x="7060246" y="0"/>
                </a:cubicBezTo>
                <a:cubicBezTo>
                  <a:pt x="7217196" y="-7707"/>
                  <a:pt x="7285276" y="14628"/>
                  <a:pt x="7449208" y="0"/>
                </a:cubicBezTo>
                <a:cubicBezTo>
                  <a:pt x="7613140" y="-14628"/>
                  <a:pt x="7759377" y="29075"/>
                  <a:pt x="7938357" y="0"/>
                </a:cubicBezTo>
                <a:cubicBezTo>
                  <a:pt x="8117337" y="-29075"/>
                  <a:pt x="8538754" y="84213"/>
                  <a:pt x="8728067" y="0"/>
                </a:cubicBezTo>
                <a:cubicBezTo>
                  <a:pt x="8917380" y="-84213"/>
                  <a:pt x="9723842" y="75612"/>
                  <a:pt x="10018713" y="0"/>
                </a:cubicBezTo>
                <a:cubicBezTo>
                  <a:pt x="10070040" y="120334"/>
                  <a:pt x="9972792" y="302262"/>
                  <a:pt x="10018713" y="584200"/>
                </a:cubicBezTo>
                <a:cubicBezTo>
                  <a:pt x="10064634" y="866138"/>
                  <a:pt x="9996571" y="905543"/>
                  <a:pt x="10018713" y="1185925"/>
                </a:cubicBezTo>
                <a:cubicBezTo>
                  <a:pt x="10040855" y="1466307"/>
                  <a:pt x="9988441" y="1489696"/>
                  <a:pt x="10018713" y="1752599"/>
                </a:cubicBezTo>
                <a:cubicBezTo>
                  <a:pt x="9938647" y="1769864"/>
                  <a:pt x="9771618" y="1718874"/>
                  <a:pt x="9629751" y="1752599"/>
                </a:cubicBezTo>
                <a:cubicBezTo>
                  <a:pt x="9487884" y="1786324"/>
                  <a:pt x="9124207" y="1727173"/>
                  <a:pt x="8840041" y="1752599"/>
                </a:cubicBezTo>
                <a:cubicBezTo>
                  <a:pt x="8555875" y="1778025"/>
                  <a:pt x="8536171" y="1749055"/>
                  <a:pt x="8451079" y="1752599"/>
                </a:cubicBezTo>
                <a:cubicBezTo>
                  <a:pt x="8365987" y="1756143"/>
                  <a:pt x="8223694" y="1723183"/>
                  <a:pt x="8162304" y="1752599"/>
                </a:cubicBezTo>
                <a:cubicBezTo>
                  <a:pt x="8100915" y="1782015"/>
                  <a:pt x="7916657" y="1738670"/>
                  <a:pt x="7673155" y="1752599"/>
                </a:cubicBezTo>
                <a:cubicBezTo>
                  <a:pt x="7429653" y="1766528"/>
                  <a:pt x="7319279" y="1734001"/>
                  <a:pt x="7083819" y="1752599"/>
                </a:cubicBezTo>
                <a:cubicBezTo>
                  <a:pt x="6848359" y="1771197"/>
                  <a:pt x="6638396" y="1690918"/>
                  <a:pt x="6494483" y="1752599"/>
                </a:cubicBezTo>
                <a:cubicBezTo>
                  <a:pt x="6350570" y="1814280"/>
                  <a:pt x="6308306" y="1751131"/>
                  <a:pt x="6205709" y="1752599"/>
                </a:cubicBezTo>
                <a:cubicBezTo>
                  <a:pt x="6103112" y="1754067"/>
                  <a:pt x="5988161" y="1743736"/>
                  <a:pt x="5916934" y="1752599"/>
                </a:cubicBezTo>
                <a:cubicBezTo>
                  <a:pt x="5845707" y="1761462"/>
                  <a:pt x="5671429" y="1710103"/>
                  <a:pt x="5527972" y="1752599"/>
                </a:cubicBezTo>
                <a:cubicBezTo>
                  <a:pt x="5384515" y="1795095"/>
                  <a:pt x="5099326" y="1726639"/>
                  <a:pt x="4838449" y="1752599"/>
                </a:cubicBezTo>
                <a:cubicBezTo>
                  <a:pt x="4577572" y="1778559"/>
                  <a:pt x="4284376" y="1718907"/>
                  <a:pt x="4048739" y="1752599"/>
                </a:cubicBezTo>
                <a:cubicBezTo>
                  <a:pt x="3813102" y="1786291"/>
                  <a:pt x="3888648" y="1734961"/>
                  <a:pt x="3759964" y="1752599"/>
                </a:cubicBezTo>
                <a:cubicBezTo>
                  <a:pt x="3631281" y="1770237"/>
                  <a:pt x="3381068" y="1695936"/>
                  <a:pt x="3170628" y="1752599"/>
                </a:cubicBezTo>
                <a:cubicBezTo>
                  <a:pt x="2960188" y="1809262"/>
                  <a:pt x="2943725" y="1742193"/>
                  <a:pt x="2881853" y="1752599"/>
                </a:cubicBezTo>
                <a:cubicBezTo>
                  <a:pt x="2819982" y="1763005"/>
                  <a:pt x="2623309" y="1714503"/>
                  <a:pt x="2492892" y="1752599"/>
                </a:cubicBezTo>
                <a:cubicBezTo>
                  <a:pt x="2362475" y="1790695"/>
                  <a:pt x="2128796" y="1711274"/>
                  <a:pt x="1903555" y="1752599"/>
                </a:cubicBezTo>
                <a:cubicBezTo>
                  <a:pt x="1678314" y="1793924"/>
                  <a:pt x="1675731" y="1728392"/>
                  <a:pt x="1614781" y="1752599"/>
                </a:cubicBezTo>
                <a:cubicBezTo>
                  <a:pt x="1553831" y="1776806"/>
                  <a:pt x="1115052" y="1738812"/>
                  <a:pt x="825070" y="1752599"/>
                </a:cubicBezTo>
                <a:cubicBezTo>
                  <a:pt x="535088" y="1766386"/>
                  <a:pt x="183227" y="1655641"/>
                  <a:pt x="0" y="1752599"/>
                </a:cubicBezTo>
                <a:cubicBezTo>
                  <a:pt x="-52397" y="1562290"/>
                  <a:pt x="49884" y="1340299"/>
                  <a:pt x="0" y="1203451"/>
                </a:cubicBezTo>
                <a:cubicBezTo>
                  <a:pt x="-49884" y="1066603"/>
                  <a:pt x="14890" y="906319"/>
                  <a:pt x="0" y="671830"/>
                </a:cubicBezTo>
                <a:cubicBezTo>
                  <a:pt x="-14890" y="437341"/>
                  <a:pt x="22998" y="311210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2503074544">
                  <ask:type>
                    <ask:lineSketchScribble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r>
              <a:rPr lang="el-GR" sz="5400" b="1" dirty="0"/>
              <a:t>Ας δούμε τι μάθαμε</a:t>
            </a:r>
            <a:r>
              <a:rPr lang="en-GB" sz="5400" b="1" dirty="0"/>
              <a:t> </a:t>
            </a:r>
            <a:r>
              <a:rPr lang="el-GR" sz="5400" b="1" dirty="0"/>
              <a:t>σήμερα</a:t>
            </a:r>
            <a:r>
              <a:rPr lang="en-GB" sz="5400" dirty="0"/>
              <a:t> ✅</a:t>
            </a:r>
            <a:endParaRPr lang="en-GB" sz="5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72ACD8-5255-B88B-6A93-A4ECF891A9CA}"/>
              </a:ext>
            </a:extLst>
          </p:cNvPr>
          <p:cNvSpPr txBox="1"/>
          <p:nvPr/>
        </p:nvSpPr>
        <p:spPr>
          <a:xfrm>
            <a:off x="1613401" y="1962395"/>
            <a:ext cx="10018713" cy="3391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300000"/>
              </a:lnSpc>
              <a:spcBef>
                <a:spcPts val="2400"/>
              </a:spcBef>
              <a:spcAft>
                <a:spcPts val="0"/>
              </a:spcAft>
              <a:buClr>
                <a:srgbClr val="4472C4">
                  <a:lumMod val="75000"/>
                </a:srgbClr>
              </a:buClr>
              <a:buSzPct val="145000"/>
              <a:buFont typeface="+mj-lt"/>
              <a:buAutoNum type="arabicPeriod"/>
              <a:tabLst/>
              <a:defRPr/>
            </a:pPr>
            <a:r>
              <a:rPr kumimoji="0" lang="el-G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Να προσθέτουμε ετικέτες δεδομένων </a:t>
            </a:r>
            <a:r>
              <a:rPr kumimoji="0" lang="el-GR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(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data labels)</a:t>
            </a:r>
            <a:r>
              <a:rPr kumimoji="0" lang="el-GR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  <a:r>
              <a:rPr kumimoji="0" lang="el-G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σε μια γραφική παράσταση.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300000"/>
              </a:lnSpc>
              <a:spcBef>
                <a:spcPts val="2400"/>
              </a:spcBef>
              <a:spcAft>
                <a:spcPts val="600"/>
              </a:spcAft>
              <a:buClr>
                <a:srgbClr val="4472C4">
                  <a:lumMod val="75000"/>
                </a:srgbClr>
              </a:buClr>
              <a:buSzPct val="145000"/>
              <a:buFont typeface="+mj-lt"/>
              <a:buAutoNum type="arabicPeriod" startAt="2"/>
              <a:tabLst/>
              <a:defRPr/>
            </a:pPr>
            <a:endParaRPr lang="en-GB" sz="2000" b="1" dirty="0">
              <a:solidFill>
                <a:prstClr val="black"/>
              </a:solidFill>
              <a:latin typeface="Corbel" panose="020B0503020204020204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300000"/>
              </a:lnSpc>
              <a:spcBef>
                <a:spcPts val="2400"/>
              </a:spcBef>
              <a:spcAft>
                <a:spcPts val="600"/>
              </a:spcAft>
              <a:buClr>
                <a:srgbClr val="4472C4">
                  <a:lumMod val="75000"/>
                </a:srgbClr>
              </a:buClr>
              <a:buSzPct val="145000"/>
              <a:buFont typeface="+mj-lt"/>
              <a:buAutoNum type="arabicPeriod" startAt="2"/>
              <a:tabLst/>
              <a:defRPr/>
            </a:pPr>
            <a:r>
              <a:rPr kumimoji="0" lang="el-G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Να αλλάζουμε το φόντο μιας γραφικής παράστασης.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  <a:endParaRPr kumimoji="0" lang="el-G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21D4727-4AB5-8228-BCE6-5EA885D4BC82}"/>
              </a:ext>
            </a:extLst>
          </p:cNvPr>
          <p:cNvGrpSpPr/>
          <p:nvPr/>
        </p:nvGrpSpPr>
        <p:grpSpPr>
          <a:xfrm>
            <a:off x="2197379" y="2930719"/>
            <a:ext cx="3450386" cy="1766944"/>
            <a:chOff x="3534087" y="1895109"/>
            <a:chExt cx="3607251" cy="357142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46E584C-9D06-AC90-F34D-950A35C18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34087" y="1895109"/>
              <a:ext cx="715183" cy="92671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F5033D5-011F-5FA6-0901-EA8182E626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33606" y="2106647"/>
              <a:ext cx="1145818" cy="264470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ED568B4-5834-B821-F589-B42DAC037F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08232" y="2821825"/>
              <a:ext cx="1633106" cy="2644706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8841464C-565A-B0E8-0F8B-094F697390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5963" y="4221537"/>
            <a:ext cx="4071579" cy="250199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43DEFD-1827-4DEB-9248-54FC6D636CB8}"/>
              </a:ext>
            </a:extLst>
          </p:cNvPr>
          <p:cNvCxnSpPr/>
          <p:nvPr/>
        </p:nvCxnSpPr>
        <p:spPr>
          <a:xfrm>
            <a:off x="11370832" y="3801989"/>
            <a:ext cx="0" cy="83909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45AC3FE-8B9A-74D2-4566-7C80781862F4}"/>
              </a:ext>
            </a:extLst>
          </p:cNvPr>
          <p:cNvGrpSpPr/>
          <p:nvPr/>
        </p:nvGrpSpPr>
        <p:grpSpPr>
          <a:xfrm>
            <a:off x="4866720" y="5521486"/>
            <a:ext cx="2828999" cy="321644"/>
            <a:chOff x="2215660" y="5323107"/>
            <a:chExt cx="2828999" cy="32164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E5DE551-D44A-8EC1-783B-B45DF8CE8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15660" y="5354092"/>
              <a:ext cx="720000" cy="290659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D684F54-A05F-4C02-9AB1-7A812BA1493F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74257" y="5353151"/>
              <a:ext cx="720000" cy="2916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4E40CB8-D8C2-FB4B-E2ED-72C9D46DF88B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24659" y="5326733"/>
              <a:ext cx="720000" cy="31801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B13D987-7B67-5B84-6D57-7A22E4C35122}"/>
                </a:ext>
              </a:extLst>
            </p:cNvPr>
            <p:cNvSpPr txBox="1"/>
            <p:nvPr/>
          </p:nvSpPr>
          <p:spPr>
            <a:xfrm>
              <a:off x="2914257" y="5323107"/>
              <a:ext cx="2907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sym typeface="Wingdings" panose="05000000000000000000" pitchFamily="2" charset="2"/>
                </a:rPr>
                <a:t></a:t>
              </a:r>
              <a:endParaRPr lang="en-GB" sz="1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A890C43-4305-FC5E-6D6F-ACAFE10453BF}"/>
                </a:ext>
              </a:extLst>
            </p:cNvPr>
            <p:cNvSpPr txBox="1"/>
            <p:nvPr/>
          </p:nvSpPr>
          <p:spPr>
            <a:xfrm>
              <a:off x="3995226" y="5323107"/>
              <a:ext cx="2907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sym typeface="Wingdings" panose="05000000000000000000" pitchFamily="2" charset="2"/>
                </a:rPr>
                <a:t></a:t>
              </a:r>
              <a:endParaRPr lang="en-GB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63549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85289-CC93-6B2F-499F-294897699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AE2D-F66D-0B5D-B613-4AB8379E2596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sX0" fmla="*/ 0 w 10018713"/>
              <a:gd name="csY0" fmla="*/ 0 h 1752599"/>
              <a:gd name="csX1" fmla="*/ 789710 w 10018713"/>
              <a:gd name="csY1" fmla="*/ 0 h 1752599"/>
              <a:gd name="csX2" fmla="*/ 1379046 w 10018713"/>
              <a:gd name="csY2" fmla="*/ 0 h 1752599"/>
              <a:gd name="csX3" fmla="*/ 1667821 w 10018713"/>
              <a:gd name="csY3" fmla="*/ 0 h 1752599"/>
              <a:gd name="csX4" fmla="*/ 2056783 w 10018713"/>
              <a:gd name="csY4" fmla="*/ 0 h 1752599"/>
              <a:gd name="csX5" fmla="*/ 2646119 w 10018713"/>
              <a:gd name="csY5" fmla="*/ 0 h 1752599"/>
              <a:gd name="csX6" fmla="*/ 3435829 w 10018713"/>
              <a:gd name="csY6" fmla="*/ 0 h 1752599"/>
              <a:gd name="csX7" fmla="*/ 4125352 w 10018713"/>
              <a:gd name="csY7" fmla="*/ 0 h 1752599"/>
              <a:gd name="csX8" fmla="*/ 4915063 w 10018713"/>
              <a:gd name="csY8" fmla="*/ 0 h 1752599"/>
              <a:gd name="csX9" fmla="*/ 5304025 w 10018713"/>
              <a:gd name="csY9" fmla="*/ 0 h 1752599"/>
              <a:gd name="csX10" fmla="*/ 6093735 w 10018713"/>
              <a:gd name="csY10" fmla="*/ 0 h 1752599"/>
              <a:gd name="csX11" fmla="*/ 6382510 w 10018713"/>
              <a:gd name="csY11" fmla="*/ 0 h 1752599"/>
              <a:gd name="csX12" fmla="*/ 7072033 w 10018713"/>
              <a:gd name="csY12" fmla="*/ 0 h 1752599"/>
              <a:gd name="csX13" fmla="*/ 7861743 w 10018713"/>
              <a:gd name="csY13" fmla="*/ 0 h 1752599"/>
              <a:gd name="csX14" fmla="*/ 8551266 w 10018713"/>
              <a:gd name="csY14" fmla="*/ 0 h 1752599"/>
              <a:gd name="csX15" fmla="*/ 9240789 w 10018713"/>
              <a:gd name="csY15" fmla="*/ 0 h 1752599"/>
              <a:gd name="csX16" fmla="*/ 10018713 w 10018713"/>
              <a:gd name="csY16" fmla="*/ 0 h 1752599"/>
              <a:gd name="csX17" fmla="*/ 10018713 w 10018713"/>
              <a:gd name="csY17" fmla="*/ 566674 h 1752599"/>
              <a:gd name="csX18" fmla="*/ 10018713 w 10018713"/>
              <a:gd name="csY18" fmla="*/ 1168399 h 1752599"/>
              <a:gd name="csX19" fmla="*/ 10018713 w 10018713"/>
              <a:gd name="csY19" fmla="*/ 1752599 h 1752599"/>
              <a:gd name="csX20" fmla="*/ 9429377 w 10018713"/>
              <a:gd name="csY20" fmla="*/ 1752599 h 1752599"/>
              <a:gd name="csX21" fmla="*/ 8940228 w 10018713"/>
              <a:gd name="csY21" fmla="*/ 1752599 h 1752599"/>
              <a:gd name="csX22" fmla="*/ 8250705 w 10018713"/>
              <a:gd name="csY22" fmla="*/ 1752599 h 1752599"/>
              <a:gd name="csX23" fmla="*/ 7861743 w 10018713"/>
              <a:gd name="csY23" fmla="*/ 1752599 h 1752599"/>
              <a:gd name="csX24" fmla="*/ 7372594 w 10018713"/>
              <a:gd name="csY24" fmla="*/ 1752599 h 1752599"/>
              <a:gd name="csX25" fmla="*/ 6983632 w 10018713"/>
              <a:gd name="csY25" fmla="*/ 1752599 h 1752599"/>
              <a:gd name="csX26" fmla="*/ 6494483 w 10018713"/>
              <a:gd name="csY26" fmla="*/ 1752599 h 1752599"/>
              <a:gd name="csX27" fmla="*/ 5804960 w 10018713"/>
              <a:gd name="csY27" fmla="*/ 1752599 h 1752599"/>
              <a:gd name="csX28" fmla="*/ 5315811 w 10018713"/>
              <a:gd name="csY28" fmla="*/ 1752599 h 1752599"/>
              <a:gd name="csX29" fmla="*/ 4626288 w 10018713"/>
              <a:gd name="csY29" fmla="*/ 1752599 h 1752599"/>
              <a:gd name="csX30" fmla="*/ 3936765 w 10018713"/>
              <a:gd name="csY30" fmla="*/ 1752599 h 1752599"/>
              <a:gd name="csX31" fmla="*/ 3247242 w 10018713"/>
              <a:gd name="csY31" fmla="*/ 1752599 h 1752599"/>
              <a:gd name="csX32" fmla="*/ 2657906 w 10018713"/>
              <a:gd name="csY32" fmla="*/ 1752599 h 1752599"/>
              <a:gd name="csX33" fmla="*/ 2168757 w 10018713"/>
              <a:gd name="csY33" fmla="*/ 1752599 h 1752599"/>
              <a:gd name="csX34" fmla="*/ 1379046 w 10018713"/>
              <a:gd name="csY34" fmla="*/ 1752599 h 1752599"/>
              <a:gd name="csX35" fmla="*/ 589336 w 10018713"/>
              <a:gd name="csY35" fmla="*/ 1752599 h 1752599"/>
              <a:gd name="csX36" fmla="*/ 0 w 10018713"/>
              <a:gd name="csY36" fmla="*/ 1752599 h 1752599"/>
              <a:gd name="csX37" fmla="*/ 0 w 10018713"/>
              <a:gd name="csY37" fmla="*/ 1220977 h 1752599"/>
              <a:gd name="csX38" fmla="*/ 0 w 10018713"/>
              <a:gd name="csY38" fmla="*/ 654304 h 1752599"/>
              <a:gd name="csX39" fmla="*/ 0 w 10018713"/>
              <a:gd name="csY39" fmla="*/ 0 h 1752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0018713" h="1752599" fill="none" extrusionOk="0">
                <a:moveTo>
                  <a:pt x="0" y="0"/>
                </a:moveTo>
                <a:cubicBezTo>
                  <a:pt x="198025" y="-76513"/>
                  <a:pt x="510136" y="73577"/>
                  <a:pt x="789710" y="0"/>
                </a:cubicBezTo>
                <a:cubicBezTo>
                  <a:pt x="1069284" y="-73577"/>
                  <a:pt x="1161966" y="65568"/>
                  <a:pt x="1379046" y="0"/>
                </a:cubicBezTo>
                <a:cubicBezTo>
                  <a:pt x="1596126" y="-65568"/>
                  <a:pt x="1564093" y="12986"/>
                  <a:pt x="1667821" y="0"/>
                </a:cubicBezTo>
                <a:cubicBezTo>
                  <a:pt x="1771550" y="-12986"/>
                  <a:pt x="1976249" y="27752"/>
                  <a:pt x="2056783" y="0"/>
                </a:cubicBezTo>
                <a:cubicBezTo>
                  <a:pt x="2137317" y="-27752"/>
                  <a:pt x="2464642" y="3464"/>
                  <a:pt x="2646119" y="0"/>
                </a:cubicBezTo>
                <a:cubicBezTo>
                  <a:pt x="2827596" y="-3464"/>
                  <a:pt x="3091226" y="4258"/>
                  <a:pt x="3435829" y="0"/>
                </a:cubicBezTo>
                <a:cubicBezTo>
                  <a:pt x="3780432" y="-4258"/>
                  <a:pt x="3868141" y="32674"/>
                  <a:pt x="4125352" y="0"/>
                </a:cubicBezTo>
                <a:cubicBezTo>
                  <a:pt x="4382563" y="-32674"/>
                  <a:pt x="4529840" y="23650"/>
                  <a:pt x="4915063" y="0"/>
                </a:cubicBezTo>
                <a:cubicBezTo>
                  <a:pt x="5300286" y="-23650"/>
                  <a:pt x="5144518" y="15470"/>
                  <a:pt x="5304025" y="0"/>
                </a:cubicBezTo>
                <a:cubicBezTo>
                  <a:pt x="5463532" y="-15470"/>
                  <a:pt x="5711640" y="72613"/>
                  <a:pt x="6093735" y="0"/>
                </a:cubicBezTo>
                <a:cubicBezTo>
                  <a:pt x="6475830" y="-72613"/>
                  <a:pt x="6304006" y="15725"/>
                  <a:pt x="6382510" y="0"/>
                </a:cubicBezTo>
                <a:cubicBezTo>
                  <a:pt x="6461014" y="-15725"/>
                  <a:pt x="6746303" y="34621"/>
                  <a:pt x="7072033" y="0"/>
                </a:cubicBezTo>
                <a:cubicBezTo>
                  <a:pt x="7397763" y="-34621"/>
                  <a:pt x="7635483" y="11879"/>
                  <a:pt x="7861743" y="0"/>
                </a:cubicBezTo>
                <a:cubicBezTo>
                  <a:pt x="8088003" y="-11879"/>
                  <a:pt x="8398086" y="1622"/>
                  <a:pt x="8551266" y="0"/>
                </a:cubicBezTo>
                <a:cubicBezTo>
                  <a:pt x="8704446" y="-1622"/>
                  <a:pt x="9093965" y="8917"/>
                  <a:pt x="9240789" y="0"/>
                </a:cubicBezTo>
                <a:cubicBezTo>
                  <a:pt x="9387613" y="-8917"/>
                  <a:pt x="9749869" y="1535"/>
                  <a:pt x="10018713" y="0"/>
                </a:cubicBezTo>
                <a:cubicBezTo>
                  <a:pt x="10046265" y="130852"/>
                  <a:pt x="9955243" y="381927"/>
                  <a:pt x="10018713" y="566674"/>
                </a:cubicBezTo>
                <a:cubicBezTo>
                  <a:pt x="10082183" y="751421"/>
                  <a:pt x="9984053" y="949269"/>
                  <a:pt x="10018713" y="1168399"/>
                </a:cubicBezTo>
                <a:cubicBezTo>
                  <a:pt x="10053373" y="1387530"/>
                  <a:pt x="9965215" y="1596985"/>
                  <a:pt x="10018713" y="1752599"/>
                </a:cubicBezTo>
                <a:cubicBezTo>
                  <a:pt x="9801513" y="1801442"/>
                  <a:pt x="9707021" y="1683734"/>
                  <a:pt x="9429377" y="1752599"/>
                </a:cubicBezTo>
                <a:cubicBezTo>
                  <a:pt x="9151733" y="1821464"/>
                  <a:pt x="9154624" y="1699469"/>
                  <a:pt x="8940228" y="1752599"/>
                </a:cubicBezTo>
                <a:cubicBezTo>
                  <a:pt x="8725832" y="1805729"/>
                  <a:pt x="8537313" y="1696811"/>
                  <a:pt x="8250705" y="1752599"/>
                </a:cubicBezTo>
                <a:cubicBezTo>
                  <a:pt x="7964097" y="1808387"/>
                  <a:pt x="7955281" y="1738518"/>
                  <a:pt x="7861743" y="1752599"/>
                </a:cubicBezTo>
                <a:cubicBezTo>
                  <a:pt x="7768205" y="1766680"/>
                  <a:pt x="7539276" y="1745525"/>
                  <a:pt x="7372594" y="1752599"/>
                </a:cubicBezTo>
                <a:cubicBezTo>
                  <a:pt x="7205912" y="1759673"/>
                  <a:pt x="7067645" y="1734980"/>
                  <a:pt x="6983632" y="1752599"/>
                </a:cubicBezTo>
                <a:cubicBezTo>
                  <a:pt x="6899619" y="1770218"/>
                  <a:pt x="6682364" y="1724878"/>
                  <a:pt x="6494483" y="1752599"/>
                </a:cubicBezTo>
                <a:cubicBezTo>
                  <a:pt x="6306602" y="1780320"/>
                  <a:pt x="6116031" y="1697281"/>
                  <a:pt x="5804960" y="1752599"/>
                </a:cubicBezTo>
                <a:cubicBezTo>
                  <a:pt x="5493889" y="1807917"/>
                  <a:pt x="5504566" y="1729074"/>
                  <a:pt x="5315811" y="1752599"/>
                </a:cubicBezTo>
                <a:cubicBezTo>
                  <a:pt x="5127056" y="1776124"/>
                  <a:pt x="4942403" y="1679725"/>
                  <a:pt x="4626288" y="1752599"/>
                </a:cubicBezTo>
                <a:cubicBezTo>
                  <a:pt x="4310173" y="1825473"/>
                  <a:pt x="4181694" y="1703664"/>
                  <a:pt x="3936765" y="1752599"/>
                </a:cubicBezTo>
                <a:cubicBezTo>
                  <a:pt x="3691836" y="1801534"/>
                  <a:pt x="3533258" y="1675051"/>
                  <a:pt x="3247242" y="1752599"/>
                </a:cubicBezTo>
                <a:cubicBezTo>
                  <a:pt x="2961226" y="1830147"/>
                  <a:pt x="2815493" y="1685184"/>
                  <a:pt x="2657906" y="1752599"/>
                </a:cubicBezTo>
                <a:cubicBezTo>
                  <a:pt x="2500319" y="1820014"/>
                  <a:pt x="2361766" y="1718114"/>
                  <a:pt x="2168757" y="1752599"/>
                </a:cubicBezTo>
                <a:cubicBezTo>
                  <a:pt x="1975748" y="1787084"/>
                  <a:pt x="1577253" y="1683029"/>
                  <a:pt x="1379046" y="1752599"/>
                </a:cubicBezTo>
                <a:cubicBezTo>
                  <a:pt x="1180839" y="1822169"/>
                  <a:pt x="838691" y="1730700"/>
                  <a:pt x="589336" y="1752599"/>
                </a:cubicBezTo>
                <a:cubicBezTo>
                  <a:pt x="339981" y="1774498"/>
                  <a:pt x="204111" y="1700303"/>
                  <a:pt x="0" y="1752599"/>
                </a:cubicBezTo>
                <a:cubicBezTo>
                  <a:pt x="-45767" y="1497250"/>
                  <a:pt x="37973" y="1413349"/>
                  <a:pt x="0" y="1220977"/>
                </a:cubicBezTo>
                <a:cubicBezTo>
                  <a:pt x="-37973" y="1028605"/>
                  <a:pt x="12724" y="861796"/>
                  <a:pt x="0" y="654304"/>
                </a:cubicBezTo>
                <a:cubicBezTo>
                  <a:pt x="-12724" y="446812"/>
                  <a:pt x="28709" y="280414"/>
                  <a:pt x="0" y="0"/>
                </a:cubicBezTo>
                <a:close/>
              </a:path>
              <a:path w="10018713" h="1752599" stroke="0" extrusionOk="0">
                <a:moveTo>
                  <a:pt x="0" y="0"/>
                </a:moveTo>
                <a:cubicBezTo>
                  <a:pt x="188519" y="-12511"/>
                  <a:pt x="249408" y="19778"/>
                  <a:pt x="388962" y="0"/>
                </a:cubicBezTo>
                <a:cubicBezTo>
                  <a:pt x="528516" y="-19778"/>
                  <a:pt x="876693" y="77329"/>
                  <a:pt x="1178672" y="0"/>
                </a:cubicBezTo>
                <a:cubicBezTo>
                  <a:pt x="1480651" y="-77329"/>
                  <a:pt x="1480072" y="15421"/>
                  <a:pt x="1768008" y="0"/>
                </a:cubicBezTo>
                <a:cubicBezTo>
                  <a:pt x="2055944" y="-15421"/>
                  <a:pt x="2151533" y="21970"/>
                  <a:pt x="2457531" y="0"/>
                </a:cubicBezTo>
                <a:cubicBezTo>
                  <a:pt x="2763529" y="-21970"/>
                  <a:pt x="2806531" y="24096"/>
                  <a:pt x="2946680" y="0"/>
                </a:cubicBezTo>
                <a:cubicBezTo>
                  <a:pt x="3086829" y="-24096"/>
                  <a:pt x="3405790" y="51743"/>
                  <a:pt x="3536016" y="0"/>
                </a:cubicBezTo>
                <a:cubicBezTo>
                  <a:pt x="3666242" y="-51743"/>
                  <a:pt x="3734907" y="3819"/>
                  <a:pt x="3824791" y="0"/>
                </a:cubicBezTo>
                <a:cubicBezTo>
                  <a:pt x="3914676" y="-3819"/>
                  <a:pt x="4189011" y="50949"/>
                  <a:pt x="4313940" y="0"/>
                </a:cubicBezTo>
                <a:cubicBezTo>
                  <a:pt x="4438869" y="-50949"/>
                  <a:pt x="4893166" y="84280"/>
                  <a:pt x="5103650" y="0"/>
                </a:cubicBezTo>
                <a:cubicBezTo>
                  <a:pt x="5314134" y="-84280"/>
                  <a:pt x="5444281" y="30018"/>
                  <a:pt x="5592799" y="0"/>
                </a:cubicBezTo>
                <a:cubicBezTo>
                  <a:pt x="5741317" y="-30018"/>
                  <a:pt x="5849769" y="247"/>
                  <a:pt x="5981761" y="0"/>
                </a:cubicBezTo>
                <a:cubicBezTo>
                  <a:pt x="6113753" y="-247"/>
                  <a:pt x="6423970" y="51047"/>
                  <a:pt x="6671284" y="0"/>
                </a:cubicBezTo>
                <a:cubicBezTo>
                  <a:pt x="6918598" y="-51047"/>
                  <a:pt x="6903296" y="7707"/>
                  <a:pt x="7060246" y="0"/>
                </a:cubicBezTo>
                <a:cubicBezTo>
                  <a:pt x="7217196" y="-7707"/>
                  <a:pt x="7285276" y="14628"/>
                  <a:pt x="7449208" y="0"/>
                </a:cubicBezTo>
                <a:cubicBezTo>
                  <a:pt x="7613140" y="-14628"/>
                  <a:pt x="7759377" y="29075"/>
                  <a:pt x="7938357" y="0"/>
                </a:cubicBezTo>
                <a:cubicBezTo>
                  <a:pt x="8117337" y="-29075"/>
                  <a:pt x="8538754" y="84213"/>
                  <a:pt x="8728067" y="0"/>
                </a:cubicBezTo>
                <a:cubicBezTo>
                  <a:pt x="8917380" y="-84213"/>
                  <a:pt x="9723842" y="75612"/>
                  <a:pt x="10018713" y="0"/>
                </a:cubicBezTo>
                <a:cubicBezTo>
                  <a:pt x="10070040" y="120334"/>
                  <a:pt x="9972792" y="302262"/>
                  <a:pt x="10018713" y="584200"/>
                </a:cubicBezTo>
                <a:cubicBezTo>
                  <a:pt x="10064634" y="866138"/>
                  <a:pt x="9996571" y="905543"/>
                  <a:pt x="10018713" y="1185925"/>
                </a:cubicBezTo>
                <a:cubicBezTo>
                  <a:pt x="10040855" y="1466307"/>
                  <a:pt x="9988441" y="1489696"/>
                  <a:pt x="10018713" y="1752599"/>
                </a:cubicBezTo>
                <a:cubicBezTo>
                  <a:pt x="9938647" y="1769864"/>
                  <a:pt x="9771618" y="1718874"/>
                  <a:pt x="9629751" y="1752599"/>
                </a:cubicBezTo>
                <a:cubicBezTo>
                  <a:pt x="9487884" y="1786324"/>
                  <a:pt x="9124207" y="1727173"/>
                  <a:pt x="8840041" y="1752599"/>
                </a:cubicBezTo>
                <a:cubicBezTo>
                  <a:pt x="8555875" y="1778025"/>
                  <a:pt x="8536171" y="1749055"/>
                  <a:pt x="8451079" y="1752599"/>
                </a:cubicBezTo>
                <a:cubicBezTo>
                  <a:pt x="8365987" y="1756143"/>
                  <a:pt x="8223694" y="1723183"/>
                  <a:pt x="8162304" y="1752599"/>
                </a:cubicBezTo>
                <a:cubicBezTo>
                  <a:pt x="8100915" y="1782015"/>
                  <a:pt x="7916657" y="1738670"/>
                  <a:pt x="7673155" y="1752599"/>
                </a:cubicBezTo>
                <a:cubicBezTo>
                  <a:pt x="7429653" y="1766528"/>
                  <a:pt x="7319279" y="1734001"/>
                  <a:pt x="7083819" y="1752599"/>
                </a:cubicBezTo>
                <a:cubicBezTo>
                  <a:pt x="6848359" y="1771197"/>
                  <a:pt x="6638396" y="1690918"/>
                  <a:pt x="6494483" y="1752599"/>
                </a:cubicBezTo>
                <a:cubicBezTo>
                  <a:pt x="6350570" y="1814280"/>
                  <a:pt x="6308306" y="1751131"/>
                  <a:pt x="6205709" y="1752599"/>
                </a:cubicBezTo>
                <a:cubicBezTo>
                  <a:pt x="6103112" y="1754067"/>
                  <a:pt x="5988161" y="1743736"/>
                  <a:pt x="5916934" y="1752599"/>
                </a:cubicBezTo>
                <a:cubicBezTo>
                  <a:pt x="5845707" y="1761462"/>
                  <a:pt x="5671429" y="1710103"/>
                  <a:pt x="5527972" y="1752599"/>
                </a:cubicBezTo>
                <a:cubicBezTo>
                  <a:pt x="5384515" y="1795095"/>
                  <a:pt x="5099326" y="1726639"/>
                  <a:pt x="4838449" y="1752599"/>
                </a:cubicBezTo>
                <a:cubicBezTo>
                  <a:pt x="4577572" y="1778559"/>
                  <a:pt x="4284376" y="1718907"/>
                  <a:pt x="4048739" y="1752599"/>
                </a:cubicBezTo>
                <a:cubicBezTo>
                  <a:pt x="3813102" y="1786291"/>
                  <a:pt x="3888648" y="1734961"/>
                  <a:pt x="3759964" y="1752599"/>
                </a:cubicBezTo>
                <a:cubicBezTo>
                  <a:pt x="3631281" y="1770237"/>
                  <a:pt x="3381068" y="1695936"/>
                  <a:pt x="3170628" y="1752599"/>
                </a:cubicBezTo>
                <a:cubicBezTo>
                  <a:pt x="2960188" y="1809262"/>
                  <a:pt x="2943725" y="1742193"/>
                  <a:pt x="2881853" y="1752599"/>
                </a:cubicBezTo>
                <a:cubicBezTo>
                  <a:pt x="2819982" y="1763005"/>
                  <a:pt x="2623309" y="1714503"/>
                  <a:pt x="2492892" y="1752599"/>
                </a:cubicBezTo>
                <a:cubicBezTo>
                  <a:pt x="2362475" y="1790695"/>
                  <a:pt x="2128796" y="1711274"/>
                  <a:pt x="1903555" y="1752599"/>
                </a:cubicBezTo>
                <a:cubicBezTo>
                  <a:pt x="1678314" y="1793924"/>
                  <a:pt x="1675731" y="1728392"/>
                  <a:pt x="1614781" y="1752599"/>
                </a:cubicBezTo>
                <a:cubicBezTo>
                  <a:pt x="1553831" y="1776806"/>
                  <a:pt x="1115052" y="1738812"/>
                  <a:pt x="825070" y="1752599"/>
                </a:cubicBezTo>
                <a:cubicBezTo>
                  <a:pt x="535088" y="1766386"/>
                  <a:pt x="183227" y="1655641"/>
                  <a:pt x="0" y="1752599"/>
                </a:cubicBezTo>
                <a:cubicBezTo>
                  <a:pt x="-52397" y="1562290"/>
                  <a:pt x="49884" y="1340299"/>
                  <a:pt x="0" y="1203451"/>
                </a:cubicBezTo>
                <a:cubicBezTo>
                  <a:pt x="-49884" y="1066603"/>
                  <a:pt x="14890" y="906319"/>
                  <a:pt x="0" y="671830"/>
                </a:cubicBezTo>
                <a:cubicBezTo>
                  <a:pt x="-14890" y="437341"/>
                  <a:pt x="22998" y="311210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2503074544">
                  <ask:type>
                    <ask:lineSketchScribble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r>
              <a:rPr lang="el-GR" sz="5400" b="1" dirty="0"/>
              <a:t>Ας δούμε τι μάθαμε</a:t>
            </a:r>
            <a:r>
              <a:rPr lang="en-GB" sz="5400" b="1" dirty="0"/>
              <a:t> </a:t>
            </a:r>
            <a:r>
              <a:rPr lang="el-GR" sz="5400" b="1" dirty="0"/>
              <a:t>σήμερα</a:t>
            </a:r>
            <a:r>
              <a:rPr lang="en-GB" sz="5400" dirty="0"/>
              <a:t> ✅</a:t>
            </a:r>
            <a:endParaRPr lang="en-GB" sz="5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7FC696-7E6C-7379-93E9-A55840460987}"/>
              </a:ext>
            </a:extLst>
          </p:cNvPr>
          <p:cNvSpPr txBox="1"/>
          <p:nvPr/>
        </p:nvSpPr>
        <p:spPr>
          <a:xfrm>
            <a:off x="1239983" y="2541064"/>
            <a:ext cx="10263041" cy="123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200000"/>
              </a:lnSpc>
              <a:spcBef>
                <a:spcPts val="2400"/>
              </a:spcBef>
              <a:spcAft>
                <a:spcPts val="600"/>
              </a:spcAft>
              <a:buClr>
                <a:srgbClr val="4472C4">
                  <a:lumMod val="75000"/>
                </a:srgbClr>
              </a:buClr>
              <a:buSzPct val="145000"/>
              <a:buFont typeface="+mj-lt"/>
              <a:buAutoNum type="arabicPeriod" startAt="3"/>
              <a:tabLst/>
              <a:defRPr/>
            </a:pPr>
            <a:r>
              <a:rPr kumimoji="0" lang="el-G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Να αλλάζουμε το </a:t>
            </a:r>
            <a:r>
              <a:rPr kumimoji="0" lang="el-GR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χρώμα</a:t>
            </a:r>
            <a:r>
              <a:rPr kumimoji="0" lang="el-G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των </a:t>
            </a:r>
            <a:r>
              <a:rPr kumimoji="0" lang="el-GR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στηλών</a:t>
            </a:r>
            <a:r>
              <a:rPr kumimoji="0" lang="el-G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/</a:t>
            </a:r>
            <a:r>
              <a:rPr kumimoji="0" lang="el-GR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ράβδων</a:t>
            </a:r>
            <a:r>
              <a:rPr kumimoji="0" lang="el-G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/</a:t>
            </a:r>
            <a:r>
              <a:rPr kumimoji="0" lang="el-GR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γραμμών</a:t>
            </a:r>
            <a:r>
              <a:rPr kumimoji="0" lang="el-G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/</a:t>
            </a:r>
            <a:r>
              <a:rPr kumimoji="0" lang="el-GR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τμημάτων</a:t>
            </a:r>
            <a:r>
              <a:rPr kumimoji="0" lang="el-G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μιας γραφικής παράστασης.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  <a:r>
              <a:rPr kumimoji="0" lang="el-GR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Επιλέγω το τμήμα </a:t>
            </a:r>
            <a:r>
              <a:rPr kumimoji="0" lang="el-G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  <a:sym typeface="Wingdings" panose="05000000000000000000" pitchFamily="2" charset="2"/>
              </a:rPr>
              <a:t>             </a:t>
            </a:r>
            <a:endParaRPr kumimoji="0" lang="el-G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0D3A0B-D63B-A3E8-F1A4-F75886FEA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494" y="3880991"/>
            <a:ext cx="4680000" cy="2484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E91306-3669-5164-5445-54D2A78A9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426" y="3880990"/>
            <a:ext cx="4680000" cy="24881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015DA9-0428-0EA5-4B6C-7D9AB1E72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007" y="3357028"/>
            <a:ext cx="615671" cy="3836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C0DF502-6FB7-2A4C-4F8C-79A5FEB057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501" y="3357027"/>
            <a:ext cx="1246594" cy="311649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CD2C5D5-50E7-2790-2BC6-16B4E7D13106}"/>
              </a:ext>
            </a:extLst>
          </p:cNvPr>
          <p:cNvCxnSpPr>
            <a:cxnSpLocks/>
          </p:cNvCxnSpPr>
          <p:nvPr/>
        </p:nvCxnSpPr>
        <p:spPr>
          <a:xfrm>
            <a:off x="1484311" y="4303059"/>
            <a:ext cx="860856" cy="51636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D0F510F-4F4C-D238-7B69-71A816BD606A}"/>
              </a:ext>
            </a:extLst>
          </p:cNvPr>
          <p:cNvCxnSpPr>
            <a:cxnSpLocks/>
          </p:cNvCxnSpPr>
          <p:nvPr/>
        </p:nvCxnSpPr>
        <p:spPr>
          <a:xfrm flipH="1">
            <a:off x="9553705" y="4865592"/>
            <a:ext cx="1096366" cy="55448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09B81A8-EAB1-F78B-AAD4-0285281E4BF3}"/>
              </a:ext>
            </a:extLst>
          </p:cNvPr>
          <p:cNvSpPr txBox="1"/>
          <p:nvPr/>
        </p:nvSpPr>
        <p:spPr>
          <a:xfrm>
            <a:off x="957431" y="4023360"/>
            <a:ext cx="860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900" b="1" dirty="0"/>
              <a:t>Επιλεγμένη στήλη</a:t>
            </a:r>
            <a:endParaRPr lang="en-GB" sz="9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7F6691-CF7A-1959-7AE6-3C6B494873F1}"/>
              </a:ext>
            </a:extLst>
          </p:cNvPr>
          <p:cNvSpPr txBox="1"/>
          <p:nvPr/>
        </p:nvSpPr>
        <p:spPr>
          <a:xfrm>
            <a:off x="10209007" y="4634760"/>
            <a:ext cx="12940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900" b="1" dirty="0"/>
              <a:t>Επιλεγμένο τμήμα</a:t>
            </a:r>
            <a:endParaRPr lang="en-GB" sz="900" b="1" dirty="0"/>
          </a:p>
        </p:txBody>
      </p:sp>
    </p:spTree>
    <p:extLst>
      <p:ext uri="{BB962C8B-B14F-4D97-AF65-F5344CB8AC3E}">
        <p14:creationId xmlns:p14="http://schemas.microsoft.com/office/powerpoint/2010/main" val="2023432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A9CAF-B3B6-9143-7B77-60C161A7D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161" y="212464"/>
            <a:ext cx="10018713" cy="1229061"/>
          </a:xfrm>
          <a:custGeom>
            <a:avLst/>
            <a:gdLst>
              <a:gd name="csX0" fmla="*/ 0 w 10018713"/>
              <a:gd name="csY0" fmla="*/ 0 h 1229061"/>
              <a:gd name="csX1" fmla="*/ 589336 w 10018713"/>
              <a:gd name="csY1" fmla="*/ 0 h 1229061"/>
              <a:gd name="csX2" fmla="*/ 978298 w 10018713"/>
              <a:gd name="csY2" fmla="*/ 0 h 1229061"/>
              <a:gd name="csX3" fmla="*/ 1267073 w 10018713"/>
              <a:gd name="csY3" fmla="*/ 0 h 1229061"/>
              <a:gd name="csX4" fmla="*/ 1956596 w 10018713"/>
              <a:gd name="csY4" fmla="*/ 0 h 1229061"/>
              <a:gd name="csX5" fmla="*/ 2746306 w 10018713"/>
              <a:gd name="csY5" fmla="*/ 0 h 1229061"/>
              <a:gd name="csX6" fmla="*/ 3335642 w 10018713"/>
              <a:gd name="csY6" fmla="*/ 0 h 1229061"/>
              <a:gd name="csX7" fmla="*/ 3924978 w 10018713"/>
              <a:gd name="csY7" fmla="*/ 0 h 1229061"/>
              <a:gd name="csX8" fmla="*/ 4714688 w 10018713"/>
              <a:gd name="csY8" fmla="*/ 0 h 1229061"/>
              <a:gd name="csX9" fmla="*/ 5304025 w 10018713"/>
              <a:gd name="csY9" fmla="*/ 0 h 1229061"/>
              <a:gd name="csX10" fmla="*/ 6093735 w 10018713"/>
              <a:gd name="csY10" fmla="*/ 0 h 1229061"/>
              <a:gd name="csX11" fmla="*/ 6382510 w 10018713"/>
              <a:gd name="csY11" fmla="*/ 0 h 1229061"/>
              <a:gd name="csX12" fmla="*/ 6971846 w 10018713"/>
              <a:gd name="csY12" fmla="*/ 0 h 1229061"/>
              <a:gd name="csX13" fmla="*/ 7661369 w 10018713"/>
              <a:gd name="csY13" fmla="*/ 0 h 1229061"/>
              <a:gd name="csX14" fmla="*/ 8050331 w 10018713"/>
              <a:gd name="csY14" fmla="*/ 0 h 1229061"/>
              <a:gd name="csX15" fmla="*/ 8439292 w 10018713"/>
              <a:gd name="csY15" fmla="*/ 0 h 1229061"/>
              <a:gd name="csX16" fmla="*/ 9028628 w 10018713"/>
              <a:gd name="csY16" fmla="*/ 0 h 1229061"/>
              <a:gd name="csX17" fmla="*/ 10018713 w 10018713"/>
              <a:gd name="csY17" fmla="*/ 0 h 1229061"/>
              <a:gd name="csX18" fmla="*/ 10018713 w 10018713"/>
              <a:gd name="csY18" fmla="*/ 385106 h 1229061"/>
              <a:gd name="csX19" fmla="*/ 10018713 w 10018713"/>
              <a:gd name="csY19" fmla="*/ 819374 h 1229061"/>
              <a:gd name="csX20" fmla="*/ 10018713 w 10018713"/>
              <a:gd name="csY20" fmla="*/ 1229061 h 1229061"/>
              <a:gd name="csX21" fmla="*/ 9329190 w 10018713"/>
              <a:gd name="csY21" fmla="*/ 1229061 h 1229061"/>
              <a:gd name="csX22" fmla="*/ 8840041 w 10018713"/>
              <a:gd name="csY22" fmla="*/ 1229061 h 1229061"/>
              <a:gd name="csX23" fmla="*/ 8250705 w 10018713"/>
              <a:gd name="csY23" fmla="*/ 1229061 h 1229061"/>
              <a:gd name="csX24" fmla="*/ 7460995 w 10018713"/>
              <a:gd name="csY24" fmla="*/ 1229061 h 1229061"/>
              <a:gd name="csX25" fmla="*/ 6871658 w 10018713"/>
              <a:gd name="csY25" fmla="*/ 1229061 h 1229061"/>
              <a:gd name="csX26" fmla="*/ 6081948 w 10018713"/>
              <a:gd name="csY26" fmla="*/ 1229061 h 1229061"/>
              <a:gd name="csX27" fmla="*/ 5492612 w 10018713"/>
              <a:gd name="csY27" fmla="*/ 1229061 h 1229061"/>
              <a:gd name="csX28" fmla="*/ 5203837 w 10018713"/>
              <a:gd name="csY28" fmla="*/ 1229061 h 1229061"/>
              <a:gd name="csX29" fmla="*/ 4714688 w 10018713"/>
              <a:gd name="csY29" fmla="*/ 1229061 h 1229061"/>
              <a:gd name="csX30" fmla="*/ 4125352 w 10018713"/>
              <a:gd name="csY30" fmla="*/ 1229061 h 1229061"/>
              <a:gd name="csX31" fmla="*/ 3335642 w 10018713"/>
              <a:gd name="csY31" fmla="*/ 1229061 h 1229061"/>
              <a:gd name="csX32" fmla="*/ 2946680 w 10018713"/>
              <a:gd name="csY32" fmla="*/ 1229061 h 1229061"/>
              <a:gd name="csX33" fmla="*/ 2457531 w 10018713"/>
              <a:gd name="csY33" fmla="*/ 1229061 h 1229061"/>
              <a:gd name="csX34" fmla="*/ 2068570 w 10018713"/>
              <a:gd name="csY34" fmla="*/ 1229061 h 1229061"/>
              <a:gd name="csX35" fmla="*/ 1379046 w 10018713"/>
              <a:gd name="csY35" fmla="*/ 1229061 h 1229061"/>
              <a:gd name="csX36" fmla="*/ 1090272 w 10018713"/>
              <a:gd name="csY36" fmla="*/ 1229061 h 1229061"/>
              <a:gd name="csX37" fmla="*/ 0 w 10018713"/>
              <a:gd name="csY37" fmla="*/ 1229061 h 1229061"/>
              <a:gd name="csX38" fmla="*/ 0 w 10018713"/>
              <a:gd name="csY38" fmla="*/ 807083 h 1229061"/>
              <a:gd name="csX39" fmla="*/ 0 w 10018713"/>
              <a:gd name="csY39" fmla="*/ 397396 h 1229061"/>
              <a:gd name="csX40" fmla="*/ 0 w 10018713"/>
              <a:gd name="csY40" fmla="*/ 0 h 12290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10018713" h="1229061" fill="none" extrusionOk="0">
                <a:moveTo>
                  <a:pt x="0" y="0"/>
                </a:moveTo>
                <a:cubicBezTo>
                  <a:pt x="190110" y="-20381"/>
                  <a:pt x="358643" y="63755"/>
                  <a:pt x="589336" y="0"/>
                </a:cubicBezTo>
                <a:cubicBezTo>
                  <a:pt x="820029" y="-63755"/>
                  <a:pt x="815946" y="38143"/>
                  <a:pt x="978298" y="0"/>
                </a:cubicBezTo>
                <a:cubicBezTo>
                  <a:pt x="1140650" y="-38143"/>
                  <a:pt x="1208522" y="4812"/>
                  <a:pt x="1267073" y="0"/>
                </a:cubicBezTo>
                <a:cubicBezTo>
                  <a:pt x="1325625" y="-4812"/>
                  <a:pt x="1712440" y="63947"/>
                  <a:pt x="1956596" y="0"/>
                </a:cubicBezTo>
                <a:cubicBezTo>
                  <a:pt x="2200752" y="-63947"/>
                  <a:pt x="2522206" y="55725"/>
                  <a:pt x="2746306" y="0"/>
                </a:cubicBezTo>
                <a:cubicBezTo>
                  <a:pt x="2970406" y="-55725"/>
                  <a:pt x="3201117" y="64021"/>
                  <a:pt x="3335642" y="0"/>
                </a:cubicBezTo>
                <a:cubicBezTo>
                  <a:pt x="3470167" y="-64021"/>
                  <a:pt x="3734980" y="37674"/>
                  <a:pt x="3924978" y="0"/>
                </a:cubicBezTo>
                <a:cubicBezTo>
                  <a:pt x="4114976" y="-37674"/>
                  <a:pt x="4358153" y="21549"/>
                  <a:pt x="4714688" y="0"/>
                </a:cubicBezTo>
                <a:cubicBezTo>
                  <a:pt x="5071223" y="-21549"/>
                  <a:pt x="5158139" y="36382"/>
                  <a:pt x="5304025" y="0"/>
                </a:cubicBezTo>
                <a:cubicBezTo>
                  <a:pt x="5449911" y="-36382"/>
                  <a:pt x="5928951" y="15461"/>
                  <a:pt x="6093735" y="0"/>
                </a:cubicBezTo>
                <a:cubicBezTo>
                  <a:pt x="6258519" y="-15461"/>
                  <a:pt x="6252411" y="14517"/>
                  <a:pt x="6382510" y="0"/>
                </a:cubicBezTo>
                <a:cubicBezTo>
                  <a:pt x="6512609" y="-14517"/>
                  <a:pt x="6712705" y="45564"/>
                  <a:pt x="6971846" y="0"/>
                </a:cubicBezTo>
                <a:cubicBezTo>
                  <a:pt x="7230987" y="-45564"/>
                  <a:pt x="7333850" y="62830"/>
                  <a:pt x="7661369" y="0"/>
                </a:cubicBezTo>
                <a:cubicBezTo>
                  <a:pt x="7988888" y="-62830"/>
                  <a:pt x="7969909" y="17894"/>
                  <a:pt x="8050331" y="0"/>
                </a:cubicBezTo>
                <a:cubicBezTo>
                  <a:pt x="8130753" y="-17894"/>
                  <a:pt x="8345176" y="4720"/>
                  <a:pt x="8439292" y="0"/>
                </a:cubicBezTo>
                <a:cubicBezTo>
                  <a:pt x="8533408" y="-4720"/>
                  <a:pt x="8865026" y="69321"/>
                  <a:pt x="9028628" y="0"/>
                </a:cubicBezTo>
                <a:cubicBezTo>
                  <a:pt x="9192230" y="-69321"/>
                  <a:pt x="9722391" y="117104"/>
                  <a:pt x="10018713" y="0"/>
                </a:cubicBezTo>
                <a:cubicBezTo>
                  <a:pt x="10027113" y="93891"/>
                  <a:pt x="9998338" y="249188"/>
                  <a:pt x="10018713" y="385106"/>
                </a:cubicBezTo>
                <a:cubicBezTo>
                  <a:pt x="10039088" y="521024"/>
                  <a:pt x="9985528" y="688196"/>
                  <a:pt x="10018713" y="819374"/>
                </a:cubicBezTo>
                <a:cubicBezTo>
                  <a:pt x="10051898" y="950552"/>
                  <a:pt x="9987346" y="1044303"/>
                  <a:pt x="10018713" y="1229061"/>
                </a:cubicBezTo>
                <a:cubicBezTo>
                  <a:pt x="9832771" y="1263259"/>
                  <a:pt x="9501601" y="1191320"/>
                  <a:pt x="9329190" y="1229061"/>
                </a:cubicBezTo>
                <a:cubicBezTo>
                  <a:pt x="9156779" y="1266802"/>
                  <a:pt x="8939606" y="1205610"/>
                  <a:pt x="8840041" y="1229061"/>
                </a:cubicBezTo>
                <a:cubicBezTo>
                  <a:pt x="8740476" y="1252512"/>
                  <a:pt x="8443730" y="1179072"/>
                  <a:pt x="8250705" y="1229061"/>
                </a:cubicBezTo>
                <a:cubicBezTo>
                  <a:pt x="8057680" y="1279050"/>
                  <a:pt x="7798127" y="1174833"/>
                  <a:pt x="7460995" y="1229061"/>
                </a:cubicBezTo>
                <a:cubicBezTo>
                  <a:pt x="7123863" y="1283289"/>
                  <a:pt x="7156063" y="1198415"/>
                  <a:pt x="6871658" y="1229061"/>
                </a:cubicBezTo>
                <a:cubicBezTo>
                  <a:pt x="6587253" y="1259707"/>
                  <a:pt x="6286128" y="1161726"/>
                  <a:pt x="6081948" y="1229061"/>
                </a:cubicBezTo>
                <a:cubicBezTo>
                  <a:pt x="5877768" y="1296396"/>
                  <a:pt x="5696215" y="1173122"/>
                  <a:pt x="5492612" y="1229061"/>
                </a:cubicBezTo>
                <a:cubicBezTo>
                  <a:pt x="5289009" y="1285000"/>
                  <a:pt x="5312331" y="1218333"/>
                  <a:pt x="5203837" y="1229061"/>
                </a:cubicBezTo>
                <a:cubicBezTo>
                  <a:pt x="5095344" y="1239789"/>
                  <a:pt x="4816863" y="1192305"/>
                  <a:pt x="4714688" y="1229061"/>
                </a:cubicBezTo>
                <a:cubicBezTo>
                  <a:pt x="4612513" y="1265817"/>
                  <a:pt x="4296679" y="1193137"/>
                  <a:pt x="4125352" y="1229061"/>
                </a:cubicBezTo>
                <a:cubicBezTo>
                  <a:pt x="3954025" y="1264985"/>
                  <a:pt x="3682234" y="1146227"/>
                  <a:pt x="3335642" y="1229061"/>
                </a:cubicBezTo>
                <a:cubicBezTo>
                  <a:pt x="2989050" y="1311895"/>
                  <a:pt x="3057591" y="1217664"/>
                  <a:pt x="2946680" y="1229061"/>
                </a:cubicBezTo>
                <a:cubicBezTo>
                  <a:pt x="2835769" y="1240458"/>
                  <a:pt x="2675131" y="1215578"/>
                  <a:pt x="2457531" y="1229061"/>
                </a:cubicBezTo>
                <a:cubicBezTo>
                  <a:pt x="2239931" y="1242544"/>
                  <a:pt x="2231401" y="1207367"/>
                  <a:pt x="2068570" y="1229061"/>
                </a:cubicBezTo>
                <a:cubicBezTo>
                  <a:pt x="1905739" y="1250755"/>
                  <a:pt x="1567288" y="1228201"/>
                  <a:pt x="1379046" y="1229061"/>
                </a:cubicBezTo>
                <a:cubicBezTo>
                  <a:pt x="1190804" y="1229921"/>
                  <a:pt x="1195569" y="1216365"/>
                  <a:pt x="1090272" y="1229061"/>
                </a:cubicBezTo>
                <a:cubicBezTo>
                  <a:pt x="984975" y="1241757"/>
                  <a:pt x="475927" y="1195850"/>
                  <a:pt x="0" y="1229061"/>
                </a:cubicBezTo>
                <a:cubicBezTo>
                  <a:pt x="-16172" y="1032389"/>
                  <a:pt x="37119" y="1013037"/>
                  <a:pt x="0" y="807083"/>
                </a:cubicBezTo>
                <a:cubicBezTo>
                  <a:pt x="-37119" y="601129"/>
                  <a:pt x="33346" y="595038"/>
                  <a:pt x="0" y="397396"/>
                </a:cubicBezTo>
                <a:cubicBezTo>
                  <a:pt x="-33346" y="199754"/>
                  <a:pt x="996" y="116623"/>
                  <a:pt x="0" y="0"/>
                </a:cubicBezTo>
                <a:close/>
              </a:path>
              <a:path w="10018713" h="1229061" stroke="0" extrusionOk="0">
                <a:moveTo>
                  <a:pt x="0" y="0"/>
                </a:moveTo>
                <a:cubicBezTo>
                  <a:pt x="126267" y="-13165"/>
                  <a:pt x="293123" y="41519"/>
                  <a:pt x="489149" y="0"/>
                </a:cubicBezTo>
                <a:cubicBezTo>
                  <a:pt x="685175" y="-41519"/>
                  <a:pt x="757803" y="18096"/>
                  <a:pt x="878111" y="0"/>
                </a:cubicBezTo>
                <a:cubicBezTo>
                  <a:pt x="998419" y="-18096"/>
                  <a:pt x="1146583" y="37878"/>
                  <a:pt x="1267073" y="0"/>
                </a:cubicBezTo>
                <a:cubicBezTo>
                  <a:pt x="1387563" y="-37878"/>
                  <a:pt x="1489587" y="12650"/>
                  <a:pt x="1555847" y="0"/>
                </a:cubicBezTo>
                <a:cubicBezTo>
                  <a:pt x="1622107" y="-12650"/>
                  <a:pt x="1716904" y="22698"/>
                  <a:pt x="1844622" y="0"/>
                </a:cubicBezTo>
                <a:cubicBezTo>
                  <a:pt x="1972341" y="-22698"/>
                  <a:pt x="2162817" y="23201"/>
                  <a:pt x="2433958" y="0"/>
                </a:cubicBezTo>
                <a:cubicBezTo>
                  <a:pt x="2705099" y="-23201"/>
                  <a:pt x="2629755" y="40249"/>
                  <a:pt x="2822920" y="0"/>
                </a:cubicBezTo>
                <a:cubicBezTo>
                  <a:pt x="3016085" y="-40249"/>
                  <a:pt x="3019582" y="22329"/>
                  <a:pt x="3111694" y="0"/>
                </a:cubicBezTo>
                <a:cubicBezTo>
                  <a:pt x="3203806" y="-22329"/>
                  <a:pt x="3468549" y="46572"/>
                  <a:pt x="3600843" y="0"/>
                </a:cubicBezTo>
                <a:cubicBezTo>
                  <a:pt x="3733137" y="-46572"/>
                  <a:pt x="4047591" y="22095"/>
                  <a:pt x="4290367" y="0"/>
                </a:cubicBezTo>
                <a:cubicBezTo>
                  <a:pt x="4533143" y="-22095"/>
                  <a:pt x="4717144" y="29059"/>
                  <a:pt x="4979890" y="0"/>
                </a:cubicBezTo>
                <a:cubicBezTo>
                  <a:pt x="5242636" y="-29059"/>
                  <a:pt x="5213157" y="15902"/>
                  <a:pt x="5368851" y="0"/>
                </a:cubicBezTo>
                <a:cubicBezTo>
                  <a:pt x="5524545" y="-15902"/>
                  <a:pt x="5596507" y="22451"/>
                  <a:pt x="5757813" y="0"/>
                </a:cubicBezTo>
                <a:cubicBezTo>
                  <a:pt x="5919119" y="-22451"/>
                  <a:pt x="5955021" y="3239"/>
                  <a:pt x="6046588" y="0"/>
                </a:cubicBezTo>
                <a:cubicBezTo>
                  <a:pt x="6138155" y="-3239"/>
                  <a:pt x="6506521" y="32139"/>
                  <a:pt x="6836298" y="0"/>
                </a:cubicBezTo>
                <a:cubicBezTo>
                  <a:pt x="7166075" y="-32139"/>
                  <a:pt x="7330269" y="415"/>
                  <a:pt x="7525821" y="0"/>
                </a:cubicBezTo>
                <a:cubicBezTo>
                  <a:pt x="7721373" y="-415"/>
                  <a:pt x="8065530" y="38567"/>
                  <a:pt x="8215345" y="0"/>
                </a:cubicBezTo>
                <a:cubicBezTo>
                  <a:pt x="8365160" y="-38567"/>
                  <a:pt x="8712137" y="54094"/>
                  <a:pt x="9005055" y="0"/>
                </a:cubicBezTo>
                <a:cubicBezTo>
                  <a:pt x="9297973" y="-54094"/>
                  <a:pt x="9264782" y="25596"/>
                  <a:pt x="9394017" y="0"/>
                </a:cubicBezTo>
                <a:cubicBezTo>
                  <a:pt x="9523252" y="-25596"/>
                  <a:pt x="9886448" y="6931"/>
                  <a:pt x="10018713" y="0"/>
                </a:cubicBezTo>
                <a:cubicBezTo>
                  <a:pt x="10047523" y="127015"/>
                  <a:pt x="9973146" y="260822"/>
                  <a:pt x="10018713" y="385106"/>
                </a:cubicBezTo>
                <a:cubicBezTo>
                  <a:pt x="10064280" y="509390"/>
                  <a:pt x="9974499" y="675162"/>
                  <a:pt x="10018713" y="782502"/>
                </a:cubicBezTo>
                <a:cubicBezTo>
                  <a:pt x="10062927" y="889842"/>
                  <a:pt x="9974769" y="1134515"/>
                  <a:pt x="10018713" y="1229061"/>
                </a:cubicBezTo>
                <a:cubicBezTo>
                  <a:pt x="9817780" y="1241613"/>
                  <a:pt x="9572789" y="1206690"/>
                  <a:pt x="9329190" y="1229061"/>
                </a:cubicBezTo>
                <a:cubicBezTo>
                  <a:pt x="9085591" y="1251432"/>
                  <a:pt x="8983882" y="1159697"/>
                  <a:pt x="8739854" y="1229061"/>
                </a:cubicBezTo>
                <a:cubicBezTo>
                  <a:pt x="8495826" y="1298425"/>
                  <a:pt x="8518225" y="1184962"/>
                  <a:pt x="8350892" y="1229061"/>
                </a:cubicBezTo>
                <a:cubicBezTo>
                  <a:pt x="8183559" y="1273160"/>
                  <a:pt x="7955830" y="1211694"/>
                  <a:pt x="7761556" y="1229061"/>
                </a:cubicBezTo>
                <a:cubicBezTo>
                  <a:pt x="7567282" y="1246428"/>
                  <a:pt x="7451187" y="1200710"/>
                  <a:pt x="7372594" y="1229061"/>
                </a:cubicBezTo>
                <a:cubicBezTo>
                  <a:pt x="7294001" y="1257412"/>
                  <a:pt x="6955082" y="1195248"/>
                  <a:pt x="6683071" y="1229061"/>
                </a:cubicBezTo>
                <a:cubicBezTo>
                  <a:pt x="6411060" y="1262874"/>
                  <a:pt x="6258813" y="1158400"/>
                  <a:pt x="5993548" y="1229061"/>
                </a:cubicBezTo>
                <a:cubicBezTo>
                  <a:pt x="5728283" y="1299722"/>
                  <a:pt x="5769892" y="1195440"/>
                  <a:pt x="5704773" y="1229061"/>
                </a:cubicBezTo>
                <a:cubicBezTo>
                  <a:pt x="5639654" y="1262682"/>
                  <a:pt x="5405328" y="1206350"/>
                  <a:pt x="5315811" y="1229061"/>
                </a:cubicBezTo>
                <a:cubicBezTo>
                  <a:pt x="5226294" y="1251772"/>
                  <a:pt x="4931533" y="1223200"/>
                  <a:pt x="4826662" y="1229061"/>
                </a:cubicBezTo>
                <a:cubicBezTo>
                  <a:pt x="4721791" y="1234922"/>
                  <a:pt x="4524631" y="1189392"/>
                  <a:pt x="4437701" y="1229061"/>
                </a:cubicBezTo>
                <a:cubicBezTo>
                  <a:pt x="4350771" y="1268730"/>
                  <a:pt x="4255177" y="1227648"/>
                  <a:pt x="4148926" y="1229061"/>
                </a:cubicBezTo>
                <a:cubicBezTo>
                  <a:pt x="4042675" y="1230474"/>
                  <a:pt x="3823863" y="1220895"/>
                  <a:pt x="3559590" y="1229061"/>
                </a:cubicBezTo>
                <a:cubicBezTo>
                  <a:pt x="3295317" y="1237227"/>
                  <a:pt x="2990466" y="1227201"/>
                  <a:pt x="2769879" y="1229061"/>
                </a:cubicBezTo>
                <a:cubicBezTo>
                  <a:pt x="2549292" y="1230921"/>
                  <a:pt x="2500746" y="1217417"/>
                  <a:pt x="2280731" y="1229061"/>
                </a:cubicBezTo>
                <a:cubicBezTo>
                  <a:pt x="2060716" y="1240705"/>
                  <a:pt x="2129682" y="1225074"/>
                  <a:pt x="1991956" y="1229061"/>
                </a:cubicBezTo>
                <a:cubicBezTo>
                  <a:pt x="1854230" y="1233048"/>
                  <a:pt x="1819684" y="1194437"/>
                  <a:pt x="1703181" y="1229061"/>
                </a:cubicBezTo>
                <a:cubicBezTo>
                  <a:pt x="1586678" y="1263685"/>
                  <a:pt x="1197242" y="1197512"/>
                  <a:pt x="913471" y="1229061"/>
                </a:cubicBezTo>
                <a:cubicBezTo>
                  <a:pt x="629700" y="1260610"/>
                  <a:pt x="257099" y="1178478"/>
                  <a:pt x="0" y="1229061"/>
                </a:cubicBezTo>
                <a:cubicBezTo>
                  <a:pt x="-34968" y="1123005"/>
                  <a:pt x="10041" y="1014828"/>
                  <a:pt x="0" y="807083"/>
                </a:cubicBezTo>
                <a:cubicBezTo>
                  <a:pt x="-10041" y="599338"/>
                  <a:pt x="6170" y="561945"/>
                  <a:pt x="0" y="421978"/>
                </a:cubicBezTo>
                <a:cubicBezTo>
                  <a:pt x="-6170" y="282011"/>
                  <a:pt x="13483" y="114657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33707145">
                  <ask:type>
                    <ask:lineSketchScribble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pPr algn="l"/>
            <a:r>
              <a:rPr lang="en-GB" dirty="0"/>
              <a:t>	</a:t>
            </a:r>
            <a:r>
              <a:rPr lang="el-GR" sz="4900" b="1" dirty="0"/>
              <a:t>ΕΡΩΤΗΣΗ ΣΤΟ </a:t>
            </a:r>
            <a:r>
              <a:rPr lang="en-GB" sz="4900" b="1" dirty="0"/>
              <a:t>MENTIMETER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2DE512-041D-0462-5D1A-B3F0B79FF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639" y="3611880"/>
            <a:ext cx="2276638" cy="23452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4CF35C-1188-7BFE-E9E4-21DA9B34FC31}"/>
              </a:ext>
            </a:extLst>
          </p:cNvPr>
          <p:cNvSpPr txBox="1"/>
          <p:nvPr/>
        </p:nvSpPr>
        <p:spPr>
          <a:xfrm>
            <a:off x="2111756" y="3611880"/>
            <a:ext cx="6601938" cy="234525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ctr">
              <a:buSzPct val="100000"/>
            </a:pPr>
            <a:r>
              <a:rPr lang="el-GR" sz="3200" b="1" u="sng" dirty="0"/>
              <a:t>ΟΔΗΓΙΕΣ:</a:t>
            </a:r>
          </a:p>
          <a:p>
            <a:pPr marL="342900" indent="-342900">
              <a:lnSpc>
                <a:spcPct val="20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ü"/>
            </a:pPr>
            <a:r>
              <a:rPr lang="el-GR" sz="2000" b="1" dirty="0">
                <a:solidFill>
                  <a:srgbClr val="C00000"/>
                </a:solidFill>
              </a:rPr>
              <a:t>Απαντάμε όλοι από τον υπολογιστή μας</a:t>
            </a:r>
          </a:p>
          <a:p>
            <a:pPr marL="342900" indent="-342900">
              <a:lnSpc>
                <a:spcPct val="20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ü"/>
            </a:pPr>
            <a:r>
              <a:rPr lang="el-GR" sz="2000" b="1" dirty="0">
                <a:solidFill>
                  <a:srgbClr val="C00000"/>
                </a:solidFill>
              </a:rPr>
              <a:t>Όταν ολοκληρώσουμε όλοι, προβάλλουμε τις απαντήσεις</a:t>
            </a:r>
            <a:endParaRPr lang="en-GB" sz="2000" b="1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C8F949-F02D-022B-ACEC-9FCE3488C879}"/>
              </a:ext>
            </a:extLst>
          </p:cNvPr>
          <p:cNvSpPr txBox="1"/>
          <p:nvPr/>
        </p:nvSpPr>
        <p:spPr>
          <a:xfrm>
            <a:off x="2111756" y="2016405"/>
            <a:ext cx="9043521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l-GR" sz="2400" b="1" dirty="0">
                <a:solidFill>
                  <a:srgbClr val="FF0000"/>
                </a:solidFill>
              </a:rPr>
              <a:t>Στόχος:</a:t>
            </a:r>
            <a:r>
              <a:rPr lang="en-GB" sz="2400" b="1" dirty="0">
                <a:solidFill>
                  <a:srgbClr val="FF0000"/>
                </a:solidFill>
              </a:rPr>
              <a:t> </a:t>
            </a:r>
            <a:r>
              <a:rPr lang="el-GR" sz="2400" dirty="0"/>
              <a:t>σύντομος </a:t>
            </a:r>
            <a:r>
              <a:rPr lang="el-GR" sz="2400" dirty="0" err="1"/>
              <a:t>αναστοχασμός</a:t>
            </a:r>
            <a:r>
              <a:rPr lang="el-GR" sz="2400" dirty="0"/>
              <a:t> και </a:t>
            </a:r>
            <a:r>
              <a:rPr lang="el-GR" sz="2400" dirty="0" err="1"/>
              <a:t>αυτοαξιολόγηση</a:t>
            </a:r>
            <a:r>
              <a:rPr lang="el-GR" sz="2400" dirty="0"/>
              <a:t> για το σημερινό μάθημα.</a:t>
            </a:r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B6F3F9-0E1E-9C11-09D9-87041F519F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636" y="305248"/>
            <a:ext cx="1565238" cy="10434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1E556E-FD35-551B-982C-02ECB62D0432}"/>
              </a:ext>
            </a:extLst>
          </p:cNvPr>
          <p:cNvSpPr txBox="1"/>
          <p:nvPr/>
        </p:nvSpPr>
        <p:spPr>
          <a:xfrm>
            <a:off x="3635026" y="5999205"/>
            <a:ext cx="39706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5"/>
              </a:rPr>
              <a:t>https://www.menti.com/aluvi89z1med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41116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fbc6dbdfeae58fd1d5f5ecf0dc92f96d2bd9875a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10658</TotalTime>
  <Words>488</Words>
  <Application>Microsoft Office PowerPoint</Application>
  <PresentationFormat>Widescreen</PresentationFormat>
  <Paragraphs>85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Corbel</vt:lpstr>
      <vt:lpstr>Wingdings</vt:lpstr>
      <vt:lpstr>Parallax</vt:lpstr>
      <vt:lpstr>Γραφήματα – Charts (2/2) στο PowerPoint</vt:lpstr>
      <vt:lpstr>📝 Σύντομη Επανάληψη</vt:lpstr>
      <vt:lpstr>Τι αλλαγές βλέπετε στο γράφημα;  Πού τις έχουμε ξανακάνει;</vt:lpstr>
      <vt:lpstr>Στόχοι σημερινού μαθήματος:</vt:lpstr>
      <vt:lpstr>Στόχοι σημερινού μαθήματος:</vt:lpstr>
      <vt:lpstr>Ώρα για συνεργασία 🤝</vt:lpstr>
      <vt:lpstr>PowerPoint Presentation</vt:lpstr>
      <vt:lpstr>Οδηγίες για την Πλατφόρμα Τεχνητής Νοημοσύνης SchoolAI</vt:lpstr>
      <vt:lpstr>PowerPoint Presentation</vt:lpstr>
      <vt:lpstr>PowerPoint Presentation</vt:lpstr>
      <vt:lpstr>Τώρα παίζουμε Kahoot!</vt:lpstr>
      <vt:lpstr>Ας δούμε τι μάθαμε σήμερα ✅</vt:lpstr>
      <vt:lpstr>Ας δούμε τι μάθαμε σήμερα ✅</vt:lpstr>
      <vt:lpstr> ΕΡΩΤΗΣΗ ΣΤΟ MENTIMETER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Elias Papacharalambous</dc:creator>
  <cp:lastModifiedBy>Nikoletta Papacharalampous</cp:lastModifiedBy>
  <cp:revision>175</cp:revision>
  <dcterms:created xsi:type="dcterms:W3CDTF">2026-01-19T11:03:07Z</dcterms:created>
  <dcterms:modified xsi:type="dcterms:W3CDTF">2026-02-23T04:56:24Z</dcterms:modified>
</cp:coreProperties>
</file>