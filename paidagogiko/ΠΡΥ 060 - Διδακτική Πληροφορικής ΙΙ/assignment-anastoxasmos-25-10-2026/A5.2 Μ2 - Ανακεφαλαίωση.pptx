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97164E-F0A3-40D6-BFF4-2DE1A7220EAC}" v="1" dt="2026-10-18T15:00:37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delSld modSld sldOrd">
      <pc:chgData name="Άριστος Αρέστη" userId="813aa191-2d4c-464f-9d05-0a7e494d859f" providerId="ADAL" clId="{49C7B61D-1ACF-4AFF-A04E-A3B433E32474}" dt="2026-10-18T15:06:08.501" v="44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18T15:06:08.501" v="44" actId="47"/>
        <pc:sldMkLst>
          <pc:docMk/>
          <pc:sldMk cId="953027276" sldId="257"/>
        </pc:sldMkLst>
      </pc:sldChg>
      <pc:sldChg chg="modSp del mod">
        <pc:chgData name="Άριστος Αρέστη" userId="813aa191-2d4c-464f-9d05-0a7e494d859f" providerId="ADAL" clId="{49C7B61D-1ACF-4AFF-A04E-A3B433E32474}" dt="2026-10-18T15:06:08.501" v="44" actId="47"/>
        <pc:sldMkLst>
          <pc:docMk/>
          <pc:sldMk cId="1897754464" sldId="258"/>
        </pc:sldMkLst>
        <pc:spChg chg="mod">
          <ac:chgData name="Άριστος Αρέστη" userId="813aa191-2d4c-464f-9d05-0a7e494d859f" providerId="ADAL" clId="{49C7B61D-1ACF-4AFF-A04E-A3B433E32474}" dt="2026-10-18T15:01:48.810" v="13" actId="1076"/>
          <ac:spMkLst>
            <pc:docMk/>
            <pc:sldMk cId="1897754464" sldId="258"/>
            <ac:spMk id="2" creationId="{14139089-2D34-4E11-A362-8EA5BA93392C}"/>
          </ac:spMkLst>
        </pc:spChg>
      </pc:sldChg>
      <pc:sldChg chg="modSp del mod">
        <pc:chgData name="Άριστος Αρέστη" userId="813aa191-2d4c-464f-9d05-0a7e494d859f" providerId="ADAL" clId="{49C7B61D-1ACF-4AFF-A04E-A3B433E32474}" dt="2026-10-18T15:06:08.501" v="44" actId="47"/>
        <pc:sldMkLst>
          <pc:docMk/>
          <pc:sldMk cId="1630400849" sldId="259"/>
        </pc:sldMkLst>
        <pc:spChg chg="mod">
          <ac:chgData name="Άριστος Αρέστη" userId="813aa191-2d4c-464f-9d05-0a7e494d859f" providerId="ADAL" clId="{49C7B61D-1ACF-4AFF-A04E-A3B433E32474}" dt="2026-10-18T15:01:35.573" v="11" actId="14100"/>
          <ac:spMkLst>
            <pc:docMk/>
            <pc:sldMk cId="1630400849" sldId="259"/>
            <ac:spMk id="2" creationId="{98F08E16-E8F0-4DE5-8D25-B0208853E971}"/>
          </ac:spMkLst>
        </pc:spChg>
      </pc:sldChg>
      <pc:sldChg chg="delSp del mod">
        <pc:chgData name="Άριστος Αρέστη" userId="813aa191-2d4c-464f-9d05-0a7e494d859f" providerId="ADAL" clId="{49C7B61D-1ACF-4AFF-A04E-A3B433E32474}" dt="2026-10-18T15:06:08.501" v="44" actId="47"/>
        <pc:sldMkLst>
          <pc:docMk/>
          <pc:sldMk cId="1200177838" sldId="260"/>
        </pc:sldMkLst>
      </pc:sldChg>
      <pc:sldChg chg="addSp delSp modSp add mod ord setBg">
        <pc:chgData name="Άριστος Αρέστη" userId="813aa191-2d4c-464f-9d05-0a7e494d859f" providerId="ADAL" clId="{49C7B61D-1ACF-4AFF-A04E-A3B433E32474}" dt="2026-10-18T15:03:48.652" v="43" actId="113"/>
        <pc:sldMkLst>
          <pc:docMk/>
          <pc:sldMk cId="3462830597" sldId="261"/>
        </pc:sldMkLst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3" creationId="{D76117C9-13F6-6F1F-EF8F-F3FA29C130FC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4" creationId="{9F7E96DA-8A72-2C08-5B2D-D4930C4894BB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6" creationId="{B6573107-9D3D-7EA1-47C6-D1CB7D7A2E01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7" creationId="{90282D3B-1143-437C-A3E4-33693EF728CC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8" creationId="{32A7911D-18B9-428D-9EB2-DEA51FABF65B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9" creationId="{6299DECE-911D-C768-F694-49252EBD3981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0" creationId="{01E1372A-75E8-FF66-E53E-89BF096114CA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1" creationId="{582A9084-19CD-FA17-B5F1-9F8E88957CBD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3" creationId="{319782BC-B81A-C7DF-9559-8E6BA60CA2DB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4" creationId="{5D956769-D21A-8F1D-45C4-4FBC1949DE59}"/>
          </ac:spMkLst>
        </pc:spChg>
        <pc:spChg chg="mod">
          <ac:chgData name="Άριστος Αρέστη" userId="813aa191-2d4c-464f-9d05-0a7e494d859f" providerId="ADAL" clId="{49C7B61D-1ACF-4AFF-A04E-A3B433E32474}" dt="2026-10-18T15:02:53.697" v="17" actId="1076"/>
          <ac:spMkLst>
            <pc:docMk/>
            <pc:sldMk cId="3462830597" sldId="261"/>
            <ac:spMk id="15" creationId="{05737ADB-ED7E-FCE6-B2E4-06A15B7EE9B6}"/>
          </ac:spMkLst>
        </pc:spChg>
        <pc:spChg chg="del">
          <ac:chgData name="Άριστος Αρέστη" userId="813aa191-2d4c-464f-9d05-0a7e494d859f" providerId="ADAL" clId="{49C7B61D-1ACF-4AFF-A04E-A3B433E32474}" dt="2026-10-18T15:00:48.139" v="6" actId="478"/>
          <ac:spMkLst>
            <pc:docMk/>
            <pc:sldMk cId="3462830597" sldId="261"/>
            <ac:spMk id="18" creationId="{16CF929A-3D78-7C98-DE2F-35E7B9104DC8}"/>
          </ac:spMkLst>
        </pc:spChg>
        <pc:spChg chg="add mod">
          <ac:chgData name="Άριστος Αρέστη" userId="813aa191-2d4c-464f-9d05-0a7e494d859f" providerId="ADAL" clId="{49C7B61D-1ACF-4AFF-A04E-A3B433E32474}" dt="2026-10-18T15:02:41.555" v="16" actId="1076"/>
          <ac:spMkLst>
            <pc:docMk/>
            <pc:sldMk cId="3462830597" sldId="261"/>
            <ac:spMk id="20" creationId="{63B4725B-43FD-57D8-66F4-3C7A1D4A8E38}"/>
          </ac:spMkLst>
        </pc:spChg>
        <pc:spChg chg="add mod">
          <ac:chgData name="Άριστος Αρέστη" userId="813aa191-2d4c-464f-9d05-0a7e494d859f" providerId="ADAL" clId="{49C7B61D-1ACF-4AFF-A04E-A3B433E32474}" dt="2026-10-18T15:02:41.555" v="16" actId="1076"/>
          <ac:spMkLst>
            <pc:docMk/>
            <pc:sldMk cId="3462830597" sldId="261"/>
            <ac:spMk id="22" creationId="{AC796165-DE2E-E0B7-62FC-469F61E89D07}"/>
          </ac:spMkLst>
        </pc:spChg>
        <pc:spChg chg="add mod">
          <ac:chgData name="Άριστος Αρέστη" userId="813aa191-2d4c-464f-9d05-0a7e494d859f" providerId="ADAL" clId="{49C7B61D-1ACF-4AFF-A04E-A3B433E32474}" dt="2026-10-18T15:02:41.555" v="16" actId="1076"/>
          <ac:spMkLst>
            <pc:docMk/>
            <pc:sldMk cId="3462830597" sldId="261"/>
            <ac:spMk id="24" creationId="{10610271-3580-F706-6F5D-CA52C9817501}"/>
          </ac:spMkLst>
        </pc:spChg>
        <pc:spChg chg="add mod">
          <ac:chgData name="Άριστος Αρέστη" userId="813aa191-2d4c-464f-9d05-0a7e494d859f" providerId="ADAL" clId="{49C7B61D-1ACF-4AFF-A04E-A3B433E32474}" dt="2026-10-18T15:02:31.529" v="15" actId="1076"/>
          <ac:spMkLst>
            <pc:docMk/>
            <pc:sldMk cId="3462830597" sldId="261"/>
            <ac:spMk id="26" creationId="{D43E7963-FCD1-72DF-56DF-D69525C0F957}"/>
          </ac:spMkLst>
        </pc:spChg>
        <pc:spChg chg="add mod">
          <ac:chgData name="Άριστος Αρέστη" userId="813aa191-2d4c-464f-9d05-0a7e494d859f" providerId="ADAL" clId="{49C7B61D-1ACF-4AFF-A04E-A3B433E32474}" dt="2026-10-18T15:02:31.529" v="15" actId="1076"/>
          <ac:spMkLst>
            <pc:docMk/>
            <pc:sldMk cId="3462830597" sldId="261"/>
            <ac:spMk id="28" creationId="{375C1D5F-AB99-8FDC-2627-B7D6C66CF824}"/>
          </ac:spMkLst>
        </pc:spChg>
        <pc:spChg chg="add mod">
          <ac:chgData name="Άριστος Αρέστη" userId="813aa191-2d4c-464f-9d05-0a7e494d859f" providerId="ADAL" clId="{49C7B61D-1ACF-4AFF-A04E-A3B433E32474}" dt="2026-10-18T15:02:31.529" v="15" actId="1076"/>
          <ac:spMkLst>
            <pc:docMk/>
            <pc:sldMk cId="3462830597" sldId="261"/>
            <ac:spMk id="30" creationId="{CB1A3E3E-AE0B-C8A7-0EC7-5B1315824879}"/>
          </ac:spMkLst>
        </pc:spChg>
        <pc:spChg chg="add mod">
          <ac:chgData name="Άριστος Αρέστη" userId="813aa191-2d4c-464f-9d05-0a7e494d859f" providerId="ADAL" clId="{49C7B61D-1ACF-4AFF-A04E-A3B433E32474}" dt="2026-10-18T15:03:48.652" v="43" actId="113"/>
          <ac:spMkLst>
            <pc:docMk/>
            <pc:sldMk cId="3462830597" sldId="261"/>
            <ac:spMk id="32" creationId="{AE99003B-BA99-7967-34B2-5404BBCE204C}"/>
          </ac:spMkLst>
        </pc:spChg>
        <pc:picChg chg="mod">
          <ac:chgData name="Άριστος Αρέστη" userId="813aa191-2d4c-464f-9d05-0a7e494d859f" providerId="ADAL" clId="{49C7B61D-1ACF-4AFF-A04E-A3B433E32474}" dt="2026-10-18T15:02:57.874" v="18" actId="1076"/>
          <ac:picMkLst>
            <pc:docMk/>
            <pc:sldMk cId="3462830597" sldId="261"/>
            <ac:picMk id="19" creationId="{71A02D2D-1961-F593-70B9-4BCE1D15F9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DA527-7A1E-D851-AEC0-9FC5DA0D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79535-887E-5A18-B26D-A31397B96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21F6B-3797-4C4B-2819-B10BAC2DC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2FA26-BE1E-7ABC-C8F5-7330F5689C6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0433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D239E6-E5ED-44FF-BF78-9986CE9826EE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10CF0-0169-4D96-A128-BA366C65C1D3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905250" cy="3810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Α5.2 Μ2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Δι</a:t>
            </a: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αχείριση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Ηλεκτρονικού</a:t>
            </a:r>
            <a:endParaRPr sz="2925" b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Τα</a:t>
            </a:r>
            <a:r>
              <a:rPr sz="2925" b="0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χυδρομείου</a:t>
            </a:r>
            <a:endParaRPr sz="2925" b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39072-642D-7923-7063-2F4CBBB6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1A02D2D-1961-F593-70B9-4BCE1D15F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5568" y="1028304"/>
            <a:ext cx="3214688" cy="31432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5737ADB-ED7E-FCE6-B2E4-06A15B7EE9B6}"/>
              </a:ext>
            </a:extLst>
          </p:cNvPr>
          <p:cNvSpPr>
            <a:spLocks noGrp="1"/>
          </p:cNvSpPr>
          <p:nvPr/>
        </p:nvSpPr>
        <p:spPr>
          <a:xfrm>
            <a:off x="825500" y="4437857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75" b="0" dirty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Η π</a:t>
            </a:r>
            <a:r>
              <a:rPr sz="1575" b="0" dirty="0" err="1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ροώθηση</a:t>
            </a:r>
            <a:r>
              <a:rPr sz="1575" b="0" dirty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0" dirty="0" err="1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στέλνει</a:t>
            </a:r>
            <a:r>
              <a:rPr sz="1575" b="0" dirty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0" dirty="0" err="1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έν</a:t>
            </a:r>
            <a:r>
              <a:rPr sz="1575" b="0" dirty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α ήδη ληφθέν μήνυμα σε νέο παραλήπτη.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CDA20A-FFC0-B176-3D5A-6AB6F4E981DE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2A75C-6428-832F-5FCF-A66A92581A9B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B4725B-43FD-57D8-66F4-3C7A1D4A8E38}"/>
              </a:ext>
            </a:extLst>
          </p:cNvPr>
          <p:cNvSpPr>
            <a:spLocks noGrp="1"/>
          </p:cNvSpPr>
          <p:nvPr/>
        </p:nvSpPr>
        <p:spPr>
          <a:xfrm>
            <a:off x="6340475" y="684213"/>
            <a:ext cx="5095875" cy="2381250"/>
          </a:xfrm>
          <a:prstGeom prst="roundRect">
            <a:avLst>
              <a:gd name="adj" fmla="val 3200"/>
            </a:avLst>
          </a:prstGeom>
          <a:solidFill>
            <a:srgbClr val="F5F8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796165-DE2E-E0B7-62FC-469F61E89D07}"/>
              </a:ext>
            </a:extLst>
          </p:cNvPr>
          <p:cNvSpPr>
            <a:spLocks noGrp="1"/>
          </p:cNvSpPr>
          <p:nvPr/>
        </p:nvSpPr>
        <p:spPr>
          <a:xfrm>
            <a:off x="6626225" y="950913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Cc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10271-3580-F706-6F5D-CA52C9817501}"/>
              </a:ext>
            </a:extLst>
          </p:cNvPr>
          <p:cNvSpPr>
            <a:spLocks noGrp="1"/>
          </p:cNvSpPr>
          <p:nvPr/>
        </p:nvSpPr>
        <p:spPr>
          <a:xfrm>
            <a:off x="7940675" y="969963"/>
            <a:ext cx="3095625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Οι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παρα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λή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πτες βλέπουν ποιοι άλλοι έλαβαν αντίγραφο του μηνύματος.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43E7963-FCD1-72DF-56DF-D69525C0F957}"/>
              </a:ext>
            </a:extLst>
          </p:cNvPr>
          <p:cNvSpPr>
            <a:spLocks noGrp="1"/>
          </p:cNvSpPr>
          <p:nvPr/>
        </p:nvSpPr>
        <p:spPr>
          <a:xfrm>
            <a:off x="6410325" y="3282950"/>
            <a:ext cx="5095875" cy="2381250"/>
          </a:xfrm>
          <a:prstGeom prst="roundRect">
            <a:avLst>
              <a:gd name="adj" fmla="val 3200"/>
            </a:avLst>
          </a:prstGeom>
          <a:solidFill>
            <a:srgbClr val="F8F5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C1D5F-AB99-8FDC-2627-B7D6C66CF824}"/>
              </a:ext>
            </a:extLst>
          </p:cNvPr>
          <p:cNvSpPr>
            <a:spLocks noGrp="1"/>
          </p:cNvSpPr>
          <p:nvPr/>
        </p:nvSpPr>
        <p:spPr>
          <a:xfrm>
            <a:off x="6696075" y="354965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Bcc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1A3E3E-AE0B-C8A7-0EC7-5B1315824879}"/>
              </a:ext>
            </a:extLst>
          </p:cNvPr>
          <p:cNvSpPr>
            <a:spLocks noGrp="1"/>
          </p:cNvSpPr>
          <p:nvPr/>
        </p:nvSpPr>
        <p:spPr>
          <a:xfrm>
            <a:off x="8029575" y="3568700"/>
            <a:ext cx="3095625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Οι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διευθύνσεις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στο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Bcc παρα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μένουν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κρυφές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από 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τους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υπ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όλοι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πους παραλήπτες.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99003B-BA99-7967-34B2-5404BBCE204C}"/>
              </a:ext>
            </a:extLst>
          </p:cNvPr>
          <p:cNvSpPr>
            <a:spLocks noGrp="1"/>
          </p:cNvSpPr>
          <p:nvPr/>
        </p:nvSpPr>
        <p:spPr>
          <a:xfrm>
            <a:off x="825500" y="276027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lang="en-US" sz="1575" b="1" dirty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FORWARD</a:t>
            </a:r>
            <a:endParaRPr sz="1575" b="1" dirty="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628305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</Words>
  <Application>Microsoft Office PowerPoint</Application>
  <DocSecurity>0</DocSecurity>
  <PresentationFormat>Widescreen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Tahoma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2026-09-12T05:23:28Z</dcterms:created>
  <dcterms:modified xsi:type="dcterms:W3CDTF">2026-10-18T15:06:17Z</dcterms:modified>
</cp:coreProperties>
</file>