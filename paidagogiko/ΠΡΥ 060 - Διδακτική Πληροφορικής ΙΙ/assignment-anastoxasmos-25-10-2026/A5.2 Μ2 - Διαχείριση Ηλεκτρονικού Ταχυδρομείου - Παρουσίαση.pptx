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97164E-F0A3-40D6-BFF4-2DE1A7220EAC}" v="1" dt="2026-10-18T15:00:37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delSld modSld sldOrd">
      <pc:chgData name="Άριστος Αρέστη" userId="813aa191-2d4c-464f-9d05-0a7e494d859f" providerId="ADAL" clId="{49C7B61D-1ACF-4AFF-A04E-A3B433E32474}" dt="2026-10-18T15:06:46.257" v="45" actId="47"/>
      <pc:docMkLst>
        <pc:docMk/>
      </pc:docMkLst>
      <pc:sldChg chg="modSp mod">
        <pc:chgData name="Άριστος Αρέστη" userId="813aa191-2d4c-464f-9d05-0a7e494d859f" providerId="ADAL" clId="{49C7B61D-1ACF-4AFF-A04E-A3B433E32474}" dt="2026-10-18T15:01:48.810" v="13" actId="1076"/>
        <pc:sldMkLst>
          <pc:docMk/>
          <pc:sldMk cId="1897754464" sldId="258"/>
        </pc:sldMkLst>
        <pc:spChg chg="mod">
          <ac:chgData name="Άριστος Αρέστη" userId="813aa191-2d4c-464f-9d05-0a7e494d859f" providerId="ADAL" clId="{49C7B61D-1ACF-4AFF-A04E-A3B433E32474}" dt="2026-10-18T15:01:48.810" v="13" actId="1076"/>
          <ac:spMkLst>
            <pc:docMk/>
            <pc:sldMk cId="1897754464" sldId="258"/>
            <ac:spMk id="2" creationId="{14139089-2D34-4E11-A362-8EA5BA93392C}"/>
          </ac:spMkLst>
        </pc:spChg>
      </pc:sldChg>
      <pc:sldChg chg="modSp mod">
        <pc:chgData name="Άριστος Αρέστη" userId="813aa191-2d4c-464f-9d05-0a7e494d859f" providerId="ADAL" clId="{49C7B61D-1ACF-4AFF-A04E-A3B433E32474}" dt="2026-10-18T15:01:35.573" v="11" actId="14100"/>
        <pc:sldMkLst>
          <pc:docMk/>
          <pc:sldMk cId="1630400849" sldId="259"/>
        </pc:sldMkLst>
        <pc:spChg chg="mod">
          <ac:chgData name="Άριστος Αρέστη" userId="813aa191-2d4c-464f-9d05-0a7e494d859f" providerId="ADAL" clId="{49C7B61D-1ACF-4AFF-A04E-A3B433E32474}" dt="2026-10-18T15:01:35.573" v="11" actId="14100"/>
          <ac:spMkLst>
            <pc:docMk/>
            <pc:sldMk cId="1630400849" sldId="259"/>
            <ac:spMk id="2" creationId="{98F08E16-E8F0-4DE5-8D25-B0208853E971}"/>
          </ac:spMkLst>
        </pc:spChg>
      </pc:sldChg>
      <pc:sldChg chg="delSp del mod">
        <pc:chgData name="Άριστος Αρέστη" userId="813aa191-2d4c-464f-9d05-0a7e494d859f" providerId="ADAL" clId="{49C7B61D-1ACF-4AFF-A04E-A3B433E32474}" dt="2026-10-18T15:06:46.257" v="45" actId="47"/>
        <pc:sldMkLst>
          <pc:docMk/>
          <pc:sldMk cId="1200177838" sldId="260"/>
        </pc:sldMkLst>
      </pc:sldChg>
      <pc:sldChg chg="addSp delSp modSp add del mod ord setBg">
        <pc:chgData name="Άριστος Αρέστη" userId="813aa191-2d4c-464f-9d05-0a7e494d859f" providerId="ADAL" clId="{49C7B61D-1ACF-4AFF-A04E-A3B433E32474}" dt="2026-10-18T15:06:44.394" v="44" actId="47"/>
        <pc:sldMkLst>
          <pc:docMk/>
          <pc:sldMk cId="3462830597" sldId="261"/>
        </pc:sldMkLst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3" creationId="{D76117C9-13F6-6F1F-EF8F-F3FA29C130FC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4" creationId="{9F7E96DA-8A72-2C08-5B2D-D4930C4894BB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6" creationId="{B6573107-9D3D-7EA1-47C6-D1CB7D7A2E01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7" creationId="{90282D3B-1143-437C-A3E4-33693EF728CC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8" creationId="{32A7911D-18B9-428D-9EB2-DEA51FABF65B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9" creationId="{6299DECE-911D-C768-F694-49252EBD3981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0" creationId="{01E1372A-75E8-FF66-E53E-89BF096114CA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1" creationId="{582A9084-19CD-FA17-B5F1-9F8E88957CBD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3" creationId="{319782BC-B81A-C7DF-9559-8E6BA60CA2DB}"/>
          </ac:spMkLst>
        </pc:spChg>
        <pc:spChg chg="del">
          <ac:chgData name="Άριστος Αρέστη" userId="813aa191-2d4c-464f-9d05-0a7e494d859f" providerId="ADAL" clId="{49C7B61D-1ACF-4AFF-A04E-A3B433E32474}" dt="2026-10-18T15:00:53.290" v="7" actId="478"/>
          <ac:spMkLst>
            <pc:docMk/>
            <pc:sldMk cId="3462830597" sldId="261"/>
            <ac:spMk id="14" creationId="{5D956769-D21A-8F1D-45C4-4FBC1949DE59}"/>
          </ac:spMkLst>
        </pc:spChg>
        <pc:spChg chg="mod">
          <ac:chgData name="Άριστος Αρέστη" userId="813aa191-2d4c-464f-9d05-0a7e494d859f" providerId="ADAL" clId="{49C7B61D-1ACF-4AFF-A04E-A3B433E32474}" dt="2026-10-18T15:02:53.697" v="17" actId="1076"/>
          <ac:spMkLst>
            <pc:docMk/>
            <pc:sldMk cId="3462830597" sldId="261"/>
            <ac:spMk id="15" creationId="{05737ADB-ED7E-FCE6-B2E4-06A15B7EE9B6}"/>
          </ac:spMkLst>
        </pc:spChg>
        <pc:spChg chg="del">
          <ac:chgData name="Άριστος Αρέστη" userId="813aa191-2d4c-464f-9d05-0a7e494d859f" providerId="ADAL" clId="{49C7B61D-1ACF-4AFF-A04E-A3B433E32474}" dt="2026-10-18T15:00:48.139" v="6" actId="478"/>
          <ac:spMkLst>
            <pc:docMk/>
            <pc:sldMk cId="3462830597" sldId="261"/>
            <ac:spMk id="18" creationId="{16CF929A-3D78-7C98-DE2F-35E7B9104DC8}"/>
          </ac:spMkLst>
        </pc:spChg>
        <pc:spChg chg="add mod">
          <ac:chgData name="Άριστος Αρέστη" userId="813aa191-2d4c-464f-9d05-0a7e494d859f" providerId="ADAL" clId="{49C7B61D-1ACF-4AFF-A04E-A3B433E32474}" dt="2026-10-18T15:02:41.555" v="16" actId="1076"/>
          <ac:spMkLst>
            <pc:docMk/>
            <pc:sldMk cId="3462830597" sldId="261"/>
            <ac:spMk id="20" creationId="{63B4725B-43FD-57D8-66F4-3C7A1D4A8E38}"/>
          </ac:spMkLst>
        </pc:spChg>
        <pc:spChg chg="add mod">
          <ac:chgData name="Άριστος Αρέστη" userId="813aa191-2d4c-464f-9d05-0a7e494d859f" providerId="ADAL" clId="{49C7B61D-1ACF-4AFF-A04E-A3B433E32474}" dt="2026-10-18T15:02:41.555" v="16" actId="1076"/>
          <ac:spMkLst>
            <pc:docMk/>
            <pc:sldMk cId="3462830597" sldId="261"/>
            <ac:spMk id="22" creationId="{AC796165-DE2E-E0B7-62FC-469F61E89D07}"/>
          </ac:spMkLst>
        </pc:spChg>
        <pc:spChg chg="add mod">
          <ac:chgData name="Άριστος Αρέστη" userId="813aa191-2d4c-464f-9d05-0a7e494d859f" providerId="ADAL" clId="{49C7B61D-1ACF-4AFF-A04E-A3B433E32474}" dt="2026-10-18T15:02:41.555" v="16" actId="1076"/>
          <ac:spMkLst>
            <pc:docMk/>
            <pc:sldMk cId="3462830597" sldId="261"/>
            <ac:spMk id="24" creationId="{10610271-3580-F706-6F5D-CA52C9817501}"/>
          </ac:spMkLst>
        </pc:spChg>
        <pc:spChg chg="add mod">
          <ac:chgData name="Άριστος Αρέστη" userId="813aa191-2d4c-464f-9d05-0a7e494d859f" providerId="ADAL" clId="{49C7B61D-1ACF-4AFF-A04E-A3B433E32474}" dt="2026-10-18T15:02:31.529" v="15" actId="1076"/>
          <ac:spMkLst>
            <pc:docMk/>
            <pc:sldMk cId="3462830597" sldId="261"/>
            <ac:spMk id="26" creationId="{D43E7963-FCD1-72DF-56DF-D69525C0F957}"/>
          </ac:spMkLst>
        </pc:spChg>
        <pc:spChg chg="add mod">
          <ac:chgData name="Άριστος Αρέστη" userId="813aa191-2d4c-464f-9d05-0a7e494d859f" providerId="ADAL" clId="{49C7B61D-1ACF-4AFF-A04E-A3B433E32474}" dt="2026-10-18T15:02:31.529" v="15" actId="1076"/>
          <ac:spMkLst>
            <pc:docMk/>
            <pc:sldMk cId="3462830597" sldId="261"/>
            <ac:spMk id="28" creationId="{375C1D5F-AB99-8FDC-2627-B7D6C66CF824}"/>
          </ac:spMkLst>
        </pc:spChg>
        <pc:spChg chg="add mod">
          <ac:chgData name="Άριστος Αρέστη" userId="813aa191-2d4c-464f-9d05-0a7e494d859f" providerId="ADAL" clId="{49C7B61D-1ACF-4AFF-A04E-A3B433E32474}" dt="2026-10-18T15:02:31.529" v="15" actId="1076"/>
          <ac:spMkLst>
            <pc:docMk/>
            <pc:sldMk cId="3462830597" sldId="261"/>
            <ac:spMk id="30" creationId="{CB1A3E3E-AE0B-C8A7-0EC7-5B1315824879}"/>
          </ac:spMkLst>
        </pc:spChg>
        <pc:spChg chg="add mod">
          <ac:chgData name="Άριστος Αρέστη" userId="813aa191-2d4c-464f-9d05-0a7e494d859f" providerId="ADAL" clId="{49C7B61D-1ACF-4AFF-A04E-A3B433E32474}" dt="2026-10-18T15:03:48.652" v="43" actId="113"/>
          <ac:spMkLst>
            <pc:docMk/>
            <pc:sldMk cId="3462830597" sldId="261"/>
            <ac:spMk id="32" creationId="{AE99003B-BA99-7967-34B2-5404BBCE204C}"/>
          </ac:spMkLst>
        </pc:spChg>
        <pc:picChg chg="mod">
          <ac:chgData name="Άριστος Αρέστη" userId="813aa191-2d4c-464f-9d05-0a7e494d859f" providerId="ADAL" clId="{49C7B61D-1ACF-4AFF-A04E-A3B433E32474}" dt="2026-10-18T15:02:57.874" v="18" actId="1076"/>
          <ac:picMkLst>
            <pc:docMk/>
            <pc:sldMk cId="3462830597" sldId="261"/>
            <ac:picMk id="19" creationId="{71A02D2D-1961-F593-70B9-4BCE1D15F9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D239E6-E5ED-44FF-BF78-9986CE9826EE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510CF0-0169-4D96-A128-BA366C65C1D3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905250" cy="3810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Α5.2 Μ2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Διαχείριση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Ηλεκτρονικού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Ταχυδρομείου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B5D0DC-6015-41D3-B2BD-55CCA0AF9B25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Προώθηση</a:t>
            </a:r>
            <a:r>
              <a:rPr sz="255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255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μηνύμ</a:t>
            </a:r>
            <a:r>
              <a:rPr sz="255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ατος (Forward)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8531" y="1238250"/>
            <a:ext cx="3214688" cy="31432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6B83BF-0321-43A3-971E-6242D5E8B71B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6C8B0-8562-46D0-ABC3-E4F8B1476AE5}"/>
              </a:ext>
            </a:extLst>
          </p:cNvPr>
          <p:cNvSpPr>
            <a:spLocks noGrp="1"/>
          </p:cNvSpPr>
          <p:nvPr/>
        </p:nvSpPr>
        <p:spPr>
          <a:xfrm>
            <a:off x="638175" y="1333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6C57F-4BD1-4688-9ED9-B8E7885DF73A}"/>
              </a:ext>
            </a:extLst>
          </p:cNvPr>
          <p:cNvSpPr>
            <a:spLocks noGrp="1"/>
          </p:cNvSpPr>
          <p:nvPr/>
        </p:nvSpPr>
        <p:spPr>
          <a:xfrm>
            <a:off x="1257300" y="126682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</a:t>
            </a:r>
            <a:r>
              <a:rPr sz="1725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το</a:t>
            </a:r>
            <a:r>
              <a:rPr sz="1725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</a:t>
            </a:r>
            <a:r>
              <a:rPr sz="1725" b="1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μήνυμ</a:t>
            </a:r>
            <a:r>
              <a:rPr sz="1725" b="1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86CDF-B03F-48D5-A756-D7EC66A086CE}"/>
              </a:ext>
            </a:extLst>
          </p:cNvPr>
          <p:cNvSpPr>
            <a:spLocks noGrp="1"/>
          </p:cNvSpPr>
          <p:nvPr/>
        </p:nvSpPr>
        <p:spPr>
          <a:xfrm>
            <a:off x="1257300" y="164782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 dirty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Επ</a:t>
            </a:r>
            <a:r>
              <a:rPr sz="1500" b="0" dirty="0" err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ιλέγουμε</a:t>
            </a:r>
            <a:r>
              <a:rPr sz="1500" b="0" dirty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το</a:t>
            </a:r>
            <a:r>
              <a:rPr sz="1500" b="0" dirty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 </a:t>
            </a:r>
            <a:r>
              <a:rPr sz="1500" b="0" dirty="0" err="1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μήνυμ</a:t>
            </a:r>
            <a:r>
              <a:rPr sz="1500" b="0" dirty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α που θέλουμε να προωθήσουμε.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8D3657-D360-4F86-BD20-5700E6B3D17F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317D7-55C7-413B-8874-00A031643369}"/>
              </a:ext>
            </a:extLst>
          </p:cNvPr>
          <p:cNvSpPr>
            <a:spLocks noGrp="1"/>
          </p:cNvSpPr>
          <p:nvPr/>
        </p:nvSpPr>
        <p:spPr>
          <a:xfrm>
            <a:off x="638175" y="2619375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3B54FC-62B4-4F03-934F-7EED4D95B5B2}"/>
              </a:ext>
            </a:extLst>
          </p:cNvPr>
          <p:cNvSpPr>
            <a:spLocks noGrp="1"/>
          </p:cNvSpPr>
          <p:nvPr/>
        </p:nvSpPr>
        <p:spPr>
          <a:xfrm>
            <a:off x="1257300" y="2552700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Forward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705B1A-1DAA-4DC1-9712-C73A903F6DA0}"/>
              </a:ext>
            </a:extLst>
          </p:cNvPr>
          <p:cNvSpPr>
            <a:spLocks noGrp="1"/>
          </p:cNvSpPr>
          <p:nvPr/>
        </p:nvSpPr>
        <p:spPr>
          <a:xfrm>
            <a:off x="1257300" y="2933700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Το περιεχόμενο του αρχικού μηνύματος παραμένει.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2F8AB0-9477-4CCF-A4FF-7EB3B3AA4EED}"/>
              </a:ext>
            </a:extLst>
          </p:cNvPr>
          <p:cNvSpPr>
            <a:spLocks noGrp="1"/>
          </p:cNvSpPr>
          <p:nvPr/>
        </p:nvSpPr>
        <p:spPr>
          <a:xfrm>
            <a:off x="590550" y="38576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B55E08-71F2-4290-94C7-C02CE9B745A8}"/>
              </a:ext>
            </a:extLst>
          </p:cNvPr>
          <p:cNvSpPr>
            <a:spLocks noGrp="1"/>
          </p:cNvSpPr>
          <p:nvPr/>
        </p:nvSpPr>
        <p:spPr>
          <a:xfrm>
            <a:off x="638175" y="39052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87FE4-23D8-47DB-A4A5-5A3EACE7FDCC}"/>
              </a:ext>
            </a:extLst>
          </p:cNvPr>
          <p:cNvSpPr>
            <a:spLocks noGrp="1"/>
          </p:cNvSpPr>
          <p:nvPr/>
        </p:nvSpPr>
        <p:spPr>
          <a:xfrm>
            <a:off x="1257300" y="383857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Νέος παραλήπτης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DF42BF-A66B-4D94-A7A9-C0489E9BD16A}"/>
              </a:ext>
            </a:extLst>
          </p:cNvPr>
          <p:cNvSpPr>
            <a:spLocks noGrp="1"/>
          </p:cNvSpPr>
          <p:nvPr/>
        </p:nvSpPr>
        <p:spPr>
          <a:xfrm>
            <a:off x="1257300" y="421957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Συμπληρώνουμε το Προς και πατάμε Αποστολή.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D056BA-8D2A-494E-B31D-154A3856F1D2}"/>
              </a:ext>
            </a:extLst>
          </p:cNvPr>
          <p:cNvSpPr>
            <a:spLocks noGrp="1"/>
          </p:cNvSpPr>
          <p:nvPr/>
        </p:nvSpPr>
        <p:spPr>
          <a:xfrm>
            <a:off x="6667500" y="4762500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57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Η προώθηση στέλνει ένα ήδη ληφθέν μήνυμα σε νέο παραλήπτη.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3B3147-DDB6-41A1-ACDD-1994206A5C71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31CC60-1791-4AAD-95E7-0E5775BDC549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027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3ADD9C-9D9B-43C4-8E6F-02E02BCF2E88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Κοινοποίηση (Cc) και κρυφή κοινοποίηση (Bcc)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4139089-2D34-4E11-A362-8EA5BA93392C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5F8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4E812C-23E9-4124-8431-47B74D85B92B}"/>
              </a:ext>
            </a:extLst>
          </p:cNvPr>
          <p:cNvSpPr>
            <a:spLocks noGrp="1"/>
          </p:cNvSpPr>
          <p:nvPr/>
        </p:nvSpPr>
        <p:spPr>
          <a:xfrm>
            <a:off x="876300" y="16002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Cc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3AF2A-D456-48B9-8E9F-07D265C1C7D9}"/>
              </a:ext>
            </a:extLst>
          </p:cNvPr>
          <p:cNvSpPr>
            <a:spLocks noGrp="1"/>
          </p:cNvSpPr>
          <p:nvPr/>
        </p:nvSpPr>
        <p:spPr>
          <a:xfrm>
            <a:off x="2190750" y="1619250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παρα</a:t>
            </a:r>
            <a:r>
              <a:rPr sz="1725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λή</a:t>
            </a:r>
            <a:r>
              <a:rPr sz="1725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πτες βλέπουν ποιοι άλλοι έλαβαν αντίγραφο του μηνύματος.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8F020E-6165-4040-9BEA-7EB1BB870AD7}"/>
              </a:ext>
            </a:extLst>
          </p:cNvPr>
          <p:cNvSpPr>
            <a:spLocks noGrp="1"/>
          </p:cNvSpPr>
          <p:nvPr/>
        </p:nvSpPr>
        <p:spPr>
          <a:xfrm>
            <a:off x="6000750" y="1333500"/>
            <a:ext cx="5095875" cy="2381250"/>
          </a:xfrm>
          <a:prstGeom prst="roundRect">
            <a:avLst>
              <a:gd name="adj" fmla="val 3200"/>
            </a:avLst>
          </a:prstGeom>
          <a:solidFill>
            <a:srgbClr val="F8F5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A73AF6-868F-41D3-B2F0-AFF9FAA8FCDA}"/>
              </a:ext>
            </a:extLst>
          </p:cNvPr>
          <p:cNvSpPr>
            <a:spLocks noGrp="1"/>
          </p:cNvSpPr>
          <p:nvPr/>
        </p:nvSpPr>
        <p:spPr>
          <a:xfrm>
            <a:off x="6286500" y="1600200"/>
            <a:ext cx="1143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5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Bcc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1A61D5-3CCC-4E66-AAC2-46EC2980122C}"/>
              </a:ext>
            </a:extLst>
          </p:cNvPr>
          <p:cNvSpPr>
            <a:spLocks noGrp="1"/>
          </p:cNvSpPr>
          <p:nvPr/>
        </p:nvSpPr>
        <p:spPr>
          <a:xfrm>
            <a:off x="7620000" y="1619250"/>
            <a:ext cx="3095625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725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Οι διευθύνσεις στο Bcc παραμένουν κρυφές από τους υπόλοιπους παραλήπτες.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27587" y="4191000"/>
            <a:ext cx="5536826" cy="128587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985A538-CFCA-4440-AB55-516149FC27BB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B208C0-57DE-44E4-8897-C0B3688C3406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75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4325950-A34B-4A4B-8C51-EF2DD10B3CDC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Ποιο πεδίο χρησιμοποιούμε;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8F08E16-E8F0-4DE5-8D25-B0208853E97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3333750" cy="28575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9525">
            <a:solidFill>
              <a:srgbClr val="DD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2E695C-335E-4600-99C8-2CA1D1B09151}"/>
              </a:ext>
            </a:extLst>
          </p:cNvPr>
          <p:cNvSpPr>
            <a:spLocks noGrp="1"/>
          </p:cNvSpPr>
          <p:nvPr/>
        </p:nvSpPr>
        <p:spPr>
          <a:xfrm>
            <a:off x="590550" y="1524000"/>
            <a:ext cx="3333750" cy="13335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B17EAE-5789-46A8-83BE-12D97E9505BF}"/>
              </a:ext>
            </a:extLst>
          </p:cNvPr>
          <p:cNvSpPr>
            <a:spLocks noGrp="1"/>
          </p:cNvSpPr>
          <p:nvPr/>
        </p:nvSpPr>
        <p:spPr>
          <a:xfrm>
            <a:off x="828675" y="200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F57C2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F57C24"/>
                </a:solidFill>
                <a:latin typeface="Tahoma"/>
                <a:ea typeface="Tahoma"/>
                <a:cs typeface="Tahoma"/>
              </a:rPr>
              <a:t>Προς (To)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8CB56-823F-4F1D-B09D-217AE02777DD}"/>
              </a:ext>
            </a:extLst>
          </p:cNvPr>
          <p:cNvSpPr>
            <a:spLocks noGrp="1"/>
          </p:cNvSpPr>
          <p:nvPr/>
        </p:nvSpPr>
        <p:spPr>
          <a:xfrm>
            <a:off x="923925" y="280987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Κύριος</a:t>
            </a:r>
            <a:r>
              <a:rPr sz="165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 παρα</a:t>
            </a:r>
            <a:r>
              <a:rPr sz="1650" b="0" dirty="0" err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λή</a:t>
            </a:r>
            <a:r>
              <a:rPr sz="1650" b="0" dirty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πτης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0F1EBC-854E-4522-9E84-49B06D54A662}"/>
              </a:ext>
            </a:extLst>
          </p:cNvPr>
          <p:cNvSpPr>
            <a:spLocks noGrp="1"/>
          </p:cNvSpPr>
          <p:nvPr/>
        </p:nvSpPr>
        <p:spPr>
          <a:xfrm>
            <a:off x="4305300" y="1524000"/>
            <a:ext cx="3333750" cy="28575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9525">
            <a:solidFill>
              <a:srgbClr val="DD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359F22-3A15-4288-BDB9-5B3746E06116}"/>
              </a:ext>
            </a:extLst>
          </p:cNvPr>
          <p:cNvSpPr>
            <a:spLocks noGrp="1"/>
          </p:cNvSpPr>
          <p:nvPr/>
        </p:nvSpPr>
        <p:spPr>
          <a:xfrm>
            <a:off x="4305300" y="1524000"/>
            <a:ext cx="3333750" cy="133350"/>
          </a:xfrm>
          <a:prstGeom prst="rect">
            <a:avLst/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19678B-031C-4FA3-84F2-A63792863213}"/>
              </a:ext>
            </a:extLst>
          </p:cNvPr>
          <p:cNvSpPr>
            <a:spLocks noGrp="1"/>
          </p:cNvSpPr>
          <p:nvPr/>
        </p:nvSpPr>
        <p:spPr>
          <a:xfrm>
            <a:off x="4543425" y="200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Cc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BE627A-FD6F-48B5-AAF1-009DC9136DAA}"/>
              </a:ext>
            </a:extLst>
          </p:cNvPr>
          <p:cNvSpPr>
            <a:spLocks noGrp="1"/>
          </p:cNvSpPr>
          <p:nvPr/>
        </p:nvSpPr>
        <p:spPr>
          <a:xfrm>
            <a:off x="4638675" y="280987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Ενημέρωση με ορατούς παραλήπτες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58F4DE-75B2-425A-BF41-D49E6C7A67E1}"/>
              </a:ext>
            </a:extLst>
          </p:cNvPr>
          <p:cNvSpPr>
            <a:spLocks noGrp="1"/>
          </p:cNvSpPr>
          <p:nvPr/>
        </p:nvSpPr>
        <p:spPr>
          <a:xfrm>
            <a:off x="8020050" y="1524000"/>
            <a:ext cx="3333750" cy="28575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9525">
            <a:solidFill>
              <a:srgbClr val="DD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ADE3D4-9C82-482F-B1C8-07AC2C13EA7C}"/>
              </a:ext>
            </a:extLst>
          </p:cNvPr>
          <p:cNvSpPr>
            <a:spLocks noGrp="1"/>
          </p:cNvSpPr>
          <p:nvPr/>
        </p:nvSpPr>
        <p:spPr>
          <a:xfrm>
            <a:off x="8020050" y="1524000"/>
            <a:ext cx="3333750" cy="133350"/>
          </a:xfrm>
          <a:prstGeom prst="rect">
            <a:avLst/>
          </a:prstGeom>
          <a:solidFill>
            <a:srgbClr val="7B4AA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88868D-C1DB-49FD-8F66-49C3D79B3621}"/>
              </a:ext>
            </a:extLst>
          </p:cNvPr>
          <p:cNvSpPr>
            <a:spLocks noGrp="1"/>
          </p:cNvSpPr>
          <p:nvPr/>
        </p:nvSpPr>
        <p:spPr>
          <a:xfrm>
            <a:off x="8258175" y="2000250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250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Bcc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E0DFB-F0D0-49AA-8689-009DD523516E}"/>
              </a:ext>
            </a:extLst>
          </p:cNvPr>
          <p:cNvSpPr>
            <a:spLocks noGrp="1"/>
          </p:cNvSpPr>
          <p:nvPr/>
        </p:nvSpPr>
        <p:spPr>
          <a:xfrm>
            <a:off x="8353425" y="2809875"/>
            <a:ext cx="266700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6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Ενημέρωση χωρίς εμφάνιση των διευθύνσεων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74AC9A-30EF-47BF-B3C5-379EA1142A8F}"/>
              </a:ext>
            </a:extLst>
          </p:cNvPr>
          <p:cNvSpPr>
            <a:spLocks noGrp="1"/>
          </p:cNvSpPr>
          <p:nvPr/>
        </p:nvSpPr>
        <p:spPr>
          <a:xfrm>
            <a:off x="619125" y="5000625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Για μαζική αποστολή χωρίς αποκάλυψη των διευθύνσεων χρησιμοποιούμε Bcc.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FF9F3F-9C16-405D-A284-3266B140E0B6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5ABD84-9A30-48CF-9025-E03581622F0B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4008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189</Words>
  <Application>Microsoft Office PowerPoint</Application>
  <DocSecurity>0</DocSecurity>
  <PresentationFormat>Widescreen</PresentationFormat>
  <Paragraphs>32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2026-09-12T05:23:28Z</dcterms:created>
  <dcterms:modified xsi:type="dcterms:W3CDTF">2026-10-18T15:06:50Z</dcterms:modified>
</cp:coreProperties>
</file>