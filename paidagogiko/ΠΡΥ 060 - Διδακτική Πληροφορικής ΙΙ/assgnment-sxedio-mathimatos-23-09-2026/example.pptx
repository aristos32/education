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addSld delSld modSld">
      <pc:chgData name="Άριστος Αρέστη" userId="813aa191-2d4c-464f-9d05-0a7e494d859f" providerId="ADAL" clId="{49C7B61D-1ACF-4AFF-A04E-A3B433E32474}" dt="2026-10-01T07:44:22.930" v="9" actId="47"/>
      <pc:docMkLst>
        <pc:docMk/>
      </pc:docMkLst>
      <pc:sldChg chg="del mod">
        <pc:chgData name="Άριστος Αρέστη" userId="813aa191-2d4c-464f-9d05-0a7e494d859f" providerId="ADAL" clId="{49C7B61D-1ACF-4AFF-A04E-A3B433E32474}" dt="2026-10-01T07:44:22.930" v="9" actId="47"/>
        <pc:sldMkLst>
          <pc:docMk/>
          <pc:sldMk cId="3399422133" sldId="256"/>
        </pc:sldMkLst>
      </pc:sldChg>
      <pc:sldChg chg="addSp delSp modSp new mod">
        <pc:chgData name="Άριστος Αρέστη" userId="813aa191-2d4c-464f-9d05-0a7e494d859f" providerId="ADAL" clId="{49C7B61D-1ACF-4AFF-A04E-A3B433E32474}" dt="2026-09-28T06:45:24.463" v="6" actId="27918"/>
        <pc:sldMkLst>
          <pc:docMk/>
          <pc:sldMk cId="970086489" sldId="257"/>
        </pc:sldMkLst>
        <pc:graphicFrameChg chg="add mod">
          <ac:chgData name="Άριστος Αρέστη" userId="813aa191-2d4c-464f-9d05-0a7e494d859f" providerId="ADAL" clId="{49C7B61D-1ACF-4AFF-A04E-A3B433E32474}" dt="2026-09-28T06:44:26.334" v="2" actId="1957"/>
          <ac:graphicFrameMkLst>
            <pc:docMk/>
            <pc:sldMk cId="970086489" sldId="257"/>
            <ac:graphicFrameMk id="6" creationId="{063C60F2-4E4E-345F-5876-B3B0121725E5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D3-4807-B16F-13B7CCDAF5D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8D3-4807-B16F-13B7CCDAF5D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8D3-4807-B16F-13B7CCDAF5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32283583"/>
        <c:axId val="344078543"/>
      </c:barChart>
      <c:catAx>
        <c:axId val="18322835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4078543"/>
        <c:crosses val="autoZero"/>
        <c:auto val="1"/>
        <c:lblAlgn val="ctr"/>
        <c:lblOffset val="100"/>
        <c:noMultiLvlLbl val="0"/>
      </c:catAx>
      <c:valAx>
        <c:axId val="3440785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22835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l-G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38B6-020F-4D2A-9354-7AB7F1AC6DEE}" type="datetimeFigureOut">
              <a:rPr lang="el-GR" smtClean="0"/>
              <a:t>1/10/2026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5EE7-3CC3-4AEA-936D-85656E3A49C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38853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38B6-020F-4D2A-9354-7AB7F1AC6DEE}" type="datetimeFigureOut">
              <a:rPr lang="el-GR" smtClean="0"/>
              <a:t>1/10/2026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5EE7-3CC3-4AEA-936D-85656E3A49C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369480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38B6-020F-4D2A-9354-7AB7F1AC6DEE}" type="datetimeFigureOut">
              <a:rPr lang="el-GR" smtClean="0"/>
              <a:t>1/10/2026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5EE7-3CC3-4AEA-936D-85656E3A49C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72542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38B6-020F-4D2A-9354-7AB7F1AC6DEE}" type="datetimeFigureOut">
              <a:rPr lang="el-GR" smtClean="0"/>
              <a:t>1/10/2026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5EE7-3CC3-4AEA-936D-85656E3A49C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5383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38B6-020F-4D2A-9354-7AB7F1AC6DEE}" type="datetimeFigureOut">
              <a:rPr lang="el-GR" smtClean="0"/>
              <a:t>1/10/2026</a:t>
            </a:fld>
            <a:endParaRPr lang="el-G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5EE7-3CC3-4AEA-936D-85656E3A49C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599329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38B6-020F-4D2A-9354-7AB7F1AC6DEE}" type="datetimeFigureOut">
              <a:rPr lang="el-GR" smtClean="0"/>
              <a:t>1/10/2026</a:t>
            </a:fld>
            <a:endParaRPr lang="el-G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5EE7-3CC3-4AEA-936D-85656E3A49C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861481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38B6-020F-4D2A-9354-7AB7F1AC6DEE}" type="datetimeFigureOut">
              <a:rPr lang="el-GR" smtClean="0"/>
              <a:t>1/10/2026</a:t>
            </a:fld>
            <a:endParaRPr lang="el-G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5EE7-3CC3-4AEA-936D-85656E3A49C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86040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38B6-020F-4D2A-9354-7AB7F1AC6DEE}" type="datetimeFigureOut">
              <a:rPr lang="el-GR" smtClean="0"/>
              <a:t>1/10/2026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5EE7-3CC3-4AEA-936D-85656E3A49C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207557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38B6-020F-4D2A-9354-7AB7F1AC6DEE}" type="datetimeFigureOut">
              <a:rPr lang="el-GR" smtClean="0"/>
              <a:t>1/10/2026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5EE7-3CC3-4AEA-936D-85656E3A49C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64224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38B6-020F-4D2A-9354-7AB7F1AC6DEE}" type="datetimeFigureOut">
              <a:rPr lang="el-GR" smtClean="0"/>
              <a:t>1/10/2026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5EE7-3CC3-4AEA-936D-85656E3A49C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45595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38B6-020F-4D2A-9354-7AB7F1AC6DEE}" type="datetimeFigureOut">
              <a:rPr lang="el-GR" smtClean="0"/>
              <a:t>1/10/2026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5EE7-3CC3-4AEA-936D-85656E3A49C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29733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4B38B6-020F-4D2A-9354-7AB7F1AC6DEE}" type="datetimeFigureOut">
              <a:rPr lang="el-GR" smtClean="0"/>
              <a:t>1/10/2026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D5EE7-3CC3-4AEA-936D-85656E3A49C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62493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48BC7-2A5C-54DC-5B99-62D30BB10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63C60F2-4E4E-345F-5876-B3B0121725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592888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70086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Νίκος Στρατής</dc:creator>
  <cp:lastModifiedBy>Άριστος Αρέστη</cp:lastModifiedBy>
  <cp:revision>4</cp:revision>
  <dcterms:created xsi:type="dcterms:W3CDTF">2017-06-19T12:26:48Z</dcterms:created>
  <dcterms:modified xsi:type="dcterms:W3CDTF">2026-10-01T07:44:24Z</dcterms:modified>
</cp:coreProperties>
</file>