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3FFEB-1BE2-4D25-B0A5-9B88178DC670}" v="1" dt="2026-09-28T06:52:08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addSld modSld">
      <pc:chgData name="Άριστος Αρέστη" userId="813aa191-2d4c-464f-9d05-0a7e494d859f" providerId="ADAL" clId="{49C7B61D-1ACF-4AFF-A04E-A3B433E32474}" dt="2026-09-28T06:52:08.986" v="0"/>
      <pc:docMkLst>
        <pc:docMk/>
      </pc:docMkLst>
      <pc:sldChg chg="add">
        <pc:chgData name="Άριστος Αρέστη" userId="813aa191-2d4c-464f-9d05-0a7e494d859f" providerId="ADAL" clId="{49C7B61D-1ACF-4AFF-A04E-A3B433E32474}" dt="2026-09-28T06:52:08.986" v="0"/>
        <pc:sldMkLst>
          <pc:docMk/>
          <pc:sldMk cId="970086489" sldId="26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3-4807-B16F-13B7CCDAF5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3-4807-B16F-13B7CCDAF5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D3-4807-B16F-13B7CCDAF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2283583"/>
        <c:axId val="344078543"/>
      </c:barChart>
      <c:catAx>
        <c:axId val="183228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078543"/>
        <c:crosses val="autoZero"/>
        <c:auto val="1"/>
        <c:lblAlgn val="ctr"/>
        <c:lblOffset val="100"/>
        <c:noMultiLvlLbl val="0"/>
      </c:catAx>
      <c:valAx>
        <c:axId val="34407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2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28-Sep-26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Γραφήματα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01755A-DD79-4354-AD9E-5162E7E47122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γραφήματος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D8001-05DB-41AB-AFA4-E0C083A43AE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Chart.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τύπο, όπως Column, Bar, Line ή Pie, και πατάμε OK.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9987" y="1571625"/>
            <a:ext cx="3936526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ACF608-873D-48EE-AE9A-B9DF5B70C187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Δεδομένα γραφήματος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F74AA-6294-4C73-BE6B-0BF0AC74040C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φύλλο δεδομένων αντικαθιστούμε τις δοκιμαστικές τιμές και επικεφαλίδες.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γράφημα ενημερώνεται αυτόματα.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356757"/>
            <a:ext cx="4191000" cy="214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059449-B3CD-4166-8CAA-669CDE46BC54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Στοιχεία γραφήματος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A91CE-0A1A-4B0E-B184-CC9AED0AFE93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το κουμπί Chart Elements προσθέτουμε τίτλο γραφήματος, τίτλους αξόνων, υπόμνημα και γραμμές πλέγματος.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5648" y="1571625"/>
            <a:ext cx="320520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8C37EA-CFC0-4661-92B1-EA2B83772BA4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τύπου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73F08-2AAF-410E-9429-77C8F5088DD2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Design &gt; Change Chart Type.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νέο τύπο χωρίς να ξαναγράψουμε τα δεδομένα.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278013"/>
            <a:ext cx="4191000" cy="23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0A7FA9-BAA6-4F51-987B-A9B349982AE4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δεδομένων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39D1A-772E-4183-B85A-066B643C3F8B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Design &gt; Edit Data ανοίγει ξανά το φύλλο δεδομένων.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Προσθέτουμε ή αφαιρούμε σειρές και κατηγορίες προσαρμόζοντας την επιλεγμένη περιοχή.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1759360"/>
            <a:ext cx="4191000" cy="333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98B0DA-E7AF-4154-9AD2-C1805C596A9F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4DCBDC-C23B-47A2-9F3E-E6E0CC9B66C9}"/>
              </a:ext>
            </a:extLst>
          </p:cNvPr>
          <p:cNvSpPr>
            <a:spLocks noGrp="1"/>
          </p:cNvSpPr>
          <p:nvPr/>
        </p:nvSpPr>
        <p:spPr>
          <a:xfrm>
            <a:off x="5905500" y="119062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CD89D-BA45-4BF7-9829-B3F5FA5CE90D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83-84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1-10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Ask1.pptx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056C1-FC0E-40DC-A53C-989FDAA45EA8}"/>
              </a:ext>
            </a:extLst>
          </p:cNvPr>
          <p:cNvSpPr>
            <a:spLocks noGrp="1"/>
          </p:cNvSpPr>
          <p:nvPr/>
        </p:nvSpPr>
        <p:spPr>
          <a:xfrm>
            <a:off x="5905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 και βασική επεξεργασία γραφήματος.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354FC8-FE8D-4ECE-9D1D-BC9686365A03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6743CE-74BC-4148-976E-1A91A2846A25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AF3C5-CE18-4126-A366-C92EC0B4EC71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84-85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11-21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Ask2.pptx, Ask3.pptx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06845D-644E-4A1B-938E-3540CF8C3E9D}"/>
              </a:ext>
            </a:extLst>
          </p:cNvPr>
          <p:cNvSpPr>
            <a:spLocks noGrp="1"/>
          </p:cNvSpPr>
          <p:nvPr/>
        </p:nvSpPr>
        <p:spPr>
          <a:xfrm>
            <a:off x="4762500" y="5000625"/>
            <a:ext cx="609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Δημιούργησε τους ζητούμενους τύπους γραφημάτων.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8BC7-2A5C-54DC-5B99-62D30BB1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3C60F2-4E4E-345F-5876-B3B0121725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008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DocSecurity>0</DocSecurity>
  <PresentationFormat>Widescreen</PresentationFormat>
  <Paragraphs>38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Γραφήματα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2026-09-12T06:52:52Z</dcterms:created>
  <dcterms:modified xsi:type="dcterms:W3CDTF">2026-09-28T06:52:10Z</dcterms:modified>
</cp:coreProperties>
</file>