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6F0A7-94EF-4AA6-88E0-A2109FD51B3A}" v="15" dt="2026-10-01T06:48:31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modSld">
      <pc:chgData name="Άριστος Αρέστη" userId="813aa191-2d4c-464f-9d05-0a7e494d859f" providerId="ADAL" clId="{49C7B61D-1ACF-4AFF-A04E-A3B433E32474}" dt="2026-10-01T06:48:31.516" v="54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10-01T06:48:31.516" v="54"/>
        <pc:sldMkLst>
          <pc:docMk/>
          <pc:sldMk cId="3112893433" sldId="257"/>
        </pc:sldMkLst>
        <pc:spChg chg="del">
          <ac:chgData name="Άριστος Αρέστη" userId="813aa191-2d4c-464f-9d05-0a7e494d859f" providerId="ADAL" clId="{49C7B61D-1ACF-4AFF-A04E-A3B433E32474}" dt="2026-10-01T06:34:32.525" v="1" actId="1957"/>
          <ac:spMkLst>
            <pc:docMk/>
            <pc:sldMk cId="3112893433" sldId="257"/>
            <ac:spMk id="5" creationId="{00000000-0000-0000-0000-000000000000}"/>
          </ac:spMkLst>
        </pc:spChg>
        <pc:graphicFrameChg chg="add mod">
          <ac:chgData name="Άριστος Αρέστη" userId="813aa191-2d4c-464f-9d05-0a7e494d859f" providerId="ADAL" clId="{49C7B61D-1ACF-4AFF-A04E-A3B433E32474}" dt="2026-10-01T06:48:31.516" v="54"/>
          <ac:graphicFrameMkLst>
            <pc:docMk/>
            <pc:sldMk cId="3112893433" sldId="257"/>
            <ac:graphicFrameMk id="6" creationId="{A1AD2C74-2F6D-4790-E320-29AE3E72F58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l-GR" dirty="0"/>
              <a:t>Φρούτα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858505458556811E-2"/>
          <c:y val="8.4742899770139671E-2"/>
          <c:w val="0.95812992125984253"/>
          <c:h val="0.710453887976525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μαθητές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μήλα</c:v>
                </c:pt>
                <c:pt idx="1">
                  <c:v>μπανάνες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99-4427-9784-4A322DED00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καθηγητές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μήλα</c:v>
                </c:pt>
                <c:pt idx="1">
                  <c:v>μπανάνες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99-4427-9784-4A322DED00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2788191"/>
        <c:axId val="1314258479"/>
      </c:barChart>
      <c:catAx>
        <c:axId val="1582788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4258479"/>
        <c:crosses val="autoZero"/>
        <c:auto val="1"/>
        <c:lblAlgn val="ctr"/>
        <c:lblOffset val="100"/>
        <c:noMultiLvlLbl val="0"/>
      </c:catAx>
      <c:valAx>
        <c:axId val="1314258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2788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l-GR" dirty="0"/>
              <a:t>Τίτλος Γραφικής Παράστασης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Μήλα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7-4EAC-90B2-2909DA4AD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Μπανάνες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7-4EAC-90B2-2909DA4AD2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Πορτοκάλια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67-4EAC-90B2-2909DA4AD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7530936"/>
        <c:axId val="527524376"/>
      </c:barChart>
      <c:catAx>
        <c:axId val="52753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24376"/>
        <c:crosses val="autoZero"/>
        <c:auto val="1"/>
        <c:lblAlgn val="ctr"/>
        <c:lblOffset val="100"/>
        <c:noMultiLvlLbl val="0"/>
      </c:catAx>
      <c:valAx>
        <c:axId val="527524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30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885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948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7254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3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9932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6148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604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0755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422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559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973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B38B6-020F-4D2A-9354-7AB7F1AC6DEE}" type="datetimeFigureOut">
              <a:rPr lang="el-GR" smtClean="0"/>
              <a:t>1/10/2026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6249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1AD2C74-2F6D-4790-E320-29AE3E72F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0063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12893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372008119"/>
              </p:ext>
            </p:extLst>
          </p:nvPr>
        </p:nvGraphicFramePr>
        <p:xfrm>
          <a:off x="0" y="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9422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Νίκος Στρατής</dc:creator>
  <cp:lastModifiedBy>Άριστος Αρέστη</cp:lastModifiedBy>
  <cp:revision>4</cp:revision>
  <dcterms:created xsi:type="dcterms:W3CDTF">2017-06-19T12:26:48Z</dcterms:created>
  <dcterms:modified xsi:type="dcterms:W3CDTF">2026-10-01T06:48:35Z</dcterms:modified>
</cp:coreProperties>
</file>