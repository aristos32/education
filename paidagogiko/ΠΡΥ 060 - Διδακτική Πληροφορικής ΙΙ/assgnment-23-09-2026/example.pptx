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0D0E6B-FD82-477B-B656-B64205965F2F}" v="1" dt="2026-09-28T06:44:26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addSld modSld">
      <pc:chgData name="Άριστος Αρέστη" userId="813aa191-2d4c-464f-9d05-0a7e494d859f" providerId="ADAL" clId="{49C7B61D-1ACF-4AFF-A04E-A3B433E32474}" dt="2026-09-28T06:45:24.463" v="6" actId="27918"/>
      <pc:docMkLst>
        <pc:docMk/>
      </pc:docMkLst>
      <pc:sldChg chg="addSp delSp modSp new mod">
        <pc:chgData name="Άριστος Αρέστη" userId="813aa191-2d4c-464f-9d05-0a7e494d859f" providerId="ADAL" clId="{49C7B61D-1ACF-4AFF-A04E-A3B433E32474}" dt="2026-09-28T06:45:24.463" v="6" actId="27918"/>
        <pc:sldMkLst>
          <pc:docMk/>
          <pc:sldMk cId="970086489" sldId="257"/>
        </pc:sldMkLst>
        <pc:spChg chg="del">
          <ac:chgData name="Άριστος Αρέστη" userId="813aa191-2d4c-464f-9d05-0a7e494d859f" providerId="ADAL" clId="{49C7B61D-1ACF-4AFF-A04E-A3B433E32474}" dt="2026-09-28T06:44:26.334" v="2" actId="1957"/>
          <ac:spMkLst>
            <pc:docMk/>
            <pc:sldMk cId="970086489" sldId="257"/>
            <ac:spMk id="3" creationId="{45604D31-1663-FF87-FD13-60DEA67B343C}"/>
          </ac:spMkLst>
        </pc:spChg>
        <pc:graphicFrameChg chg="add mod">
          <ac:chgData name="Άριστος Αρέστη" userId="813aa191-2d4c-464f-9d05-0a7e494d859f" providerId="ADAL" clId="{49C7B61D-1ACF-4AFF-A04E-A3B433E32474}" dt="2026-09-28T06:44:26.334" v="2" actId="1957"/>
          <ac:graphicFrameMkLst>
            <pc:docMk/>
            <pc:sldMk cId="970086489" sldId="257"/>
            <ac:graphicFrameMk id="6" creationId="{063C60F2-4E4E-345F-5876-B3B0121725E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dirty="0"/>
              <a:t>Τίτλος Γραφήματος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Ψήφοι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Ανδρέας</c:v>
                </c:pt>
                <c:pt idx="1">
                  <c:v>Ελένη</c:v>
                </c:pt>
                <c:pt idx="2">
                  <c:v>Νικόλ</c:v>
                </c:pt>
                <c:pt idx="3">
                  <c:v>Μάριος</c:v>
                </c:pt>
                <c:pt idx="4">
                  <c:v>Κώστας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16</c:v>
                </c:pt>
                <c:pt idx="2">
                  <c:v>29</c:v>
                </c:pt>
                <c:pt idx="3">
                  <c:v>17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4-42AE-AF30-5CEF7C54C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741008"/>
        <c:axId val="500741664"/>
      </c:barChart>
      <c:catAx>
        <c:axId val="500741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00741664"/>
        <c:crosses val="autoZero"/>
        <c:auto val="1"/>
        <c:lblAlgn val="ctr"/>
        <c:lblOffset val="100"/>
        <c:noMultiLvlLbl val="0"/>
      </c:catAx>
      <c:valAx>
        <c:axId val="50074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0074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3-4807-B16F-13B7CCDAF5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3-4807-B16F-13B7CCDAF5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D3-4807-B16F-13B7CCDAF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2283583"/>
        <c:axId val="344078543"/>
      </c:barChart>
      <c:catAx>
        <c:axId val="183228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078543"/>
        <c:crosses val="autoZero"/>
        <c:auto val="1"/>
        <c:lblAlgn val="ctr"/>
        <c:lblOffset val="100"/>
        <c:noMultiLvlLbl val="0"/>
      </c:catAx>
      <c:valAx>
        <c:axId val="34407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2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88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948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25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3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932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614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604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755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42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559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973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249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261479402"/>
              </p:ext>
            </p:extLst>
          </p:nvPr>
        </p:nvGraphicFramePr>
        <p:xfrm>
          <a:off x="4064000" y="143933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942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8BC7-2A5C-54DC-5B99-62D30BB1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3C60F2-4E4E-345F-5876-B3B012172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9288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008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Νίκος Στρατής</dc:creator>
  <cp:lastModifiedBy>Άριστος Αρέστη</cp:lastModifiedBy>
  <cp:revision>4</cp:revision>
  <dcterms:created xsi:type="dcterms:W3CDTF">2017-06-19T12:26:48Z</dcterms:created>
  <dcterms:modified xsi:type="dcterms:W3CDTF">2026-09-28T06:45:27Z</dcterms:modified>
</cp:coreProperties>
</file>