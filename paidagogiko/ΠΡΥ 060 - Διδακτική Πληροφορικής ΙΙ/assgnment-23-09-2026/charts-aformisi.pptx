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F3686A-21A6-4958-B3D5-9D418FD54C20}" v="28" dt="2026-09-28T06:40:05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delSld modSld">
      <pc:chgData name="Άριστος Αρέστη" userId="813aa191-2d4c-464f-9d05-0a7e494d859f" providerId="ADAL" clId="{49C7B61D-1ACF-4AFF-A04E-A3B433E32474}" dt="2026-09-28T06:40:05.230" v="35"/>
      <pc:docMkLst>
        <pc:docMk/>
      </pc:docMkLst>
      <pc:sldChg chg="addSp delSp modSp mod">
        <pc:chgData name="Άριστος Αρέστη" userId="813aa191-2d4c-464f-9d05-0a7e494d859f" providerId="ADAL" clId="{49C7B61D-1ACF-4AFF-A04E-A3B433E32474}" dt="2026-09-28T06:39:39.582" v="31"/>
        <pc:sldMkLst>
          <pc:docMk/>
          <pc:sldMk cId="3399422133" sldId="256"/>
        </pc:sldMkLst>
        <pc:graphicFrameChg chg="add del">
          <ac:chgData name="Άριστος Αρέστη" userId="813aa191-2d4c-464f-9d05-0a7e494d859f" providerId="ADAL" clId="{49C7B61D-1ACF-4AFF-A04E-A3B433E32474}" dt="2026-09-28T06:26:01.379" v="3" actId="22"/>
          <ac:graphicFrameMkLst>
            <pc:docMk/>
            <pc:sldMk cId="3399422133" sldId="256"/>
            <ac:graphicFrameMk id="3" creationId="{8F6E907C-28B4-6C2C-023B-EEA669DA7EFC}"/>
          </ac:graphicFrameMkLst>
        </pc:graphicFrameChg>
        <pc:graphicFrameChg chg="add del">
          <ac:chgData name="Άριστος Αρέστη" userId="813aa191-2d4c-464f-9d05-0a7e494d859f" providerId="ADAL" clId="{49C7B61D-1ACF-4AFF-A04E-A3B433E32474}" dt="2026-09-28T06:26:01.081" v="2" actId="22"/>
          <ac:graphicFrameMkLst>
            <pc:docMk/>
            <pc:sldMk cId="3399422133" sldId="256"/>
            <ac:graphicFrameMk id="5" creationId="{F090215C-9D0A-A9B0-B540-D1EC6CC6C90F}"/>
          </ac:graphicFrameMkLst>
        </pc:graphicFrameChg>
        <pc:graphicFrameChg chg="mod">
          <ac:chgData name="Άριστος Αρέστη" userId="813aa191-2d4c-464f-9d05-0a7e494d859f" providerId="ADAL" clId="{49C7B61D-1ACF-4AFF-A04E-A3B433E32474}" dt="2026-09-28T06:39:39.582" v="31"/>
          <ac:graphicFrameMkLst>
            <pc:docMk/>
            <pc:sldMk cId="3399422133" sldId="256"/>
            <ac:graphicFrameMk id="6" creationId="{00000000-0000-0000-0000-000000000000}"/>
          </ac:graphicFrameMkLst>
        </pc:graphicFrameChg>
      </pc:sldChg>
      <pc:sldChg chg="modSp add">
        <pc:chgData name="Άριστος Αρέστη" userId="813aa191-2d4c-464f-9d05-0a7e494d859f" providerId="ADAL" clId="{49C7B61D-1ACF-4AFF-A04E-A3B433E32474}" dt="2026-09-28T06:39:25.960" v="30" actId="20577"/>
        <pc:sldMkLst>
          <pc:docMk/>
          <pc:sldMk cId="2923742748" sldId="257"/>
        </pc:sldMkLst>
        <pc:graphicFrameChg chg="mod">
          <ac:chgData name="Άριστος Αρέστη" userId="813aa191-2d4c-464f-9d05-0a7e494d859f" providerId="ADAL" clId="{49C7B61D-1ACF-4AFF-A04E-A3B433E32474}" dt="2026-09-28T06:39:25.960" v="30" actId="20577"/>
          <ac:graphicFrameMkLst>
            <pc:docMk/>
            <pc:sldMk cId="2923742748" sldId="257"/>
            <ac:graphicFrameMk id="6" creationId="{85968888-100B-46D2-7482-3F682E05D14C}"/>
          </ac:graphicFrameMkLst>
        </pc:graphicFrameChg>
      </pc:sldChg>
      <pc:sldChg chg="del">
        <pc:chgData name="Άριστος Αρέστη" userId="813aa191-2d4c-464f-9d05-0a7e494d859f" providerId="ADAL" clId="{49C7B61D-1ACF-4AFF-A04E-A3B433E32474}" dt="2026-09-28T06:26:05.595" v="4" actId="47"/>
        <pc:sldMkLst>
          <pc:docMk/>
          <pc:sldMk cId="3112893433" sldId="257"/>
        </pc:sldMkLst>
      </pc:sldChg>
      <pc:sldChg chg="modSp add">
        <pc:chgData name="Άριστος Αρέστη" userId="813aa191-2d4c-464f-9d05-0a7e494d859f" providerId="ADAL" clId="{49C7B61D-1ACF-4AFF-A04E-A3B433E32474}" dt="2026-09-28T06:39:46.459" v="32"/>
        <pc:sldMkLst>
          <pc:docMk/>
          <pc:sldMk cId="2193037599" sldId="258"/>
        </pc:sldMkLst>
        <pc:graphicFrameChg chg="mod">
          <ac:chgData name="Άριστος Αρέστη" userId="813aa191-2d4c-464f-9d05-0a7e494d859f" providerId="ADAL" clId="{49C7B61D-1ACF-4AFF-A04E-A3B433E32474}" dt="2026-09-28T06:39:46.459" v="32"/>
          <ac:graphicFrameMkLst>
            <pc:docMk/>
            <pc:sldMk cId="2193037599" sldId="258"/>
            <ac:graphicFrameMk id="6" creationId="{3428DD49-090B-BD29-257E-959F5B9EA168}"/>
          </ac:graphicFrameMkLst>
        </pc:graphicFrameChg>
      </pc:sldChg>
      <pc:sldChg chg="modSp add">
        <pc:chgData name="Άριστος Αρέστη" userId="813aa191-2d4c-464f-9d05-0a7e494d859f" providerId="ADAL" clId="{49C7B61D-1ACF-4AFF-A04E-A3B433E32474}" dt="2026-09-28T06:39:55.417" v="33"/>
        <pc:sldMkLst>
          <pc:docMk/>
          <pc:sldMk cId="360750899" sldId="259"/>
        </pc:sldMkLst>
        <pc:graphicFrameChg chg="mod">
          <ac:chgData name="Άριστος Αρέστη" userId="813aa191-2d4c-464f-9d05-0a7e494d859f" providerId="ADAL" clId="{49C7B61D-1ACF-4AFF-A04E-A3B433E32474}" dt="2026-09-28T06:39:55.417" v="33"/>
          <ac:graphicFrameMkLst>
            <pc:docMk/>
            <pc:sldMk cId="360750899" sldId="259"/>
            <ac:graphicFrameMk id="6" creationId="{4F02AD10-905A-EDDD-8B13-460EFF5D5E51}"/>
          </ac:graphicFrameMkLst>
        </pc:graphicFrameChg>
      </pc:sldChg>
      <pc:sldChg chg="modSp add">
        <pc:chgData name="Άριστος Αρέστη" userId="813aa191-2d4c-464f-9d05-0a7e494d859f" providerId="ADAL" clId="{49C7B61D-1ACF-4AFF-A04E-A3B433E32474}" dt="2026-09-28T06:40:05.230" v="35"/>
        <pc:sldMkLst>
          <pc:docMk/>
          <pc:sldMk cId="610268955" sldId="260"/>
        </pc:sldMkLst>
        <pc:graphicFrameChg chg="mod">
          <ac:chgData name="Άριστος Αρέστη" userId="813aa191-2d4c-464f-9d05-0a7e494d859f" providerId="ADAL" clId="{49C7B61D-1ACF-4AFF-A04E-A3B433E32474}" dt="2026-09-28T06:40:05.230" v="35"/>
          <ac:graphicFrameMkLst>
            <pc:docMk/>
            <pc:sldMk cId="610268955" sldId="260"/>
            <ac:graphicFrameMk id="6" creationId="{AC197126-80C9-135A-D6E5-98DE14D49B2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l-GR" sz="1862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Παραγωγή Φρούτων</a:t>
            </a:r>
            <a:endParaRPr lang="en-US" sz="1862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Μήλα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7-4EAC-90B2-2909DA4AD2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Μπανάνες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67-4EAC-90B2-2909DA4AD2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Πορτοκάλια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67-4EAC-90B2-2909DA4AD2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527530936"/>
        <c:axId val="527524376"/>
      </c:barChart>
      <c:catAx>
        <c:axId val="52753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24376"/>
        <c:crosses val="autoZero"/>
        <c:auto val="1"/>
        <c:lblAlgn val="ctr"/>
        <c:lblOffset val="100"/>
        <c:noMultiLvlLbl val="0"/>
      </c:catAx>
      <c:valAx>
        <c:axId val="527524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30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l-G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l-GR" dirty="0"/>
              <a:t>Παραγωγή Φρούτων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Μήλα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7-4EAC-90B2-2909DA4AD2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Μπανάνες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67-4EAC-90B2-2909DA4AD2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Πορτοκάλια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67-4EAC-90B2-2909DA4AD2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7530936"/>
        <c:axId val="527524376"/>
      </c:barChart>
      <c:catAx>
        <c:axId val="52753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24376"/>
        <c:crosses val="autoZero"/>
        <c:auto val="1"/>
        <c:lblAlgn val="ctr"/>
        <c:lblOffset val="100"/>
        <c:noMultiLvlLbl val="0"/>
      </c:catAx>
      <c:valAx>
        <c:axId val="527524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30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l-G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l-GR" sz="1862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Παραγωγή Φρούτων</a:t>
            </a:r>
            <a:endParaRPr lang="en-US" sz="1862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Μήλα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5CC-4A4F-92E2-5F4BA46FBB6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5CC-4A4F-92E2-5F4BA46FB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5CC-4A4F-92E2-5F4BA46FBB6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5CC-4A4F-92E2-5F4BA46FBB69}"/>
              </c:ext>
            </c:extLst>
          </c:dPt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7-4EAC-90B2-2909DA4AD2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Μπανάνες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5CC-4A4F-92E2-5F4BA46FBB6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5CC-4A4F-92E2-5F4BA46FB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5CC-4A4F-92E2-5F4BA46FBB6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5CC-4A4F-92E2-5F4BA46FBB69}"/>
              </c:ext>
            </c:extLst>
          </c:dPt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67-4EAC-90B2-2909DA4AD2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Πορτοκάλια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5CC-4A4F-92E2-5F4BA46FBB6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85CC-4A4F-92E2-5F4BA46FBB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85CC-4A4F-92E2-5F4BA46FBB6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85CC-4A4F-92E2-5F4BA46FBB69}"/>
              </c:ext>
            </c:extLst>
          </c:dPt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67-4EAC-90B2-2909DA4AD2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l-G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l-GR" sz="1862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Παραγωγή Φρούτων</a:t>
            </a:r>
            <a:endParaRPr lang="en-US" sz="1862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Μήλα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7-4EAC-90B2-2909DA4AD2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Μπανάνες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67-4EAC-90B2-2909DA4AD2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Πορτοκάλια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67-4EAC-90B2-2909DA4AD2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7530936"/>
        <c:axId val="527524376"/>
      </c:areaChart>
      <c:catAx>
        <c:axId val="527530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24376"/>
        <c:crosses val="autoZero"/>
        <c:auto val="1"/>
        <c:lblAlgn val="ctr"/>
        <c:lblOffset val="100"/>
        <c:noMultiLvlLbl val="0"/>
      </c:catAx>
      <c:valAx>
        <c:axId val="527524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309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l-G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l-GR" sz="1862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Παραγωγή Φρούτων</a:t>
            </a:r>
            <a:endParaRPr lang="en-US" sz="1862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Μήλα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7-4EAC-90B2-2909DA4AD2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Μπανάνες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67-4EAC-90B2-2909DA4AD2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Πορτοκάλια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Ιανουάριος</c:v>
                </c:pt>
                <c:pt idx="1">
                  <c:v>Φεβρουάριος</c:v>
                </c:pt>
                <c:pt idx="2">
                  <c:v>Μάρτιος</c:v>
                </c:pt>
                <c:pt idx="3">
                  <c:v>Απρίλιος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67-4EAC-90B2-2909DA4AD2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7530936"/>
        <c:axId val="527524376"/>
      </c:radarChart>
      <c:catAx>
        <c:axId val="527530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24376"/>
        <c:crosses val="autoZero"/>
        <c:auto val="1"/>
        <c:lblAlgn val="ctr"/>
        <c:lblOffset val="100"/>
        <c:noMultiLvlLbl val="0"/>
      </c:catAx>
      <c:valAx>
        <c:axId val="527524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l-GR"/>
          </a:p>
        </c:txPr>
        <c:crossAx val="527530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l-G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l-G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885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6948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7254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38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9932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6148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604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0755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6422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559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973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B38B6-020F-4D2A-9354-7AB7F1AC6DEE}" type="datetimeFigureOut">
              <a:rPr lang="el-GR" smtClean="0"/>
              <a:t>28/9/2026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D5EE7-3CC3-4AEA-936D-85656E3A49C0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62493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486712601"/>
              </p:ext>
            </p:extLst>
          </p:nvPr>
        </p:nvGraphicFramePr>
        <p:xfrm>
          <a:off x="0" y="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99422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1240-5190-F962-F4B1-CC8BD72B8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5968888-100B-46D2-7482-3F682E05D1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4622387"/>
              </p:ext>
            </p:extLst>
          </p:nvPr>
        </p:nvGraphicFramePr>
        <p:xfrm>
          <a:off x="0" y="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2374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8B99-F1A0-D54C-1AEF-C2557A3E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428DD49-090B-BD29-257E-959F5B9EA1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629107"/>
              </p:ext>
            </p:extLst>
          </p:nvPr>
        </p:nvGraphicFramePr>
        <p:xfrm>
          <a:off x="0" y="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303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D881E-8B1D-E793-3DFD-FE9DD33DA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F02AD10-905A-EDDD-8B13-460EFF5D5E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7121023"/>
              </p:ext>
            </p:extLst>
          </p:nvPr>
        </p:nvGraphicFramePr>
        <p:xfrm>
          <a:off x="0" y="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750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0ADC-B755-17D8-6B7A-51A30B10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C197126-80C9-135A-D6E5-98DE14D49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269159"/>
              </p:ext>
            </p:extLst>
          </p:nvPr>
        </p:nvGraphicFramePr>
        <p:xfrm>
          <a:off x="0" y="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026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Νίκος Στρατής</dc:creator>
  <cp:lastModifiedBy>Άριστος Αρέστη</cp:lastModifiedBy>
  <cp:revision>4</cp:revision>
  <dcterms:created xsi:type="dcterms:W3CDTF">2017-06-19T12:26:48Z</dcterms:created>
  <dcterms:modified xsi:type="dcterms:W3CDTF">2026-09-28T06:40:10Z</dcterms:modified>
</cp:coreProperties>
</file>